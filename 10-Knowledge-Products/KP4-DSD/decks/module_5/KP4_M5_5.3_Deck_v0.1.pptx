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16" r:id="rId38"/>
    <p:sldId id="2717" r:id="rId39"/>
    <p:sldId id="2718" r:id="rId40"/>
    <p:sldId id="2719" r:id="rId41"/>
    <p:sldId id="2720" r:id="rId42"/>
    <p:sldId id="2721" r:id="rId43"/>
    <p:sldId id="2722" r:id="rId44"/>
    <p:sldId id="2723" r:id="rId45"/>
    <p:sldId id="272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7" Type="http://schemas.openxmlformats.org/officeDocument/2006/relationships/slide" Target="slides/slide31.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low-code platform has places where it does not do what its screens suggest. Your officers should not be the ones who find them, on the first morning the new service is open to the public.</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SDD method keeps a register of the platform's known differences: places where the documentation promises one thing and a particular release does another. Each entry was found once, the hard way, by a team that lost time to it. Each entry that a program can test becomes a rule. The check applies those rules to the application model before anything is built or installed, so the same trap is not found twice.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platform's maker publishes two lists that feed the register. One is a page of known issues. It records cases such as a screen that shows a step as completed while the workflow behind it does not move on. The other is a list of what each release changed. Release 9.0.7, the one Progressa's two installations run, was published on 18 May 2026, with bug fixes and security upgrades among its changes. Read both lists before you agree the release your service will run on.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one trap, told by its kind. MoEYS's list of what awaits the minister's decision reads straight from the database, and it carries two filters: one by date, and one by the matter advised on. The platform saves that setting without complaint. But the register records that, on a list of this kind, the platform honours one filter at a time and quietly ignores the second. An officer who sets both sees more than she asked for, and never knows.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check is written to catch this before installation. It reads the model, finds a list of that kind with two filters, and reports the list, the rule and the reason. The model is then corrected, either to one filter or to a kind of list that honours both, and checked again. The trap is found at the review, where it costs an hour, and not at the counter, where it costs the public's trust.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cannot read the platform's code, and you do not need to. Ask the supplier three things. Which rules about this platform does your check apply? Show me the check running on our own model, not on a sample. And keep a table of the rules you saw running and the rules you were only told about. A rule that was only described is a promise, not evidence. Put the table in the acceptance file, beside the record of the check.</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Known traps belong in a check that runs before installation. Ask to see that check run on your own model, and keep the record of what you saw.</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platform's traps, caught before deployment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What is known to fail on the platform is checked before anything is installed.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Every low-code platform has places where it does not do what its screens suggest.</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Your officers should not be the ones who find them,</a:t>
            </a:r>
          </a:p>
          <a:p>
            <a:pPr>
              <a:spcAft>
                <a:spcPts val="800"/>
              </a:spcAft>
            </a:pPr>
            <a:r>
              <a:rPr sz="1700" b="0" i="0">
                <a:solidFill>
                  <a:srgbClr val="595959"/>
                </a:solidFill>
                <a:latin typeface="Arial"/>
              </a:rPr>
              <a:t>on the first morning the new service is open to the public.</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platform's traps, caught before deployment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Known, written down, checked</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A register of the platform's known differences: what is promised, and what a release does.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Each difference a program can test becomes a rule.</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check applies the rules before anything is installed.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platform's traps, caught before deployment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maker's own lists</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1900" b="1" i="0">
                <a:solidFill>
                  <a:srgbClr val="1A1A1A"/>
                </a:solidFill>
                <a:latin typeface="Arial"/>
              </a:rPr>
              <a:t>Known issues</a:t>
            </a:r>
          </a:p>
          <a:p>
            <a:pPr>
              <a:spcAft>
                <a:spcPts val="300"/>
              </a:spcAft>
            </a:pPr>
            <a:r>
              <a:rPr sz="1600" b="0" i="0">
                <a:solidFill>
                  <a:srgbClr val="595959"/>
                </a:solidFill>
                <a:latin typeface="Arial"/>
              </a:rPr>
              <a:t>a page the platform's maker keeps.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1900" b="1" i="0">
                <a:solidFill>
                  <a:srgbClr val="1A1A1A"/>
                </a:solidFill>
                <a:latin typeface="Arial"/>
              </a:rPr>
              <a:t>What changed in each release</a:t>
            </a:r>
          </a:p>
          <a:p>
            <a:pPr>
              <a:spcAft>
                <a:spcPts val="300"/>
              </a:spcAft>
            </a:pPr>
            <a:r>
              <a:rPr sz="1600" b="0" i="0">
                <a:solidFill>
                  <a:srgbClr val="595959"/>
                </a:solidFill>
                <a:latin typeface="Arial"/>
              </a:rPr>
              <a:t>release 9.0.7, published 18 May 2026.</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1900" b="1" i="0">
                <a:solidFill>
                  <a:srgbClr val="1A1A1A"/>
                </a:solidFill>
                <a:latin typeface="Arial"/>
              </a:rPr>
              <a:t>A trap on either list becomes a check, not a surprise.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platform's traps, caught before deployment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Progressa: a list with two filters</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MoEYS's list of what awaits the minister</a:t>
            </a:r>
          </a:p>
          <a:p>
            <a:pPr>
              <a:spcAft>
                <a:spcPts val="300"/>
              </a:spcAft>
            </a:pPr>
            <a:r>
              <a:rPr sz="1600" b="0" i="0">
                <a:solidFill>
                  <a:srgbClr val="595959"/>
                </a:solidFill>
                <a:latin typeface="Arial"/>
              </a:rPr>
              <a:t>a filter by date, a filter by matter.</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The platform saves the setting without complaint.</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On a list of this kind, one filter is honoured; the second is ignored, silently.</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An officer sees more than she asked for, and does not know it.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platform's traps, caught before deployment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Caught by the check, not by an officer</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check reads the model and finds the list with two filters.</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It reports the list, the rule and the reason.</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model is corrected, and checked again.</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platform's traps, caught before deployment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to ask a supplier</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Which rules about this platform does your check apply?</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Show me the check running on our own model.</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Which rules were shown running, and which were only described?</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platform's traps, caught before deployment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What is known to fail on the platform is checked before anything is installed.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Record which platform rules a supplier's checks apply.</a:t>
            </a:r>
          </a:p>
          <a:p>
            <a:pPr algn="l">
              <a:spcAft>
                <a:spcPts val="400"/>
              </a:spcAft>
            </a:pPr>
            <a:r>
              <a:rPr sz="1800" b="0" i="0">
                <a:solidFill>
                  <a:srgbClr val="595959"/>
                </a:solidFill>
                <a:latin typeface="Arial"/>
              </a:rPr>
              <a:t>The prompt in the companion material gives you a table of the supplier's platform rules, each marked shown or only stated.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platform's traps, caught before deployment</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Joget DX 9 Knowledge Base, the platform's documentation, pages Known Issues and Version 9.0.7</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The platform's traps, caught before deployment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