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screens of each goal, one goal at a time. Four questions are still open, because each crosses many screens. If you do not settle them in one document, the program that builds the application settles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question is how an officer picks a value from a list, such as the kind of licence. The second is how she finds one record among many, such as one institution among hundreds. The third is how a case moves from one state to the next, and who may move it. The fourth is what happens when she acts on a record: which screen opens, and what is already filled in. No single goal can answer these. One list serves many goals, and one case is moved by the acts of several goals.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goal's screens were agreed on their own, so nobody has yet looked across them. Left open, the four questions get answered by default while the application is built, and often differently on different screens. The method closes that gap with one document, the interaction design. One analyst writes it from the agreed screens of every goal. You, or the person you name, accept it. Only then is the application described for the machine. A decision settled once is re-used by every screen that needs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MoEYS, Progressa's ministry of education, answered the first two questions for its application. To pick a value, an officer uses seven lists. Each is held elsewhere, fixed by Progressa's Higher Education Regulations. MoEYS keeps none, so no screen of its application changes a list. To find an institution, she searches PHEQA's register by name or register number. She never scrolls a list of every institution. Most of the time she does not search at all: she opens the list of what waits for her, and picks a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answer is short. No record of this application has states. A decision is written once, and a correction is a new version, so nothing moves. An institution's standing is shown as PHEQA's register gives it, and is never changed here. The fourth answer covers every act that opens another screen. The record she acted on is carried into that screen, filled in and locked, so she never types it again. Every menu entry sits in one of five categories, from Licences to Requests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Director of Higher Education at MoEYS accepts the document. She reads a short answer, a table for each question, and a few sample pages that show each answer working. She does not read every screen again. Where the goals were silent, the analyst writes a recommended answer, and she agrees it or changes it. Her acceptance is written into the document with her name and the date. Everything described for the machine afterwards is measured against what she accepted.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application is described for the machine, ask for the one document that settles pick, find, move and act. Click its pages, then accept it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questions decided once for every screen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How officers pick, find, move and act is settled for the whole application in one document you accept.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Four questions cross every screen, and none of them is settled yet.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screens of each goal were agreed one goal at a time.</a:t>
            </a:r>
          </a:p>
          <a:p>
            <a:pPr>
              <a:spcAft>
                <a:spcPts val="800"/>
              </a:spcAft>
            </a:pPr>
            <a:r>
              <a:rPr sz="1700" b="0" i="0">
                <a:solidFill>
                  <a:srgbClr val="595959"/>
                </a:solidFill>
                <a:latin typeface="Arial"/>
              </a:rPr>
              <a:t>Leave the four questions open, and the program that builds the application settles them for you.</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no single goal can answer</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Pick</a:t>
            </a:r>
          </a:p>
          <a:p>
            <a:pPr>
              <a:spcAft>
                <a:spcPts val="300"/>
              </a:spcAft>
            </a:pPr>
            <a:r>
              <a:rPr sz="1600" b="0" i="0">
                <a:solidFill>
                  <a:srgbClr val="595959"/>
                </a:solidFill>
                <a:latin typeface="Arial"/>
              </a:rPr>
              <a:t>how an officer chooses a value from a list.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Find</a:t>
            </a:r>
          </a:p>
          <a:p>
            <a:pPr>
              <a:spcAft>
                <a:spcPts val="300"/>
              </a:spcAft>
            </a:pPr>
            <a:r>
              <a:rPr sz="1600" b="0" i="0">
                <a:solidFill>
                  <a:srgbClr val="595959"/>
                </a:solidFill>
                <a:latin typeface="Arial"/>
              </a:rPr>
              <a:t>how she finds one record among many.</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Move</a:t>
            </a:r>
          </a:p>
          <a:p>
            <a:pPr>
              <a:spcAft>
                <a:spcPts val="300"/>
              </a:spcAft>
            </a:pPr>
            <a:r>
              <a:rPr sz="1600" b="0" i="0">
                <a:solidFill>
                  <a:srgbClr val="595959"/>
                </a:solidFill>
                <a:latin typeface="Arial"/>
              </a:rPr>
              <a:t>how a case goes from one state to the next, and who may move it.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Act</a:t>
            </a:r>
          </a:p>
          <a:p>
            <a:pPr>
              <a:spcAft>
                <a:spcPts val="300"/>
              </a:spcAft>
            </a:pPr>
            <a:r>
              <a:rPr sz="1600" b="0" i="0">
                <a:solidFill>
                  <a:srgbClr val="595959"/>
                </a:solidFill>
                <a:latin typeface="Arial"/>
              </a:rPr>
              <a:t>what opens, and what is filled in, when she acts on a record.</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document, settled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Each goal's screens were agreed on their own.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Left open, the four questions are settled by default, screen by screen.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interaction design settles them once; you accept it before the application is described for the machine.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pick and find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Pick</a:t>
            </a:r>
          </a:p>
          <a:p>
            <a:pPr>
              <a:spcAft>
                <a:spcPts val="300"/>
              </a:spcAft>
            </a:pPr>
            <a:r>
              <a:rPr sz="1600" b="0" i="0">
                <a:solidFill>
                  <a:srgbClr val="595959"/>
                </a:solidFill>
                <a:latin typeface="Arial"/>
              </a:rPr>
              <a:t>seven lists. Each is fixed by Progressa's Higher Education Regulations. MoEYS keeps none.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Find</a:t>
            </a:r>
          </a:p>
          <a:p>
            <a:pPr>
              <a:spcAft>
                <a:spcPts val="300"/>
              </a:spcAft>
            </a:pPr>
            <a:r>
              <a:rPr sz="1600" b="0" i="0">
                <a:solidFill>
                  <a:srgbClr val="595959"/>
                </a:solidFill>
                <a:latin typeface="Arial"/>
              </a:rPr>
              <a:t>an institution is found by a search of PHEQA's register, never from a list of every institution.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Most often</a:t>
            </a:r>
          </a:p>
          <a:p>
            <a:pPr>
              <a:spcAft>
                <a:spcPts val="300"/>
              </a:spcAft>
            </a:pPr>
            <a:r>
              <a:rPr sz="1600" b="0" i="0">
                <a:solidFill>
                  <a:srgbClr val="595959"/>
                </a:solidFill>
                <a:latin typeface="Arial"/>
              </a:rPr>
              <a:t>a list of what waits for the officer; she picks a row.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move and 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Move</a:t>
            </a:r>
          </a:p>
          <a:p>
            <a:pPr>
              <a:spcAft>
                <a:spcPts val="300"/>
              </a:spcAft>
            </a:pPr>
            <a:r>
              <a:rPr sz="1600" b="0" i="0">
                <a:solidFill>
                  <a:srgbClr val="595959"/>
                </a:solidFill>
                <a:latin typeface="Arial"/>
              </a:rPr>
              <a:t>no record of this application has states. A decision is written once; a correction is a new version.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Act</a:t>
            </a:r>
          </a:p>
          <a:p>
            <a:pPr>
              <a:spcAft>
                <a:spcPts val="300"/>
              </a:spcAft>
            </a:pPr>
            <a:r>
              <a:rPr sz="1600" b="0" i="0">
                <a:solidFill>
                  <a:srgbClr val="595959"/>
                </a:solidFill>
                <a:latin typeface="Arial"/>
              </a:rPr>
              <a:t>the record she acts on is carried into the screen that opens, filled in and locked.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Menu</a:t>
            </a:r>
          </a:p>
          <a:p>
            <a:pPr>
              <a:spcAft>
                <a:spcPts val="300"/>
              </a:spcAft>
            </a:pPr>
            <a:r>
              <a:rPr sz="1600" b="0" i="0">
                <a:solidFill>
                  <a:srgbClr val="595959"/>
                </a:solidFill>
                <a:latin typeface="Arial"/>
              </a:rPr>
              <a:t>every entry sits in one of five categories: Licences; Names, the list and reviews; Suspension and cancellation; The Gazette; Requests for review.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accepts it, and what she reads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by</a:t>
            </a:r>
          </a:p>
          <a:p>
            <a:pPr>
              <a:spcAft>
                <a:spcPts val="300"/>
              </a:spcAft>
            </a:pPr>
            <a:r>
              <a:rPr sz="1600" b="0" i="0">
                <a:solidFill>
                  <a:srgbClr val="595959"/>
                </a:solidFill>
                <a:latin typeface="Arial"/>
              </a:rPr>
              <a:t>one analyst of the supplier.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Read by the owner</a:t>
            </a:r>
          </a:p>
          <a:p>
            <a:pPr>
              <a:spcAft>
                <a:spcPts val="300"/>
              </a:spcAft>
            </a:pPr>
            <a:r>
              <a:rPr sz="1600" b="0" i="0">
                <a:solidFill>
                  <a:srgbClr val="595959"/>
                </a:solidFill>
                <a:latin typeface="Arial"/>
              </a:rPr>
              <a:t>a short answer, a table for each question, and sample pages to click.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Accepted by</a:t>
            </a:r>
          </a:p>
          <a:p>
            <a:pPr>
              <a:spcAft>
                <a:spcPts val="300"/>
              </a:spcAft>
            </a:pPr>
            <a:r>
              <a:rPr sz="1600" b="0" i="0">
                <a:solidFill>
                  <a:srgbClr val="595959"/>
                </a:solidFill>
                <a:latin typeface="Arial"/>
              </a:rPr>
              <a:t>the Director of Higher Education at MoEYS, with her name and the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How officers pick, find, move and act is settled for the whole application in one document you accept.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where the four questions are still open.</a:t>
            </a:r>
          </a:p>
          <a:p>
            <a:pPr algn="l">
              <a:spcAft>
                <a:spcPts val="400"/>
              </a:spcAft>
            </a:pPr>
            <a:r>
              <a:rPr sz="1800" b="0" i="0">
                <a:solidFill>
                  <a:srgbClr val="595959"/>
                </a:solidFill>
                <a:latin typeface="Arial"/>
              </a:rPr>
              <a:t>The prompt in the companion material gives you a table of the places where pick, find, move or act is still open.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interaction design.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