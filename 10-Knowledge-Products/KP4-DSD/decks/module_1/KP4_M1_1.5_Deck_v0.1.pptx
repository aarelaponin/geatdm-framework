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9" r:id="rId12"/>
    <p:sldId id="2730" r:id="rId11"/>
    <p:sldId id="2731" r:id="rId10"/>
    <p:sldId id="2732" r:id="rId54"/>
    <p:sldId id="2733" r:id="rId55"/>
    <p:sldId id="2734" r:id="rId56"/>
    <p:sldId id="2735" r:id="rId57"/>
    <p:sldId id="2736"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AI assistant can draft a register of requirements in an afternoon. That is real help. It also raises a question your minister will ask: if a machine wrote it, who is answerable for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method's answer is simple. An AI assistant may draft any document a person would otherwise draft. It proposes; it never decides. A named person rules on each thing it proposes, and says one of three words: accepted, amended or set aside. The document then holds only what that person accepted, in that person's words. A draft is never accepted because it reads well. It is accepted line by line, by somebody whose name is on it, and who can be asked about it later.</a:t>
            </a:r>
          </a:p>
          <a:p/>
          <a:p>
            <a:r>
              <a:t>Slide specification: The three words in bold body text. Text-only.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Inventing something plausible is the thing an assistant does best. So the method binds it with one rule: a gap is recorded as a question with an owner, and never filled with an invented answer. When an official's text is silent, the assistant does not guess a figure to keep the work moving. It writes the question down, and a person decides who must answer it and by when. Every invented answer it avoids is one less fault hidden in the service.</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For each of the twelve documents, three roles are named. Someone writes it. Someone else checks it. And a named person accepts it. In PHEQA's project in Progressa, the supplier's analyst and an AI assistant write. A second analyst of the supplier checks. The Registrar of PHEQA accepts, or the head of PHEQA's ICT unit for the technical documents. And the head of the registration desk sits at every review of something an officer will use.</a:t>
            </a:r>
          </a:p>
          <a:p/>
          <a:p>
            <a:r>
              <a:t>Slide specification: Text-only. No picture of a person or a robot.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four of PHEQA's documents, an AI assistant does the writing. It extracts the register of what was asked. It helps write the shared settings and lists. It drafts each goal as a story. And it writes the application model, the file a program reads, under the rule that it must refuse to guess. In each of the four, a named person rules on what it wrote, and a different named person accepts it: the Registrar, the owner of each setting, or the head of the ICT unit.</a:t>
            </a:r>
          </a:p>
          <a:p/>
          <a:p>
            <a:r>
              <a:t>Slide specification: An extract of the table of the worked example; the full table of twelve is in the written guide. Progressa's names as the plan gives them.</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Ask your supplier for this table before the first document is written, and check three things. No row ends with the assistant. In no row does the writer accept alone: where a writer sits at a review, as the owner of the screens does, two other people must agree. And at every review of something an officer will use, the person who will live with the result sits beside the owner and the builder. If a cell under 'accepts' names the supplier, or names nobody, that decision has not been given to anyone in your organisation.</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An assistant may draft any document. A named person rules on each line, and only what that person accepted stands.</a:t>
            </a:r>
          </a:p>
          <a:p/>
          <a:p>
            <a:r>
              <a:t>Slide specification: The single message, word for word. No sources slide follows: this subtopic cites no external source.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Who writes, who checks, who accepts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AI assistant may draft; a named person accepts, amends or sets aside each proposal, and only what was accepted stands.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If a machine wrote it, who is answerable for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An AI assistant can draft a register of requirements in an afternoon.</a:t>
            </a:r>
          </a:p>
          <a:p>
            <a:pPr>
              <a:spcAft>
                <a:spcPts val="800"/>
              </a:spcAft>
            </a:pPr>
            <a:r>
              <a:rPr sz="1700" b="0" i="0">
                <a:solidFill>
                  <a:srgbClr val="595959"/>
                </a:solidFill>
                <a:latin typeface="Arial"/>
              </a:rPr>
              <a:t>That is real help. Your minister will still ask the question.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assistant proposes; a person rules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For each proposal: accepted, amended or set aside.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The document holds only what was accepted.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the source is silent, the assistant must say so</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A gap becomes a question with an owner.</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Never a plausible answer.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roles for every document</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Writes. Checks. Accepts.</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The writer never accepts alone.</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The assistant never accepts.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the assistant writes, in PHEQA's project</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750" b="1" i="0">
                <a:solidFill>
                  <a:srgbClr val="1A1A1A"/>
                </a:solidFill>
                <a:latin typeface="Arial"/>
              </a:rPr>
              <a:t>The register: the assistant extracts; the analyst rules; the Registrar accepts.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750" b="1" i="0">
                <a:solidFill>
                  <a:srgbClr val="1A1A1A"/>
                </a:solidFill>
                <a:latin typeface="Arial"/>
              </a:rPr>
              <a:t>The shared settings and lists: the analyst with the assistant; the owner of each setting accepts.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750" b="1" i="0">
                <a:solidFill>
                  <a:srgbClr val="1A1A1A"/>
                </a:solidFill>
                <a:latin typeface="Arial"/>
              </a:rPr>
              <a:t>One goal as a story: the assistant drafts; the analyst rules; the Registrar accepts at the review.</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750" b="1" i="0">
                <a:solidFill>
                  <a:srgbClr val="1A1A1A"/>
                </a:solidFill>
                <a:latin typeface="Arial"/>
              </a:rPr>
              <a:t>The application model: the assistant writes and must refuse to guess; the head of the ICT unit accepts.</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checks on the table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05839"/>
          </a:xfrm>
          <a:prstGeom prst="rect">
            <a:avLst/>
          </a:prstGeom>
          <a:noFill/>
        </p:spPr>
        <p:txBody>
          <a:bodyPr wrap="square">
            <a:spAutoFit/>
          </a:bodyPr>
          <a:lstStyle/>
          <a:p>
            <a:pPr>
              <a:spcAft>
                <a:spcPts val="300"/>
              </a:spcAft>
            </a:pPr>
            <a:r>
              <a:rPr sz="2200" b="1" i="0">
                <a:solidFill>
                  <a:srgbClr val="1A1A1A"/>
                </a:solidFill>
                <a:latin typeface="Arial"/>
              </a:rPr>
              <a:t>No row ends with the assistant.</a:t>
            </a:r>
          </a:p>
        </p:txBody>
      </p:sp>
      <p:sp>
        <p:nvSpPr>
          <p:cNvPr id="6" name="Rectangle 5"/>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60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14600"/>
            <a:ext cx="10527487" cy="1005839"/>
          </a:xfrm>
          <a:prstGeom prst="rect">
            <a:avLst/>
          </a:prstGeom>
          <a:noFill/>
        </p:spPr>
        <p:txBody>
          <a:bodyPr wrap="square">
            <a:spAutoFit/>
          </a:bodyPr>
          <a:lstStyle/>
          <a:p>
            <a:pPr>
              <a:spcAft>
                <a:spcPts val="300"/>
              </a:spcAft>
            </a:pPr>
            <a:r>
              <a:rPr sz="2200" b="1" i="0">
                <a:solidFill>
                  <a:srgbClr val="1A1A1A"/>
                </a:solidFill>
                <a:latin typeface="Arial"/>
              </a:rPr>
              <a:t>The writer never accepts alone.</a:t>
            </a:r>
          </a:p>
        </p:txBody>
      </p:sp>
      <p:sp>
        <p:nvSpPr>
          <p:cNvPr id="9" name="Rectangle 8"/>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11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566160"/>
            <a:ext cx="10527487" cy="1005839"/>
          </a:xfrm>
          <a:prstGeom prst="rect">
            <a:avLst/>
          </a:prstGeom>
          <a:noFill/>
        </p:spPr>
        <p:txBody>
          <a:bodyPr wrap="square">
            <a:spAutoFit/>
          </a:bodyPr>
          <a:lstStyle/>
          <a:p>
            <a:pPr>
              <a:spcAft>
                <a:spcPts val="300"/>
              </a:spcAft>
            </a:pPr>
            <a:r>
              <a:rPr sz="2200" b="1" i="0">
                <a:solidFill>
                  <a:srgbClr val="1A1A1A"/>
                </a:solidFill>
                <a:latin typeface="Arial"/>
              </a:rPr>
              <a:t>The person who will live with it is in the room.</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AI assistant may draft; a named person accepts, amends or sets aside each proposal, and only what was accepted stands.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who writes, checks and accepts each document.</a:t>
            </a:r>
          </a:p>
          <a:p>
            <a:pPr algn="l">
              <a:spcAft>
                <a:spcPts val="400"/>
              </a:spcAft>
            </a:pPr>
            <a:r>
              <a:rPr sz="1800" b="0" i="0">
                <a:solidFill>
                  <a:srgbClr val="595959"/>
                </a:solidFill>
                <a:latin typeface="Arial"/>
              </a:rPr>
              <a:t>The prompt in the companion material gives you a table of who writes, checks and accepts each of the twelve documents for your project team.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