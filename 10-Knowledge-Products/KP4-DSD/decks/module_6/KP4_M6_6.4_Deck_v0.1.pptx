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7" r:id="rId39"/>
    <p:sldId id="2718" r:id="rId40"/>
    <p:sldId id="2719" r:id="rId41"/>
    <p:sldId id="2720" r:id="rId42"/>
    <p:sldId id="2721" r:id="rId43"/>
    <p:sldId id="2722" r:id="rId44"/>
    <p:sldId id="272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speed is real. The question for a manager is who decides what the draft says, and what happens to everything the assistant did not know.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gives an assistant real work. It extracts the register of what was asked from your own documents. It drafts each goal as a story. It writes the one file a program reads. For each document a person writes, there is an assisting tool that walks that person through the document's standard, part by part. But no document is finished by an assistant alone. A named person reviews every proposal, and accepts it, amends it or sets it aside. Only what that person accepted stands in the document, with the person's name and the date.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what an assistant does best. That is why the method's most important rule binds it here. When your documents do not settle something, the assistant must not fill the gap. It records a question, with the name of the person who must answer it. It never invents a figure to keep the work moving, and it never quietly answers a decision that is still open. A draft that comes back with named questions is a good draft. A draft with no questions at all deserves a second, careful reading. Ask for the list of open questions with every draft.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ministry of education's rules of use for an AI assistant, on one page. The assistant may draft the register, the stories and the model. A named officer rules on every draft, and the officer's name goes into the document. Every open question carries an owner. No figure enters a document without its source. And the ministry's data stay within the tools the ministry allows. The head of the ICT unit adopts the page, after it has been checked against the ministry's duties on personal data. It is short enough to keep beside every contract.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an assisted document reaches you for acceptance, three questions are enough. Whose name stands against each part that was accepted? Which questions are still open, and who owns each one? And is there any figure without its source? If a part has no name against it, nobody in your organisation has ruled on it, and it is still only the assistant's proposal. The same holds for the one file a program reads: the person who approves it reads every assumption the assistant made, and sends each one back to the document it rests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Let the assistant draft each document. A named person rules on every proposal, and every gap stays a question with an owner.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AI assistant at every step, and the person who rules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assistant drafts each document; a person rules on every proposal and every gap keeps its name.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register of requirements, drafted by an AI assistant in an afternoon.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speed is real.</a:t>
            </a:r>
          </a:p>
          <a:p>
            <a:pPr>
              <a:spcAft>
                <a:spcPts val="800"/>
              </a:spcAft>
            </a:pPr>
            <a:r>
              <a:rPr sz="1700" b="0" i="0">
                <a:solidFill>
                  <a:srgbClr val="595959"/>
                </a:solidFill>
                <a:latin typeface="Arial"/>
              </a:rPr>
              <a:t>Who decides what the draft says, and what happens to everything the assistant did not know?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drafts; a person rules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assistant proposes each entry, step or line.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named person accepts, amends or sets aside each proposal.</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Only what the person accepted stands.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gap keeps its name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assistant does not fill a gap with a plausible answer.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It records a question, with the person who must answer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It never invents a figure to keep the work moving.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rules of use (illustrative)</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The assistant may draft the register, the stories and the model.</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A named officer rules on every draft.</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Every open question carries an owner.</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No figure without its source.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ministry's data stay within the tools the ministry allows.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check in an assisted document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Whose name stands against each accepted part?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questions are open, and who owns each?</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Is any figure without its source?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assistant drafts each document; a person rules on every proposal and every gap keeps its name.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rules of use for an AI assistant in your specification work.</a:t>
            </a:r>
          </a:p>
          <a:p>
            <a:pPr algn="l">
              <a:spcAft>
                <a:spcPts val="400"/>
              </a:spcAft>
            </a:pPr>
            <a:r>
              <a:rPr sz="1800" b="0" i="0">
                <a:solidFill>
                  <a:srgbClr val="595959"/>
                </a:solidFill>
                <a:latin typeface="Arial"/>
              </a:rPr>
              <a:t>The prompt in the companion material gives you one page of rules of use, each rule with the paragraph of the policy it rests 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