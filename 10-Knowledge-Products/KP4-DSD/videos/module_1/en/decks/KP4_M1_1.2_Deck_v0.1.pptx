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4" r:id="rId26"/>
    <p:sldId id="2705" r:id="rId27"/>
    <p:sldId id="2706" r:id="rId28"/>
    <p:sldId id="2707" r:id="rId29"/>
    <p:sldId id="2708" r:id="rId30"/>
    <p:sldId id="2709" r:id="rId31"/>
    <p:sldId id="2710" r:id="rId32"/>
    <p:sldId id="2711" r:id="rId33"/>
    <p:sldId id="271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supplier's proposal lands on your desk. It is long, it is confident, and it promises a complete service. Before you sign, three rules tell you whether you will be able to check what you are buying.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rule: officials review a story, not a list. A list of eighty decisions can be complete and still impossible to review, because nobody can see what is missing from a list. A story shows it: a step with no response, a person who never appears again, a way of going wrong that nobody mentions. So officials agree to what a person does, step by step, and what that person sees at each step. The part a program later reads is taken from the story, never the other way round.</a:t>
            </a:r>
          </a:p>
          <a:p/>
          <a:p>
            <a:r>
              <a:t>Slide specification: Rule 1. Text-only.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GovStack's reference architecture for public administration, describes enterprise architecture as a set of documents meant to bridge the communication gap between business and IT, so that both sides can plan together. For one service, a story with its screens does that job. The registrar recognises her own work in it, and the builder can build from it. A list of one hundred and forty fields is shared by nobody: the registrar cannot read it, and the builder never needed her signature on it.</a:t>
            </a:r>
          </a:p>
          <a:p/>
          <a:p>
            <a:r>
              <a:t>Slide specification: The shared picture between the policy side and the technical side. PAERA is named in plain text; no GovStack logo.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rule: measure the design against a list the design did not write. If the list of what must be covered is drawn up from the design itself, the design will always look complete. This is the most common way a project reports full coverage of a system that is missing half of what it needed. So the list of what was asked is written first, in the customer's own words, before any design exists.</a:t>
            </a:r>
          </a:p>
          <a:p/>
          <a:p>
            <a:r>
              <a:t>Slide specification: Rule 2. Text-only.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third rule: end at least one check on the running system. Checks that compare one document with another are needed, but they share a blind spot. A set of documents can agree with each other perfectly and still describe something that does not work. So at least one check ends outside the documents: a real person finishes a real task, on the system the service will run on.</a:t>
            </a:r>
          </a:p>
          <a:p/>
          <a:p>
            <a:r>
              <a:t>Slide specification: Rule 3. Text-only.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PHEQA, the quality authority for higher education, received a proposal for its registration service. It asked officials to sign a data dictionary: a list of one hundred and forty fields, the boxes its screens would hold. It promised a requirements list written from the approved design. And its testing would end on the supplier's own test server, which nobody from PHEQA uses. Each shortfall becomes a clause. PHEQA accepts stories and a walk-through, linked pages its officials click through, not fields. A register of what PHEQA asked is accepted before any design. And acceptance ends when a registration officer finishes a real task on PHEQA's own installation.</a:t>
            </a:r>
          </a:p>
          <a:p/>
          <a:p>
            <a:r>
              <a:t>Slide specification: Progressa's names as the plan gives them. The arrow is a plain-text character, not a graphic.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Before you sign a proposal, find three things: what officials approve, what the design is measured against, and where testing ends. If any is the supplier's own, write the clause.</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Three rules you can hold a supplier to</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Review a story, not a list; measure against a list the design did not write; end one check on the running system.</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long, confident proposal lands on your desk.</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promises a complete service.</a:t>
            </a:r>
          </a:p>
          <a:p>
            <a:pPr>
              <a:spcAft>
                <a:spcPts val="800"/>
              </a:spcAft>
            </a:pPr>
            <a:r>
              <a:rPr sz="1700" b="0" i="0">
                <a:solidFill>
                  <a:srgbClr val="595959"/>
                </a:solidFill>
                <a:latin typeface="Arial"/>
              </a:rPr>
              <a:t>Before you sign: will you be able to check what you are buying?</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Rule 1: review a story, not a list</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Officials agree to what a person does, step by step, and what they see at each step.</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 list can be complete and still impossible to review.</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story is the shared picture</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PAERA: enterprise architecture is a set of documents that bridges the gap between business and IT, so that both can plan.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For one service, the story with its screens is that bridge.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Rule 2: measure against a list the design did not write</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Write down what was asked before any design exists.</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A list written from the design always matches the design.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Rule 3: end one check on the running system</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Documents can agree with each other and still describe something that does not work.</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At least one check ends with a real person finishing a real task.</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proposal for PHEQA, read against the rules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Officials sign a data dictionary, a list of 140 fields.</a:t>
            </a:r>
          </a:p>
          <a:p>
            <a:pPr>
              <a:spcAft>
                <a:spcPts val="300"/>
              </a:spcAft>
            </a:pPr>
            <a:r>
              <a:rPr sz="1550" b="0" i="0">
                <a:solidFill>
                  <a:srgbClr val="595959"/>
                </a:solidFill>
                <a:latin typeface="Arial"/>
              </a:rPr>
              <a:t>PHEQA accepts the stories and a walk-through its officials can click.</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Requirements written from the approved design.</a:t>
            </a:r>
          </a:p>
          <a:p>
            <a:pPr>
              <a:spcAft>
                <a:spcPts val="300"/>
              </a:spcAft>
            </a:pPr>
            <a:r>
              <a:rPr sz="1550" b="0" i="0">
                <a:solidFill>
                  <a:srgbClr val="595959"/>
                </a:solidFill>
                <a:latin typeface="Arial"/>
              </a:rPr>
              <a:t>A register of what PHEQA asked, accepted before any design.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Testing ends on the supplier's test server.</a:t>
            </a:r>
          </a:p>
          <a:p>
            <a:pPr>
              <a:spcAft>
                <a:spcPts val="300"/>
              </a:spcAft>
            </a:pPr>
            <a:r>
              <a:rPr sz="1550" b="0" i="0">
                <a:solidFill>
                  <a:srgbClr val="595959"/>
                </a:solidFill>
                <a:latin typeface="Arial"/>
              </a:rPr>
              <a:t>Acceptance ends when a PHEQA officer, signed in through PNIA, finishes a real task on PHEQA's own installation.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Review a story, not a list; measure against a list the design did not write; end one check on the running system.</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Test a supplier's proposal against the three rules.</a:t>
            </a:r>
          </a:p>
          <a:p>
            <a:pPr algn="l">
              <a:spcAft>
                <a:spcPts val="400"/>
              </a:spcAft>
            </a:pPr>
            <a:r>
              <a:rPr sz="1800" b="0" i="0">
                <a:solidFill>
                  <a:srgbClr val="595959"/>
                </a:solidFill>
                <a:latin typeface="Arial"/>
              </a:rPr>
              <a:t>The prompt in the companion material gives you a table of where the proposal falls short of the three rules, with the proposal's own words for each.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the Public Administration Ecosystem Reference Architecture, version 1.0 (GovStack, 2024), section 2.3, Role of Enterprise Architecture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