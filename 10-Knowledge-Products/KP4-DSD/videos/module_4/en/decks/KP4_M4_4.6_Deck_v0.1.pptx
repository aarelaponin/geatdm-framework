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1" r:id="rId63"/>
    <p:sldId id="2742" r:id="rId64"/>
    <p:sldId id="2743" r:id="rId65"/>
    <p:sldId id="2744" r:id="rId66"/>
    <p:sldId id="2745" r:id="rId67"/>
    <p:sldId id="2746" r:id="rId68"/>
    <p:sldId id="2747" r:id="rId69"/>
    <p:sldId id="2748" r:id="rId70"/>
    <p:sldId id="2749"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days before a deadline, a program stops your supplier's build. The supplier asks for one favour: switch the check off, just this once. Your answer should already be written down, and it is no.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anything is generated, built or installed, a program reads the file the application will be generated from, and asks four questions. Does the file name the interaction design you accepted? Does that document say it was accepted, by a name, on a date? Is it the same document, unchanged since it was accepted? And does every list, every search, every move and every act in the file match what the document decided? If any answer is no, the program refuses, and nothing is built.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Nothing switches this check off. There is no setting, no switch, and no exception for a deadline. The check also cannot know that you accepted the document. It knows only that the document says so, and that the file agrees with it. That makes your acceptance line evidence. Write it exactly, with the name and the date, and never write it for a document nobody has read. A deadline does not change what was agreed; it changes only how soon the correction is needed.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refusal is answered, not worked around. There are two honest answers. Either the file is corrected to match what you accepted. Or, if the decision itself should change, the owner accepts a revised interaction design, and the file names that new version. Both leave a record of who decided what. Switching the check off leaves no record, and the same fault returns at the next build.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it looks for MoEYS, Progressa's ministry of education. The interaction design its director accepted says that the twenty matters PHEQA advises on are chosen in three categories, of eight, seven and five. A version of the file offers the officer all twenty in one list. The program refuses it before anything is built. The refusal names the document and the row it disagrees with, the row for that list, so the supplier knows exactly what to correct, and nobody has to guess.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correction is small. The list in the file is given the three categories the document decided, and the program reads the file again. This time it is admitted, and generation may begin. That is the whole demonstration: one run refused with the row named, one run admitted after the correction. Until it is recorded on a real application, this is a storyboard: the steps and what counts as a pass, written before anything is run.</a:t>
            </a:r>
          </a:p>
          <a:p/>
          <a:p>
            <a:r>
              <a:t>Production cue: demonstration segment, a storyboard until it is recorded (in the bundle: section 4.8).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When the program refuses, do not ask who can switch it off. Ask which row it names, then correct the file or accept a revised decision.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Refused, not worked around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program refuses a description that contradicts what you accepted, and nobody switches the check off.</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"Switch the check off, just this once."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Two days before a deadline, a program stops your supplier's build.</a:t>
            </a:r>
          </a:p>
          <a:p>
            <a:pPr>
              <a:spcAft>
                <a:spcPts val="800"/>
              </a:spcAft>
            </a:pPr>
            <a:r>
              <a:rPr sz="1700" b="0" i="0">
                <a:solidFill>
                  <a:srgbClr val="595959"/>
                </a:solidFill>
                <a:latin typeface="Arial"/>
              </a:rPr>
              <a:t>Your answer should already be written down, and it is no.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program checks first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Does the file name the interaction design you accepted?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Does that document say it was accepted, by a name, on a date?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Is it the same document, unchanged since then?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Does every list, search, move and act in the file match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Nothing switches it off</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No setting.</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No switch.</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No exception for a deadline.</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check reads what the document says</a:t>
            </a:r>
          </a:p>
          <a:p>
            <a:pPr>
              <a:spcAft>
                <a:spcPts val="300"/>
              </a:spcAft>
            </a:pPr>
            <a:r>
              <a:rPr sz="1600" b="0" i="0">
                <a:solidFill>
                  <a:srgbClr val="595959"/>
                </a:solidFill>
                <a:latin typeface="Arial"/>
              </a:rPr>
              <a:t>your acceptance line is its evidence.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Answered, not worked around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Either</a:t>
            </a:r>
          </a:p>
          <a:p>
            <a:pPr>
              <a:spcAft>
                <a:spcPts val="300"/>
              </a:spcAft>
            </a:pPr>
            <a:r>
              <a:rPr sz="1600" b="0" i="0">
                <a:solidFill>
                  <a:srgbClr val="595959"/>
                </a:solidFill>
                <a:latin typeface="Arial"/>
              </a:rPr>
              <a:t>correct the file to match what was accepted.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Or</a:t>
            </a:r>
          </a:p>
          <a:p>
            <a:pPr>
              <a:spcAft>
                <a:spcPts val="300"/>
              </a:spcAft>
            </a:pPr>
            <a:r>
              <a:rPr sz="1600" b="0" i="0">
                <a:solidFill>
                  <a:srgbClr val="595959"/>
                </a:solidFill>
                <a:latin typeface="Arial"/>
              </a:rPr>
              <a:t>if the decision should change, the owner accepts a revised interaction design, and the file names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Never</a:t>
            </a:r>
          </a:p>
          <a:p>
            <a:pPr>
              <a:spcAft>
                <a:spcPts val="300"/>
              </a:spcAft>
            </a:pPr>
            <a:r>
              <a:rPr sz="1600" b="0" i="0">
                <a:solidFill>
                  <a:srgbClr val="595959"/>
                </a:solidFill>
                <a:latin typeface="Arial"/>
              </a:rPr>
              <a:t>switch the check off, or edit what was built.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one list of twenty, refused</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Accepted</a:t>
            </a:r>
          </a:p>
          <a:p>
            <a:pPr>
              <a:spcAft>
                <a:spcPts val="300"/>
              </a:spcAft>
            </a:pPr>
            <a:r>
              <a:rPr sz="1600" b="0" i="0">
                <a:solidFill>
                  <a:srgbClr val="595959"/>
                </a:solidFill>
                <a:latin typeface="Arial"/>
              </a:rPr>
              <a:t>the matters PHEQA advises on are chosen in three categories, of 8, 7 and 5.</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file</a:t>
            </a:r>
          </a:p>
          <a:p>
            <a:pPr>
              <a:spcAft>
                <a:spcPts val="300"/>
              </a:spcAft>
            </a:pPr>
            <a:r>
              <a:rPr sz="1600" b="0" i="0">
                <a:solidFill>
                  <a:srgbClr val="595959"/>
                </a:solidFill>
                <a:latin typeface="Arial"/>
              </a:rPr>
              <a:t>one list of twenty matters, no categories.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program</a:t>
            </a:r>
          </a:p>
          <a:p>
            <a:pPr>
              <a:spcAft>
                <a:spcPts val="300"/>
              </a:spcAft>
            </a:pPr>
            <a:r>
              <a:rPr sz="1600" b="0" i="0">
                <a:solidFill>
                  <a:srgbClr val="595959"/>
                </a:solidFill>
                <a:latin typeface="Arial"/>
              </a:rPr>
              <a:t>refused. It names the interaction design and the row for that list.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Nothing is generated.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Corrected, and admitted</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First run: refused</a:t>
            </a:r>
          </a:p>
          <a:p>
            <a:pPr>
              <a:spcAft>
                <a:spcPts val="300"/>
              </a:spcAft>
            </a:pPr>
            <a:r>
              <a:rPr sz="1600" b="0" i="0">
                <a:solidFill>
                  <a:srgbClr val="595959"/>
                </a:solidFill>
                <a:latin typeface="Arial"/>
              </a:rPr>
              <a:t>the row for the matters PHEQA advises on.</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Correction</a:t>
            </a:r>
          </a:p>
          <a:p>
            <a:pPr>
              <a:spcAft>
                <a:spcPts val="300"/>
              </a:spcAft>
            </a:pPr>
            <a:r>
              <a:rPr sz="1600" b="0" i="0">
                <a:solidFill>
                  <a:srgbClr val="595959"/>
                </a:solidFill>
                <a:latin typeface="Arial"/>
              </a:rPr>
              <a:t>the three categories, as accepted.</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Second run</a:t>
            </a:r>
          </a:p>
          <a:p>
            <a:pPr>
              <a:spcAft>
                <a:spcPts val="300"/>
              </a:spcAft>
            </a:pPr>
            <a:r>
              <a:rPr sz="1600" b="0" i="0">
                <a:solidFill>
                  <a:srgbClr val="595959"/>
                </a:solidFill>
                <a:latin typeface="Arial"/>
              </a:rPr>
              <a:t>admitted.</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program refuses a description that contradicts what you accepted, and nobody switches the check off.</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Explain a refusal in plain words.</a:t>
            </a:r>
          </a:p>
          <a:p>
            <a:pPr algn="l">
              <a:spcAft>
                <a:spcPts val="400"/>
              </a:spcAft>
            </a:pPr>
            <a:r>
              <a:rPr sz="1800" b="0" i="0">
                <a:solidFill>
                  <a:srgbClr val="595959"/>
                </a:solidFill>
                <a:latin typeface="Arial"/>
              </a:rPr>
              <a:t>The prompt in the companion material gives you a plain explanation of the refusal, naming the document to correct.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check before generation.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