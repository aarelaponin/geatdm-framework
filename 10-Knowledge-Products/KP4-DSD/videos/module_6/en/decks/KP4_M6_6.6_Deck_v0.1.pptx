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2" r:id="rId54"/>
    <p:sldId id="2733" r:id="rId55"/>
    <p:sldId id="2734" r:id="rId56"/>
    <p:sldId id="2735" r:id="rId57"/>
    <p:sldId id="2736" r:id="rId58"/>
    <p:sldId id="2737" r:id="rId59"/>
    <p:sldId id="273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Another ministry, health or agriculture, sees the education team's results and asks to use the same method. Nothing in the method itself is about schools. What changes is the sector's own content, and the sector must bring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stays exactly as it is. The twelve documents stay, in the same order. The people who accept them stay, by role: the owner of the service, the head of the ICT unit, and the official who will live with the result. The checks stay, and so do the rules that always hold, such as no hand edits and an open question with a name on it. So do the blank instruments. The twelve documents give the business side and the builders one shared language, so a decision means the same thing in both rooms.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new sector brings its own content. It writes its own catalogue of services, owed by its own bodies. It writes the register of what was asked from its own law, not from education's. It names its own records, and who keeps each one. And it brings a reference pack: its usual procedures, reusable pieces of design, a checklist of what is realistic in that sector, and one finished example to compare against. A program checks that the pack is complete, and that the method's own tools hold nothing of any one sector. The pack is the sector's own, kept by the sector.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Carry the method, not the results. Nothing found in education is a fact about health or agriculture. Health has its own registers, its own law and its own officials. A sector's examples are rebuilt on its own records and its own law. An assistant can help adapt the examples, but every place where the sector's own law must be read is marked, and the sector's officials correct the drafts. Its officials know its law; the method only shows where to look. This course works through one sector only, education, because that is its demonstration. Another sector is described here as a list of what it brings, not as a worked case.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the new sector writes its first document, it names the people the method relies on. Who owns the service in that ministry, as the Director of Higher Education owns it in the ministry of education? Who writes the sector's catalogue of services, once, for all the bodies of the sector? And which officials will read the adapted examples against their own law and correct them? With those names written down, the twelve documents can begin, in the same order, accepted by the same kinds of person as before.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method holds no sector's content. Another sector brings its own catalogue, its own records and its own reference pack, and keeps the 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method to another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holds no sector's content; another sector brings its own catalogue and its own records.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Another ministry asks to use the same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Nothing in the method itself is about schools.</a:t>
            </a:r>
          </a:p>
          <a:p>
            <a:pPr>
              <a:spcAft>
                <a:spcPts val="800"/>
              </a:spcAft>
            </a:pPr>
            <a:r>
              <a:rPr sz="1700" b="0" i="0">
                <a:solidFill>
                  <a:srgbClr val="595959"/>
                </a:solidFill>
                <a:latin typeface="Arial"/>
              </a:rPr>
              <a:t>What changes is the sector's own content, and the sector must bring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 the same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twelve documents, in the same order.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people who accept them, by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checks at each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The rules that always hold.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sector brings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Its own catalogue of services.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Its register of what was asked, from its own law.</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Its records, and who keeps each one.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Its own reference pack.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Carry the method, not the results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found in education is a fact about another sector.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example is rebuilt on the sector's own records and law.</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sector's officials correct every draft.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Names before the first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 owns the service in that ministry.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Who writes the sector's catalogue.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officials correct the adapted examples.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holds no sector's content; another sector brings its own catalogue and its own records.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Adapt the method's examples to a service of another sector.</a:t>
            </a:r>
          </a:p>
          <a:p>
            <a:pPr algn="l">
              <a:spcAft>
                <a:spcPts val="400"/>
              </a:spcAft>
            </a:pPr>
            <a:r>
              <a:rPr sz="1800" b="0" i="0">
                <a:solidFill>
                  <a:srgbClr val="595959"/>
                </a:solidFill>
                <a:latin typeface="Arial"/>
              </a:rPr>
              <a:t>The prompt in the companion material gives you the twelve examples adapted to the new service, with every place to be read in the sector's law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