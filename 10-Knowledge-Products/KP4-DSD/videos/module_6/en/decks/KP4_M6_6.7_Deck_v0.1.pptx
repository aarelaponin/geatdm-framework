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39" r:id="rId61"/>
    <p:sldId id="2740" r:id="rId62"/>
    <p:sldId id="2741" r:id="rId63"/>
    <p:sldId id="2742" r:id="rId64"/>
    <p:sldId id="2743" r:id="rId65"/>
    <p:sldId id="2744" r:id="rId66"/>
    <p:sldId id="2745"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a ministry adopts any method for its next service, someone will ask what could go wrong with it. This method answers that question about itself, in writing. Read its answer before you rely on it.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states its own limits: seven things it does not claim. Four matter most to a manager. It does not claim that its standards have been shown to work well together: no analyst has yet been handed all of them and asked to produce a description from them. It does not claim that every one of its standards has been tested by use on a real project. It does not claim that a program checks every step: several of the most important handovers rest on a person. And it does not claim to be cheap. Twelve documents mean many places where a correction can be made, and only the discipline of correcting in the right place keeps that under control.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method also lists what it still lacks, each item with an owner. Two of them matter to a ministry. There is no standard of its own for accessibility, and none for delivering a service in more than one language. Both have a partial home in the rules for screens, but a service could still leave them out without anyone noticing. If your service must serve people with disabilities, or people in several languages, write that into the register of what was asked, so that every screen has to answer it. A need that is not in the register will not be built.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an example built for Progressa. The head of the ICT unit at the ministry of education writes a briefing note for the minister on adopting the method for the ministry's next service. Its risk paragraph quotes all seven limits as the method states them, adds none of its own, and leaves none out. It then says which of them bear on the ministry's service, and what the ministry will do: accessibility and languages, for example, go into the register of what was asked. The head of ICT signs the note. The minister then decides knowing the risks, not after discovering them.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list of limits can look like a weakness in a briefing. It is the opposite. The method itself says that a method which hides its own limits teaches the wrong lesson to everybody who reads it. A limit that is written down can be planned around: a check that rests on a person can be given a named reviewer, and a standard not yet tested by use can be watched more closely. A limit that nobody wrote down is found after the money is spent. That is why the list belongs in the briefing.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The method states its own limits. Read them, and put them in your briefing, before you rely on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6.7</a:t>
            </a:r>
          </a:p>
        </p:txBody>
      </p:sp>
      <p:sp>
        <p:nvSpPr>
          <p:cNvPr id="4" name="TextBox 3"/>
          <p:cNvSpPr txBox="1"/>
          <p:nvPr/>
        </p:nvSpPr>
        <p:spPr>
          <a:xfrm>
            <a:off x="822960" y="2880360"/>
            <a:ext cx="9601200" cy="1371600"/>
          </a:xfrm>
          <a:prstGeom prst="rect">
            <a:avLst/>
          </a:prstGeom>
          <a:noFill/>
        </p:spPr>
        <p:txBody>
          <a:bodyPr wrap="square">
            <a:spAutoFit/>
          </a:bodyPr>
          <a:lstStyle/>
          <a:p>
            <a:r>
              <a:rPr sz="2800" b="1" i="0">
                <a:solidFill>
                  <a:srgbClr val="1A1A1A"/>
                </a:solidFill>
                <a:latin typeface="Arial"/>
              </a:rPr>
              <a:t>Before you rely on it: what the method does not claim</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method states its own limits, and a manager reads them before relying on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What could go wrong with this method?</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method answers that question about itself, in writing.</a:t>
            </a:r>
          </a:p>
          <a:p>
            <a:pPr>
              <a:spcAft>
                <a:spcPts val="800"/>
              </a:spcAft>
            </a:pPr>
            <a:r>
              <a:rPr sz="1700" b="0" i="0">
                <a:solidFill>
                  <a:srgbClr val="595959"/>
                </a:solidFill>
                <a:latin typeface="Arial"/>
              </a:rPr>
              <a:t>Read its answer before you rely on it.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Before you rely on it: what the method does not claim</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method does not claim</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That its standards have been shown to work well together.</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That every standard has been tested by use.</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That a program checks every step.</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That it is cheap.</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Before you rely on it: what the method does not claim</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it says is still missing</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standard of its own for accessibility.</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A standard for services in more than one language.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Each missing piece has an owner.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Before you rely on it: what the method does not claim</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risk paragraph (illustrative)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A briefing note to the minister on adopting the method.</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The limits quoted as the method states them.</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All seven quoted; none added.</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Which bear on the service, and what the ministry will do.</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Before you rely on it: what the method does not claim</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Why stated limits help you</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method that hides its limits teaches the wrong lesson.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A stated limit can be planned around.</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An unstated limit is found after the money is spent.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Before you rely on it: what the method does not claim</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method states its own limits, and a manager reads them before relying on it.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Write the risk paragraph of a briefing note on adopting the method.</a:t>
            </a:r>
          </a:p>
          <a:p>
            <a:pPr algn="l">
              <a:spcAft>
                <a:spcPts val="400"/>
              </a:spcAft>
            </a:pPr>
            <a:r>
              <a:rPr sz="1800" b="0" i="0">
                <a:solidFill>
                  <a:srgbClr val="595959"/>
                </a:solidFill>
                <a:latin typeface="Arial"/>
              </a:rPr>
              <a:t>The prompt in the companion material gives you a risk paragraph of no more than 200 words.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Before you rely on it: what the method does not claim</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