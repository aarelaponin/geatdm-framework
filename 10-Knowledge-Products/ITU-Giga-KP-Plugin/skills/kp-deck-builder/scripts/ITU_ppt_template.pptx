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charts/chartEx1.xml" ContentType="application/vnd.ms-office.chartex+xml"/>
  <Override PartName="/ppt/charts/style3.xml" ContentType="application/vnd.ms-office.chartstyle+xml"/>
  <Override PartName="/ppt/charts/colors3.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3" r:id="rId10"/>
    <p:sldId id="2676" r:id="rId11"/>
    <p:sldId id="307" r:id="rId12"/>
    <p:sldId id="2660" r:id="rId13"/>
    <p:sldId id="2654" r:id="rId14"/>
    <p:sldId id="2657" r:id="rId15"/>
    <p:sldId id="2655" r:id="rId16"/>
    <p:sldId id="280" r:id="rId17"/>
    <p:sldId id="2689" r:id="rId18"/>
    <p:sldId id="283" r:id="rId19"/>
    <p:sldId id="276" r:id="rId20"/>
    <p:sldId id="264" r:id="rId21"/>
    <p:sldId id="2687" r:id="rId22"/>
    <p:sldId id="2691" r:id="rId23"/>
    <p:sldId id="874" r:id="rId24"/>
    <p:sldId id="309" r:id="rId25"/>
    <p:sldId id="668" r:id="rId26"/>
    <p:sldId id="2678" r:id="rId27"/>
    <p:sldId id="295" r:id="rId28"/>
    <p:sldId id="581" r:id="rId29"/>
    <p:sldId id="583" r:id="rId30"/>
    <p:sldId id="795" r:id="rId31"/>
    <p:sldId id="797" r:id="rId32"/>
    <p:sldId id="556" r:id="rId33"/>
    <p:sldId id="625" r:id="rId34"/>
    <p:sldId id="661" r:id="rId35"/>
    <p:sldId id="617" r:id="rId36"/>
    <p:sldId id="621" r:id="rId37"/>
    <p:sldId id="2671" r:id="rId38"/>
    <p:sldId id="2679" r:id="rId39"/>
    <p:sldId id="562" r:id="rId40"/>
    <p:sldId id="563" r:id="rId41"/>
    <p:sldId id="564" r:id="rId42"/>
    <p:sldId id="305" r:id="rId43"/>
    <p:sldId id="885" r:id="rId44"/>
    <p:sldId id="269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38100">
              <a:solidFill>
                <a:schemeClr val="bg1"/>
              </a:solidFill>
            </a:ln>
          </c:spPr>
          <c:dPt>
            <c:idx val="0"/>
            <c:bubble3D val="0"/>
            <c:spPr>
              <a:solidFill>
                <a:schemeClr val="accent3"/>
              </a:solidFill>
              <a:ln w="38100">
                <a:solidFill>
                  <a:schemeClr val="bg1"/>
                </a:solidFill>
              </a:ln>
            </c:spPr>
            <c:extLst>
              <c:ext xmlns:c16="http://schemas.microsoft.com/office/drawing/2014/chart" uri="{C3380CC4-5D6E-409C-BE32-E72D297353CC}">
                <c16:uniqueId val="{00000001-8426-4F8E-BD78-3A79244BC64C}"/>
              </c:ext>
            </c:extLst>
          </c:dPt>
          <c:dPt>
            <c:idx val="1"/>
            <c:bubble3D val="0"/>
            <c:spPr>
              <a:solidFill>
                <a:schemeClr val="accent1"/>
              </a:solidFill>
              <a:ln w="38100">
                <a:solidFill>
                  <a:schemeClr val="bg1"/>
                </a:solidFill>
              </a:ln>
            </c:spPr>
            <c:extLst>
              <c:ext xmlns:c16="http://schemas.microsoft.com/office/drawing/2014/chart" uri="{C3380CC4-5D6E-409C-BE32-E72D297353CC}">
                <c16:uniqueId val="{00000003-8426-4F8E-BD78-3A79244BC64C}"/>
              </c:ext>
            </c:extLst>
          </c:dPt>
          <c:dPt>
            <c:idx val="2"/>
            <c:bubble3D val="0"/>
            <c:spPr>
              <a:solidFill>
                <a:schemeClr val="bg2"/>
              </a:solidFill>
              <a:ln w="38100">
                <a:solidFill>
                  <a:schemeClr val="bg1"/>
                </a:solidFill>
              </a:ln>
            </c:spPr>
            <c:extLst>
              <c:ext xmlns:c16="http://schemas.microsoft.com/office/drawing/2014/chart" uri="{C3380CC4-5D6E-409C-BE32-E72D297353CC}">
                <c16:uniqueId val="{00000005-8426-4F8E-BD78-3A79244BC64C}"/>
              </c:ext>
            </c:extLst>
          </c:dPt>
          <c:dPt>
            <c:idx val="3"/>
            <c:bubble3D val="0"/>
            <c:spPr>
              <a:solidFill>
                <a:schemeClr val="accent4"/>
              </a:solidFill>
              <a:ln w="38100">
                <a:solidFill>
                  <a:schemeClr val="bg1"/>
                </a:solidFill>
              </a:ln>
            </c:spPr>
            <c:extLst>
              <c:ext xmlns:c16="http://schemas.microsoft.com/office/drawing/2014/chart" uri="{C3380CC4-5D6E-409C-BE32-E72D297353CC}">
                <c16:uniqueId val="{00000007-8426-4F8E-BD78-3A79244BC64C}"/>
              </c:ext>
            </c:extLst>
          </c:dPt>
          <c:dLbls>
            <c:delete val="1"/>
          </c:dLbls>
          <c:cat>
            <c:strRef>
              <c:f>Sheet1!$A$2:$A$5</c:f>
              <c:strCache>
                <c:ptCount val="4"/>
                <c:pt idx="0">
                  <c:v>1st Qtr</c:v>
                </c:pt>
                <c:pt idx="1">
                  <c:v>2nd Qtr</c:v>
                </c:pt>
                <c:pt idx="2">
                  <c:v>2nd Qtr</c:v>
                </c:pt>
                <c:pt idx="3">
                  <c:v>2nd Qtr</c:v>
                </c:pt>
              </c:strCache>
            </c:strRef>
          </c:cat>
          <c:val>
            <c:numRef>
              <c:f>Sheet1!$B$2:$B$5</c:f>
              <c:numCache>
                <c:formatCode>General</c:formatCode>
                <c:ptCount val="4"/>
                <c:pt idx="0">
                  <c:v>70</c:v>
                </c:pt>
                <c:pt idx="1">
                  <c:v>30</c:v>
                </c:pt>
                <c:pt idx="2">
                  <c:v>30</c:v>
                </c:pt>
                <c:pt idx="3">
                  <c:v>30</c:v>
                </c:pt>
              </c:numCache>
            </c:numRef>
          </c:val>
          <c:extLst>
            <c:ext xmlns:c16="http://schemas.microsoft.com/office/drawing/2014/chart" uri="{C3380CC4-5D6E-409C-BE32-E72D297353CC}">
              <c16:uniqueId val="{00000008-8426-4F8E-BD78-3A79244BC64C}"/>
            </c:ext>
          </c:extLst>
        </c:ser>
        <c:dLbls>
          <c:showLegendKey val="0"/>
          <c:showVal val="0"/>
          <c:showCatName val="0"/>
          <c:showSerName val="0"/>
          <c:showPercent val="1"/>
          <c:showBubbleSize val="0"/>
          <c:showLeaderLines val="1"/>
        </c:dLbls>
        <c:firstSliceAng val="0"/>
        <c:holeSize val="50"/>
      </c:doughnutChart>
    </c:plotArea>
    <c:plotVisOnly val="1"/>
    <c:dispBlanksAs val="gap"/>
    <c:showDLblsOverMax val="0"/>
  </c:chart>
  <c:spPr>
    <a:ln>
      <a:solidFill>
        <a:schemeClr val="lt1">
          <a:hueOff val="0"/>
          <a:satOff val="0"/>
          <a:lumOff val="0"/>
        </a:schemeClr>
      </a:solidFill>
    </a:ln>
  </c:spPr>
  <c:txPr>
    <a:bodyPr/>
    <a:lstStyle/>
    <a:p>
      <a:pPr rtl="0">
        <a:defRPr sz="2400" b="1" baseline="-25000">
          <a:solidFill>
            <a:schemeClr val="bg1"/>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Tabelle1!$B$1</c:f>
              <c:strCache>
                <c:ptCount val="1"/>
                <c:pt idx="0">
                  <c:v>Y-Werte</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Tabelle1!$A$2:$A$4</c:f>
              <c:numCache>
                <c:formatCode>General</c:formatCode>
                <c:ptCount val="3"/>
                <c:pt idx="0">
                  <c:v>0.7</c:v>
                </c:pt>
                <c:pt idx="1">
                  <c:v>1.8</c:v>
                </c:pt>
                <c:pt idx="2">
                  <c:v>2.6</c:v>
                </c:pt>
              </c:numCache>
            </c:numRef>
          </c:xVal>
          <c:yVal>
            <c:numRef>
              <c:f>Tabelle1!$B$2:$B$4</c:f>
              <c:numCache>
                <c:formatCode>General</c:formatCode>
                <c:ptCount val="3"/>
                <c:pt idx="0">
                  <c:v>2.7</c:v>
                </c:pt>
                <c:pt idx="1">
                  <c:v>3.2</c:v>
                </c:pt>
                <c:pt idx="2">
                  <c:v>0.8</c:v>
                </c:pt>
              </c:numCache>
            </c:numRef>
          </c:yVal>
          <c:smooth val="1"/>
          <c:extLst>
            <c:ext xmlns:c16="http://schemas.microsoft.com/office/drawing/2014/chart" uri="{C3380CC4-5D6E-409C-BE32-E72D297353CC}">
              <c16:uniqueId val="{00000000-EA4A-414B-88BD-5AD8952FEE88}"/>
            </c:ext>
          </c:extLst>
        </c:ser>
        <c:ser>
          <c:idx val="1"/>
          <c:order val="1"/>
          <c:tx>
            <c:strRef>
              <c:f>Tabelle1!$C$1</c:f>
              <c:strCache>
                <c:ptCount val="1"/>
                <c:pt idx="0">
                  <c:v>Y-Werte2</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Tabelle1!$A$2:$A$4</c:f>
              <c:numCache>
                <c:formatCode>General</c:formatCode>
                <c:ptCount val="3"/>
                <c:pt idx="0">
                  <c:v>0.7</c:v>
                </c:pt>
                <c:pt idx="1">
                  <c:v>1.8</c:v>
                </c:pt>
                <c:pt idx="2">
                  <c:v>2.6</c:v>
                </c:pt>
              </c:numCache>
            </c:numRef>
          </c:xVal>
          <c:yVal>
            <c:numRef>
              <c:f>Tabelle1!$C$2:$C$4</c:f>
              <c:numCache>
                <c:formatCode>General</c:formatCode>
                <c:ptCount val="3"/>
                <c:pt idx="0">
                  <c:v>1.7</c:v>
                </c:pt>
                <c:pt idx="1">
                  <c:v>2.2000000000000002</c:v>
                </c:pt>
                <c:pt idx="2">
                  <c:v>3.8</c:v>
                </c:pt>
              </c:numCache>
            </c:numRef>
          </c:yVal>
          <c:smooth val="1"/>
          <c:extLst>
            <c:ext xmlns:c16="http://schemas.microsoft.com/office/drawing/2014/chart" uri="{C3380CC4-5D6E-409C-BE32-E72D297353CC}">
              <c16:uniqueId val="{00000001-EA4A-414B-88BD-5AD8952FEE88}"/>
            </c:ext>
          </c:extLst>
        </c:ser>
        <c:dLbls>
          <c:showLegendKey val="0"/>
          <c:showVal val="0"/>
          <c:showCatName val="0"/>
          <c:showSerName val="0"/>
          <c:showPercent val="0"/>
          <c:showBubbleSize val="0"/>
        </c:dLbls>
        <c:axId val="783555992"/>
        <c:axId val="783556384"/>
      </c:scatterChart>
      <c:valAx>
        <c:axId val="783555992"/>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83556384"/>
        <c:crosses val="autoZero"/>
        <c:crossBetween val="midCat"/>
      </c:valAx>
      <c:valAx>
        <c:axId val="783556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8355599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Tabelle1!$A$2:$A$6</c:f>
              <c:strCache>
                <c:ptCount val="5"/>
                <c:pt idx="0">
                  <c:v>Kategorie 1</c:v>
                </c:pt>
                <c:pt idx="1">
                  <c:v>Kategorie 2</c:v>
                </c:pt>
                <c:pt idx="2">
                  <c:v>Kategorie 3</c:v>
                </c:pt>
                <c:pt idx="3">
                  <c:v>Kategorie 4</c:v>
                </c:pt>
                <c:pt idx="4">
                  <c:v>Kategorie 3</c:v>
                </c:pt>
              </c:strCache>
            </c:strRef>
          </c:cat>
          <c:val>
            <c:numRef>
              <c:f>Tabelle1!$B$2:$B$6</c:f>
              <c:numCache>
                <c:formatCode>General</c:formatCode>
                <c:ptCount val="5"/>
                <c:pt idx="0">
                  <c:v>4.3</c:v>
                </c:pt>
                <c:pt idx="1">
                  <c:v>2.5</c:v>
                </c:pt>
                <c:pt idx="2">
                  <c:v>3.5</c:v>
                </c:pt>
                <c:pt idx="3">
                  <c:v>4.5</c:v>
                </c:pt>
                <c:pt idx="4">
                  <c:v>3.5</c:v>
                </c:pt>
              </c:numCache>
            </c:numRef>
          </c:val>
          <c:extLst>
            <c:ext xmlns:c16="http://schemas.microsoft.com/office/drawing/2014/chart" uri="{C3380CC4-5D6E-409C-BE32-E72D297353CC}">
              <c16:uniqueId val="{00000000-2DB3-41D2-B86A-69059C565245}"/>
            </c:ext>
          </c:extLst>
        </c:ser>
        <c:ser>
          <c:idx val="1"/>
          <c:order val="1"/>
          <c:tx>
            <c:strRef>
              <c:f>Tabelle1!$C$1</c:f>
              <c:strCache>
                <c:ptCount val="1"/>
                <c:pt idx="0">
                  <c:v>Datenreihe 2</c:v>
                </c:pt>
              </c:strCache>
            </c:strRef>
          </c:tx>
          <c:spPr>
            <a:solidFill>
              <a:schemeClr val="accent4"/>
            </a:solidFill>
            <a:ln>
              <a:noFill/>
            </a:ln>
            <a:effectLst/>
          </c:spPr>
          <c:invertIfNegative val="0"/>
          <c:cat>
            <c:strRef>
              <c:f>Tabelle1!$A$2:$A$6</c:f>
              <c:strCache>
                <c:ptCount val="5"/>
                <c:pt idx="0">
                  <c:v>Kategorie 1</c:v>
                </c:pt>
                <c:pt idx="1">
                  <c:v>Kategorie 2</c:v>
                </c:pt>
                <c:pt idx="2">
                  <c:v>Kategorie 3</c:v>
                </c:pt>
                <c:pt idx="3">
                  <c:v>Kategorie 4</c:v>
                </c:pt>
                <c:pt idx="4">
                  <c:v>Kategorie 3</c:v>
                </c:pt>
              </c:strCache>
            </c:strRef>
          </c:cat>
          <c:val>
            <c:numRef>
              <c:f>Tabelle1!$C$2:$C$6</c:f>
              <c:numCache>
                <c:formatCode>General</c:formatCode>
                <c:ptCount val="5"/>
                <c:pt idx="0">
                  <c:v>2.4</c:v>
                </c:pt>
                <c:pt idx="1">
                  <c:v>4.4000000000000004</c:v>
                </c:pt>
                <c:pt idx="2">
                  <c:v>1.8</c:v>
                </c:pt>
                <c:pt idx="3">
                  <c:v>2.8</c:v>
                </c:pt>
                <c:pt idx="4">
                  <c:v>1.8</c:v>
                </c:pt>
              </c:numCache>
            </c:numRef>
          </c:val>
          <c:extLst>
            <c:ext xmlns:c16="http://schemas.microsoft.com/office/drawing/2014/chart" uri="{C3380CC4-5D6E-409C-BE32-E72D297353CC}">
              <c16:uniqueId val="{00000001-2DB3-41D2-B86A-69059C565245}"/>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Tabelle1!$A$2:$A$6</c:f>
              <c:strCache>
                <c:ptCount val="5"/>
                <c:pt idx="0">
                  <c:v>Kategorie 1</c:v>
                </c:pt>
                <c:pt idx="1">
                  <c:v>Kategorie 2</c:v>
                </c:pt>
                <c:pt idx="2">
                  <c:v>Kategorie 3</c:v>
                </c:pt>
                <c:pt idx="3">
                  <c:v>Kategorie 4</c:v>
                </c:pt>
                <c:pt idx="4">
                  <c:v>Kategorie 3</c:v>
                </c:pt>
              </c:strCache>
            </c:strRef>
          </c:cat>
          <c:val>
            <c:numRef>
              <c:f>Tabelle1!$D$2:$D$6</c:f>
              <c:numCache>
                <c:formatCode>General</c:formatCode>
                <c:ptCount val="5"/>
                <c:pt idx="0">
                  <c:v>2</c:v>
                </c:pt>
                <c:pt idx="1">
                  <c:v>2</c:v>
                </c:pt>
                <c:pt idx="2">
                  <c:v>3</c:v>
                </c:pt>
                <c:pt idx="3">
                  <c:v>5</c:v>
                </c:pt>
                <c:pt idx="4">
                  <c:v>3</c:v>
                </c:pt>
              </c:numCache>
            </c:numRef>
          </c:val>
          <c:extLst>
            <c:ext xmlns:c16="http://schemas.microsoft.com/office/drawing/2014/chart" uri="{C3380CC4-5D6E-409C-BE32-E72D297353CC}">
              <c16:uniqueId val="{00000002-2DB3-41D2-B86A-69059C565245}"/>
            </c:ext>
          </c:extLst>
        </c:ser>
        <c:dLbls>
          <c:showLegendKey val="0"/>
          <c:showVal val="0"/>
          <c:showCatName val="0"/>
          <c:showSerName val="0"/>
          <c:showPercent val="0"/>
          <c:showBubbleSize val="0"/>
        </c:dLbls>
        <c:gapWidth val="150"/>
        <c:overlap val="100"/>
        <c:axId val="783574808"/>
        <c:axId val="783574024"/>
      </c:barChart>
      <c:catAx>
        <c:axId val="783574808"/>
        <c:scaling>
          <c:orientation val="minMax"/>
        </c:scaling>
        <c:delete val="1"/>
        <c:axPos val="l"/>
        <c:numFmt formatCode="General" sourceLinked="1"/>
        <c:majorTickMark val="none"/>
        <c:minorTickMark val="none"/>
        <c:tickLblPos val="nextTo"/>
        <c:crossAx val="783574024"/>
        <c:crosses val="autoZero"/>
        <c:auto val="1"/>
        <c:lblAlgn val="ctr"/>
        <c:lblOffset val="100"/>
        <c:noMultiLvlLbl val="0"/>
      </c:catAx>
      <c:valAx>
        <c:axId val="783574024"/>
        <c:scaling>
          <c:orientation val="minMax"/>
        </c:scaling>
        <c:delete val="1"/>
        <c:axPos val="b"/>
        <c:numFmt formatCode="General" sourceLinked="1"/>
        <c:majorTickMark val="none"/>
        <c:minorTickMark val="none"/>
        <c:tickLblPos val="nextTo"/>
        <c:crossAx val="7835748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Tabelle1!$A$2:$A$77</cx:f>
        <cx:lvl ptCount="76" formatCode="Standard">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plotArea>
      <cx:plotAreaRegion>
        <cx:series layoutId="clusteredColumn" uniqueId="{E96E2D82-7659-45FB-B1DB-922BA57DDE30}">
          <cx:tx>
            <cx:txData>
              <cx:f>Tabelle1!$A$1</cx:f>
              <cx:v>Datenreihe1</cx:v>
            </cx:txData>
          </cx:tx>
          <cx:dataPt idx="0">
            <cx:spPr>
              <a:solidFill>
                <a:srgbClr val="464646"/>
              </a:solidFill>
            </cx:spPr>
          </cx:dataPt>
          <cx:dataPt idx="1">
            <cx:spPr>
              <a:solidFill>
                <a:srgbClr val="464646"/>
              </a:solidFill>
            </cx:spPr>
          </cx:dataPt>
          <cx:dataPt idx="3">
            <cx:spPr>
              <a:solidFill>
                <a:srgbClr val="464646"/>
              </a:solidFill>
            </cx:spPr>
          </cx:dataPt>
          <cx:dataPt idx="4">
            <cx:spPr>
              <a:solidFill>
                <a:srgbClr val="464646"/>
              </a:solidFill>
            </cx:spPr>
          </cx:dataPt>
          <cx:dataPt idx="5">
            <cx:spPr>
              <a:solidFill>
                <a:srgbClr val="464646"/>
              </a:solidFill>
            </cx:spPr>
          </cx:dataPt>
          <cx:dataId val="0"/>
          <cx:layoutPr>
            <cx:binning intervalClosed="r"/>
          </cx:layoutPr>
        </cx:series>
      </cx:plotAreaRegion>
      <cx:axis id="0">
        <cx:catScaling gapWidth="0"/>
        <cx:tickLabels/>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Arial"/>
            </a:endParaRPr>
          </a:p>
        </cx:txPr>
      </cx:axis>
      <cx:axis id="1">
        <cx:valScaling/>
        <cx:majorGridlines/>
        <cx:tickLabels/>
        <cx:spPr>
          <a:ln>
            <a:noFill/>
          </a:ln>
        </cx:spPr>
        <cx:txPr>
          <a:bodyPr spcFirstLastPara="1" vertOverflow="ellipsis" horzOverflow="overflow" wrap="square" lIns="0" tIns="0" rIns="0" bIns="0" anchor="ctr" anchorCtr="1"/>
          <a:lstStyle/>
          <a:p>
            <a:pPr algn="ctr" rtl="0">
              <a:defRPr>
                <a:solidFill>
                  <a:schemeClr val="tx1"/>
                </a:solidFill>
              </a:defRPr>
            </a:pPr>
            <a:endParaRPr lang="en-US" sz="1197" b="0" i="0" u="none" strike="noStrike" baseline="0">
              <a:solidFill>
                <a:schemeClr val="tx1"/>
              </a:solidFill>
              <a:latin typeface="Arial"/>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4</a:t>
            </a:fld>
            <a:endParaRPr lang="de-DE"/>
          </a:p>
        </p:txBody>
      </p:sp>
    </p:spTree>
    <p:extLst>
      <p:ext uri="{BB962C8B-B14F-4D97-AF65-F5344CB8AC3E}">
        <p14:creationId xmlns:p14="http://schemas.microsoft.com/office/powerpoint/2010/main" val="4273259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11</a:t>
            </a:fld>
            <a:endParaRPr lang="de-DE"/>
          </a:p>
        </p:txBody>
      </p:sp>
    </p:spTree>
    <p:extLst>
      <p:ext uri="{BB962C8B-B14F-4D97-AF65-F5344CB8AC3E}">
        <p14:creationId xmlns:p14="http://schemas.microsoft.com/office/powerpoint/2010/main" val="2030498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17</a:t>
            </a:fld>
            <a:endParaRPr lang="de-DE"/>
          </a:p>
        </p:txBody>
      </p:sp>
    </p:spTree>
    <p:extLst>
      <p:ext uri="{BB962C8B-B14F-4D97-AF65-F5344CB8AC3E}">
        <p14:creationId xmlns:p14="http://schemas.microsoft.com/office/powerpoint/2010/main" val="962701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19</a:t>
            </a:fld>
            <a:endParaRPr lang="de-DE"/>
          </a:p>
        </p:txBody>
      </p:sp>
    </p:spTree>
    <p:extLst>
      <p:ext uri="{BB962C8B-B14F-4D97-AF65-F5344CB8AC3E}">
        <p14:creationId xmlns:p14="http://schemas.microsoft.com/office/powerpoint/2010/main" val="3943580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20</a:t>
            </a:fld>
            <a:endParaRPr lang="de-DE"/>
          </a:p>
        </p:txBody>
      </p:sp>
    </p:spTree>
    <p:extLst>
      <p:ext uri="{BB962C8B-B14F-4D97-AF65-F5344CB8AC3E}">
        <p14:creationId xmlns:p14="http://schemas.microsoft.com/office/powerpoint/2010/main" val="356058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22</a:t>
            </a:fld>
            <a:endParaRPr lang="de-DE"/>
          </a:p>
        </p:txBody>
      </p:sp>
    </p:spTree>
    <p:extLst>
      <p:ext uri="{BB962C8B-B14F-4D97-AF65-F5344CB8AC3E}">
        <p14:creationId xmlns:p14="http://schemas.microsoft.com/office/powerpoint/2010/main" val="1078487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23</a:t>
            </a:fld>
            <a:endParaRPr lang="de-DE"/>
          </a:p>
        </p:txBody>
      </p:sp>
    </p:spTree>
    <p:extLst>
      <p:ext uri="{BB962C8B-B14F-4D97-AF65-F5344CB8AC3E}">
        <p14:creationId xmlns:p14="http://schemas.microsoft.com/office/powerpoint/2010/main" val="3147664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24</a:t>
            </a:fld>
            <a:endParaRPr lang="de-DE"/>
          </a:p>
        </p:txBody>
      </p:sp>
    </p:spTree>
    <p:extLst>
      <p:ext uri="{BB962C8B-B14F-4D97-AF65-F5344CB8AC3E}">
        <p14:creationId xmlns:p14="http://schemas.microsoft.com/office/powerpoint/2010/main" val="392057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25</a:t>
            </a:fld>
            <a:endParaRPr lang="de-DE"/>
          </a:p>
        </p:txBody>
      </p:sp>
    </p:spTree>
    <p:extLst>
      <p:ext uri="{BB962C8B-B14F-4D97-AF65-F5344CB8AC3E}">
        <p14:creationId xmlns:p14="http://schemas.microsoft.com/office/powerpoint/2010/main" val="4188989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26</a:t>
            </a:fld>
            <a:endParaRPr lang="de-DE"/>
          </a:p>
        </p:txBody>
      </p:sp>
    </p:spTree>
    <p:extLst>
      <p:ext uri="{BB962C8B-B14F-4D97-AF65-F5344CB8AC3E}">
        <p14:creationId xmlns:p14="http://schemas.microsoft.com/office/powerpoint/2010/main" val="859181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27</a:t>
            </a:fld>
            <a:endParaRPr lang="de-DE"/>
          </a:p>
        </p:txBody>
      </p:sp>
    </p:spTree>
    <p:extLst>
      <p:ext uri="{BB962C8B-B14F-4D97-AF65-F5344CB8AC3E}">
        <p14:creationId xmlns:p14="http://schemas.microsoft.com/office/powerpoint/2010/main" val="3340513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28</a:t>
            </a:fld>
            <a:endParaRPr lang="de-DE"/>
          </a:p>
        </p:txBody>
      </p:sp>
    </p:spTree>
    <p:extLst>
      <p:ext uri="{BB962C8B-B14F-4D97-AF65-F5344CB8AC3E}">
        <p14:creationId xmlns:p14="http://schemas.microsoft.com/office/powerpoint/2010/main" val="466012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29</a:t>
            </a:fld>
            <a:endParaRPr lang="de-DE"/>
          </a:p>
        </p:txBody>
      </p:sp>
    </p:spTree>
    <p:extLst>
      <p:ext uri="{BB962C8B-B14F-4D97-AF65-F5344CB8AC3E}">
        <p14:creationId xmlns:p14="http://schemas.microsoft.com/office/powerpoint/2010/main" val="1116364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30</a:t>
            </a:fld>
            <a:endParaRPr lang="de-DE"/>
          </a:p>
        </p:txBody>
      </p:sp>
    </p:spTree>
    <p:extLst>
      <p:ext uri="{BB962C8B-B14F-4D97-AF65-F5344CB8AC3E}">
        <p14:creationId xmlns:p14="http://schemas.microsoft.com/office/powerpoint/2010/main" val="3703434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32</a:t>
            </a:fld>
            <a:endParaRPr lang="de-DE"/>
          </a:p>
        </p:txBody>
      </p:sp>
    </p:spTree>
    <p:extLst>
      <p:ext uri="{BB962C8B-B14F-4D97-AF65-F5344CB8AC3E}">
        <p14:creationId xmlns:p14="http://schemas.microsoft.com/office/powerpoint/2010/main" val="2258647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33</a:t>
            </a:fld>
            <a:endParaRPr lang="de-DE"/>
          </a:p>
        </p:txBody>
      </p:sp>
    </p:spTree>
    <p:extLst>
      <p:ext uri="{BB962C8B-B14F-4D97-AF65-F5344CB8AC3E}">
        <p14:creationId xmlns:p14="http://schemas.microsoft.com/office/powerpoint/2010/main" val="3000420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34</a:t>
            </a:fld>
            <a:endParaRPr lang="de-DE"/>
          </a:p>
        </p:txBody>
      </p:sp>
    </p:spTree>
    <p:extLst>
      <p:ext uri="{BB962C8B-B14F-4D97-AF65-F5344CB8AC3E}">
        <p14:creationId xmlns:p14="http://schemas.microsoft.com/office/powerpoint/2010/main" val="402028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35</a:t>
            </a:fld>
            <a:endParaRPr lang="de-DE"/>
          </a:p>
        </p:txBody>
      </p:sp>
    </p:spTree>
    <p:extLst>
      <p:ext uri="{BB962C8B-B14F-4D97-AF65-F5344CB8AC3E}">
        <p14:creationId xmlns:p14="http://schemas.microsoft.com/office/powerpoint/2010/main" val="1298990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22275" y="1241425"/>
            <a:ext cx="5953125" cy="3349625"/>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A8D1544D-F39A-4F55-BC21-9BE909A9BACC}" type="slidenum">
              <a:rPr lang="de-DE" smtClean="0"/>
              <a:t>37</a:t>
            </a:fld>
            <a:endParaRPr lang="de-DE"/>
          </a:p>
        </p:txBody>
      </p:sp>
    </p:spTree>
    <p:extLst>
      <p:ext uri="{BB962C8B-B14F-4D97-AF65-F5344CB8AC3E}">
        <p14:creationId xmlns:p14="http://schemas.microsoft.com/office/powerpoint/2010/main" val="3902717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microsoft.com/office/2014/relationships/chartEx" Target="../charts/chartEx1.xml"/><Relationship Id="rId7"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hyperlink" Target="https://www.shutterstock.com/" TargetMode="External"/><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openxmlformats.org/officeDocument/2006/relationships/hyperlink" Target="https://burst.shopify.com/?trk=lms-blog-trust&amp;src=bl-po" TargetMode="External"/><Relationship Id="rId5" Type="http://schemas.openxmlformats.org/officeDocument/2006/relationships/hyperlink" Target="https://pixabay.com/?trk=lms-blog-trust&amp;src=bl-po" TargetMode="External"/><Relationship Id="rId4" Type="http://schemas.openxmlformats.org/officeDocument/2006/relationships/hyperlink" Target="https://unsplash.com/?trk=lms-blog-trust&amp;src=bl-p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GB" sz="3600" b="1" dirty="0">
                <a:solidFill>
                  <a:schemeClr val="tx1"/>
                </a:solidFill>
              </a:rPr>
              <a:t>Title of the Video </a:t>
            </a:r>
          </a:p>
          <a:p>
            <a:r>
              <a:rPr lang="en-GB" sz="3600" b="1" dirty="0">
                <a:solidFill>
                  <a:schemeClr val="tx1"/>
                </a:solidFill>
              </a:rPr>
              <a:t>[max 2 lines]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pic>
        <p:nvPicPr>
          <p:cNvPr id="4" name="Picture Placeholder 6" descr="A picture containing text, computer&#10;&#10;Description automatically generated">
            <a:extLst>
              <a:ext uri="{FF2B5EF4-FFF2-40B4-BE49-F238E27FC236}">
                <a16:creationId xmlns:a16="http://schemas.microsoft.com/office/drawing/2014/main" id="{69007BE6-4165-6B9F-CABD-19BC8B326D8F}"/>
              </a:ext>
            </a:extLst>
          </p:cNvPr>
          <p:cNvPicPr>
            <a:picLocks noChangeAspect="1"/>
          </p:cNvPicPr>
          <p:nvPr/>
        </p:nvPicPr>
        <p:blipFill>
          <a:blip r:embed="rId3">
            <a:extLst>
              <a:ext uri="{28A0092B-C50C-407E-A947-70E740481C1C}">
                <a14:useLocalDpi xmlns:a14="http://schemas.microsoft.com/office/drawing/2010/main" val="0"/>
              </a:ext>
            </a:extLst>
          </a:blip>
          <a:srcRect l="19454" r="19454"/>
          <a:stretch>
            <a:fillRect/>
          </a:stretch>
        </p:blipFill>
        <p:spPr>
          <a:xfrm>
            <a:off x="7026350" y="-1"/>
            <a:ext cx="5165650" cy="6858000"/>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lang="de-DE" sz="2800" dirty="0">
                <a:solidFill>
                  <a:schemeClr val="tx1"/>
                </a:solidFill>
                <a:latin typeface="+mj-lt"/>
                <a:cs typeface="Varela Round"/>
              </a:rPr>
              <a:t>Subtitle / Short description of the video [max 3 lines]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lang="de-DE" sz="1800" b="1" dirty="0">
                <a:solidFill>
                  <a:schemeClr val="tx1"/>
                </a:solidFill>
                <a:latin typeface="+mj-lt"/>
                <a:cs typeface="Varela Round"/>
              </a:rPr>
              <a:t>Lenght: </a:t>
            </a:r>
            <a:r>
              <a:rPr lang="de-DE" sz="1800" dirty="0">
                <a:solidFill>
                  <a:schemeClr val="tx1"/>
                </a:solidFill>
                <a:latin typeface="+mj-lt"/>
                <a:cs typeface="Varela Round"/>
              </a:rPr>
              <a:t>[xx] mins</a:t>
            </a:r>
          </a:p>
          <a:p>
            <a:pPr marL="0" marR="0" lvl="0" indent="0" rtl="0">
              <a:spcBef>
                <a:spcPts val="600"/>
              </a:spcBef>
              <a:spcAft>
                <a:spcPts val="1200"/>
              </a:spcAft>
              <a:buNone/>
            </a:pPr>
            <a:r>
              <a:rPr lang="de-DE" sz="1800" b="1" dirty="0">
                <a:solidFill>
                  <a:schemeClr val="tx1"/>
                </a:solidFill>
                <a:latin typeface="+mj-lt"/>
                <a:cs typeface="Varela Round"/>
              </a:rPr>
              <a:t>Target Audience: </a:t>
            </a:r>
            <a:r>
              <a:rPr lang="de-DE" sz="1800" dirty="0">
                <a:solidFill>
                  <a:schemeClr val="tx1"/>
                </a:solidFill>
                <a:latin typeface="+mj-lt"/>
                <a:cs typeface="Varela Round"/>
              </a:rPr>
              <a:t>[max 3 users if possible] </a:t>
            </a:r>
          </a:p>
        </p:txBody>
      </p:sp>
      <p:grpSp>
        <p:nvGrpSpPr>
          <p:cNvPr id="20" name="Group 19">
            <a:extLst>
              <a:ext uri="{FF2B5EF4-FFF2-40B4-BE49-F238E27FC236}">
                <a16:creationId xmlns:a16="http://schemas.microsoft.com/office/drawing/2014/main" id="{0D0761BD-2F2F-6D79-B3EF-A531E092890D}"/>
              </a:ext>
            </a:extLst>
          </p:cNvPr>
          <p:cNvGrpSpPr/>
          <p:nvPr/>
        </p:nvGrpSpPr>
        <p:grpSpPr>
          <a:xfrm>
            <a:off x="7023954" y="-1"/>
            <a:ext cx="5168045" cy="6839685"/>
            <a:chOff x="7023954" y="-1"/>
            <a:chExt cx="5168045" cy="6839685"/>
          </a:xfrm>
        </p:grpSpPr>
        <p:grpSp>
          <p:nvGrpSpPr>
            <p:cNvPr id="8" name="Group 7">
              <a:extLst>
                <a:ext uri="{FF2B5EF4-FFF2-40B4-BE49-F238E27FC236}">
                  <a16:creationId xmlns:a16="http://schemas.microsoft.com/office/drawing/2014/main" id="{759E7638-035C-C837-D321-A8C06D48B5DC}"/>
                </a:ext>
              </a:extLst>
            </p:cNvPr>
            <p:cNvGrpSpPr/>
            <p:nvPr/>
          </p:nvGrpSpPr>
          <p:grpSpPr>
            <a:xfrm>
              <a:off x="7026350" y="-1"/>
              <a:ext cx="5165649" cy="6839685"/>
              <a:chOff x="278768" y="273050"/>
              <a:chExt cx="2420265" cy="3312416"/>
            </a:xfrm>
          </p:grpSpPr>
          <p:sp>
            <p:nvSpPr>
              <p:cNvPr id="9" name="Rectangle 8">
                <a:extLst>
                  <a:ext uri="{FF2B5EF4-FFF2-40B4-BE49-F238E27FC236}">
                    <a16:creationId xmlns:a16="http://schemas.microsoft.com/office/drawing/2014/main" id="{A74A033E-F2C4-63F1-935E-B0E00C34458D}"/>
                  </a:ext>
                </a:extLst>
              </p:cNvPr>
              <p:cNvSpPr/>
              <p:nvPr/>
            </p:nvSpPr>
            <p:spPr>
              <a:xfrm>
                <a:off x="278768" y="273050"/>
                <a:ext cx="2420265" cy="331241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10" name="Graphic 9" descr="Image">
                <a:extLst>
                  <a:ext uri="{FF2B5EF4-FFF2-40B4-BE49-F238E27FC236}">
                    <a16:creationId xmlns:a16="http://schemas.microsoft.com/office/drawing/2014/main" id="{D4EAC1CC-FDEC-CB2B-4814-426FB9337D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701" y="1472058"/>
                <a:ext cx="914400" cy="914400"/>
              </a:xfrm>
              <a:prstGeom prst="rect">
                <a:avLst/>
              </a:prstGeom>
            </p:spPr>
          </p:pic>
        </p:grpSp>
        <p:sp>
          <p:nvSpPr>
            <p:cNvPr id="19" name="TextBox 18">
              <a:extLst>
                <a:ext uri="{FF2B5EF4-FFF2-40B4-BE49-F238E27FC236}">
                  <a16:creationId xmlns:a16="http://schemas.microsoft.com/office/drawing/2014/main" id="{352ECD8B-4B24-AB9F-BF07-5E33A295F52D}"/>
                </a:ext>
              </a:extLst>
            </p:cNvPr>
            <p:cNvSpPr txBox="1"/>
            <p:nvPr/>
          </p:nvSpPr>
          <p:spPr>
            <a:xfrm>
              <a:off x="7023954" y="4336845"/>
              <a:ext cx="5168045" cy="523220"/>
            </a:xfrm>
            <a:prstGeom prst="rect">
              <a:avLst/>
            </a:prstGeom>
            <a:noFill/>
          </p:spPr>
          <p:txBody>
            <a:bodyPr wrap="square">
              <a:spAutoFit/>
            </a:bodyPr>
            <a:lstStyle/>
            <a:p>
              <a:pPr algn="ctr"/>
              <a:r>
                <a:rPr lang="de-DE" sz="2800" dirty="0">
                  <a:solidFill>
                    <a:srgbClr val="A6A6A6"/>
                  </a:solidFill>
                  <a:latin typeface="+mj-lt"/>
                  <a:cs typeface="Varela Round"/>
                </a:rPr>
                <a:t>[add image]</a:t>
              </a:r>
              <a:endParaRPr lang="en-GB" dirty="0">
                <a:solidFill>
                  <a:srgbClr val="A6A6A6"/>
                </a:solidFill>
              </a:endParaRPr>
            </a:p>
          </p:txBody>
        </p:sp>
      </p:gr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lang="en-US" dirty="0"/>
              <a:t>Agenda</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r>
              <a:rPr lang="en-US" dirty="0"/>
              <a:t>Subtopic 1</a:t>
            </a:r>
          </a:p>
          <a:p>
            <a:pPr algn="l">
              <a:spcAft>
                <a:spcPts val="1800"/>
              </a:spcAft>
            </a:pPr>
            <a:r>
              <a:rPr lang="en-US" dirty="0">
                <a:solidFill>
                  <a:schemeClr val="accent2"/>
                </a:solidFill>
              </a:rPr>
              <a:t>[if needed, one line of subtitle]</a:t>
            </a:r>
          </a:p>
          <a:p>
            <a:pPr algn="l"/>
            <a:r>
              <a:rPr lang="en-US" dirty="0"/>
              <a:t>Subtopic 2</a:t>
            </a:r>
          </a:p>
          <a:p>
            <a:pPr algn="l">
              <a:spcAft>
                <a:spcPts val="1800"/>
              </a:spcAft>
            </a:pPr>
            <a:r>
              <a:rPr lang="en-US" dirty="0">
                <a:solidFill>
                  <a:schemeClr val="accent2"/>
                </a:solidFill>
              </a:rPr>
              <a:t>[if needed, one line of subtitle]</a:t>
            </a:r>
            <a:endParaRPr lang="en-US" dirty="0"/>
          </a:p>
          <a:p>
            <a:pPr algn="l"/>
            <a:r>
              <a:rPr lang="en-US" dirty="0"/>
              <a:t>Subtopic n.</a:t>
            </a:r>
          </a:p>
          <a:p>
            <a:pPr algn="l">
              <a:spcAft>
                <a:spcPts val="1800"/>
              </a:spcAft>
            </a:pPr>
            <a:r>
              <a:rPr lang="en-US" dirty="0">
                <a:solidFill>
                  <a:schemeClr val="accent2"/>
                </a:solidFill>
              </a:rPr>
              <a:t>[if needed, one line of subtitle]</a:t>
            </a:r>
          </a:p>
          <a:p>
            <a:pPr algn="l">
              <a:spcAft>
                <a:spcPts val="1800"/>
              </a:spcAft>
            </a:pPr>
            <a:endParaRPr lang="en-US" dirty="0"/>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r>
              <a:rPr lang="en-US" i="1" dirty="0">
                <a:latin typeface="Georgia" panose="02040502050405020303" pitchFamily="18" charset="0"/>
              </a:rPr>
              <a:t>[A core message/sentence you might want to convey]</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14EC60-C8A6-4C25-8CCB-8E512C82EE6A}"/>
              </a:ext>
            </a:extLst>
          </p:cNvPr>
          <p:cNvSpPr/>
          <p:nvPr/>
        </p:nvSpPr>
        <p:spPr>
          <a:xfrm>
            <a:off x="7053044" y="775390"/>
            <a:ext cx="4458488" cy="267253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E402A32-4DA1-47E2-90B9-0128BB5521C3}"/>
              </a:ext>
            </a:extLst>
          </p:cNvPr>
          <p:cNvSpPr>
            <a:spLocks noGrp="1"/>
          </p:cNvSpPr>
          <p:nvPr>
            <p:ph type="body" sz="half" idx="2"/>
          </p:nvPr>
        </p:nvSpPr>
        <p:spPr>
          <a:xfrm>
            <a:off x="737226" y="1975105"/>
            <a:ext cx="6256106" cy="1453896"/>
          </a:xfrm>
        </p:spPr>
        <p:txBody>
          <a:bodyPr/>
          <a:lstStyle/>
          <a:p>
            <a:r>
              <a:rPr lang="en-US" dirty="0"/>
              <a:t>Body text Arial 18pt</a:t>
            </a:r>
            <a:r>
              <a:rPr lang="en-US" sz="1400" dirty="0">
                <a:solidFill>
                  <a:schemeClr val="bg1">
                    <a:lumMod val="50000"/>
                  </a:schemeClr>
                </a:solidFill>
              </a:rPr>
              <a:t>………………………….slide 13</a:t>
            </a:r>
            <a:endParaRPr lang="en-US" sz="1400" dirty="0"/>
          </a:p>
          <a:p>
            <a:r>
              <a:rPr lang="en-US" sz="1600" dirty="0"/>
              <a:t>Body text Arial 16pt</a:t>
            </a:r>
            <a:r>
              <a:rPr lang="en-US" sz="1400" dirty="0">
                <a:solidFill>
                  <a:schemeClr val="bg1">
                    <a:lumMod val="50000"/>
                  </a:schemeClr>
                </a:solidFill>
              </a:rPr>
              <a:t>……………………………..slide 12, 14, 15, 16</a:t>
            </a:r>
            <a:endParaRPr lang="en-US" sz="1600" dirty="0"/>
          </a:p>
          <a:p>
            <a:r>
              <a:rPr lang="en-US" sz="1400" dirty="0"/>
              <a:t>Body text Arial 14pt </a:t>
            </a:r>
            <a:r>
              <a:rPr lang="en-US" sz="1400" dirty="0">
                <a:solidFill>
                  <a:schemeClr val="bg1">
                    <a:lumMod val="50000"/>
                  </a:schemeClr>
                </a:solidFill>
              </a:rPr>
              <a:t>………………………………..slide 19, 20, 21</a:t>
            </a:r>
          </a:p>
          <a:p>
            <a:endParaRPr lang="en-US" dirty="0"/>
          </a:p>
          <a:p>
            <a:endParaRPr lang="en-US" dirty="0"/>
          </a:p>
        </p:txBody>
      </p:sp>
      <p:sp>
        <p:nvSpPr>
          <p:cNvPr id="3" name="Title 2">
            <a:extLst>
              <a:ext uri="{FF2B5EF4-FFF2-40B4-BE49-F238E27FC236}">
                <a16:creationId xmlns:a16="http://schemas.microsoft.com/office/drawing/2014/main" id="{366A366B-1C0B-49E9-867C-C07FCEBDAA67}"/>
              </a:ext>
            </a:extLst>
          </p:cNvPr>
          <p:cNvSpPr>
            <a:spLocks noGrp="1"/>
          </p:cNvSpPr>
          <p:nvPr>
            <p:ph type="title"/>
          </p:nvPr>
        </p:nvSpPr>
        <p:spPr>
          <a:xfrm>
            <a:off x="737225" y="1261501"/>
            <a:ext cx="5358775" cy="542146"/>
          </a:xfrm>
        </p:spPr>
        <p:txBody>
          <a:bodyPr/>
          <a:lstStyle/>
          <a:p>
            <a:r>
              <a:rPr lang="en-US" dirty="0"/>
              <a:t>Slide title text Arial Bold 28pt</a:t>
            </a:r>
          </a:p>
        </p:txBody>
      </p:sp>
      <p:sp>
        <p:nvSpPr>
          <p:cNvPr id="4" name="Text Placeholder 3">
            <a:extLst>
              <a:ext uri="{FF2B5EF4-FFF2-40B4-BE49-F238E27FC236}">
                <a16:creationId xmlns:a16="http://schemas.microsoft.com/office/drawing/2014/main" id="{C2D09A71-8C2A-4470-A67D-8A79D56E5CBB}"/>
              </a:ext>
            </a:extLst>
          </p:cNvPr>
          <p:cNvSpPr>
            <a:spLocks noGrp="1"/>
          </p:cNvSpPr>
          <p:nvPr>
            <p:ph type="body" sz="quarter" idx="10"/>
          </p:nvPr>
        </p:nvSpPr>
        <p:spPr/>
        <p:txBody>
          <a:bodyPr/>
          <a:lstStyle/>
          <a:p>
            <a:r>
              <a:rPr lang="en-US" dirty="0"/>
              <a:t>Template Guidelines | Text sizes</a:t>
            </a:r>
          </a:p>
        </p:txBody>
      </p:sp>
      <p:sp>
        <p:nvSpPr>
          <p:cNvPr id="5" name="Title 2">
            <a:extLst>
              <a:ext uri="{FF2B5EF4-FFF2-40B4-BE49-F238E27FC236}">
                <a16:creationId xmlns:a16="http://schemas.microsoft.com/office/drawing/2014/main" id="{22465623-0110-470B-B48B-1D234128A4F3}"/>
              </a:ext>
            </a:extLst>
          </p:cNvPr>
          <p:cNvSpPr txBox="1">
            <a:spLocks/>
          </p:cNvSpPr>
          <p:nvPr/>
        </p:nvSpPr>
        <p:spPr>
          <a:xfrm>
            <a:off x="737224" y="3888794"/>
            <a:ext cx="7177821" cy="13055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a:lstStyle>
          <a:p>
            <a:r>
              <a:rPr lang="en-US" b="0" dirty="0"/>
              <a:t>Big body text Arial 28pt</a:t>
            </a:r>
            <a:r>
              <a:rPr lang="en-US" sz="1400" b="0" dirty="0">
                <a:solidFill>
                  <a:schemeClr val="bg1">
                    <a:lumMod val="50000"/>
                  </a:schemeClr>
                </a:solidFill>
              </a:rPr>
              <a:t>……slide 22</a:t>
            </a:r>
          </a:p>
          <a:p>
            <a:pPr>
              <a:lnSpc>
                <a:spcPct val="200000"/>
              </a:lnSpc>
            </a:pPr>
            <a:r>
              <a:rPr lang="en-US" sz="2400" b="0" dirty="0"/>
              <a:t>Big body text Arial 24pt</a:t>
            </a:r>
            <a:r>
              <a:rPr lang="en-US" sz="1400" b="0" dirty="0">
                <a:solidFill>
                  <a:schemeClr val="bg1">
                    <a:lumMod val="50000"/>
                  </a:schemeClr>
                </a:solidFill>
              </a:rPr>
              <a:t>……………slide 23</a:t>
            </a:r>
          </a:p>
        </p:txBody>
      </p:sp>
      <p:pic>
        <p:nvPicPr>
          <p:cNvPr id="6" name="Picture 5">
            <a:extLst>
              <a:ext uri="{FF2B5EF4-FFF2-40B4-BE49-F238E27FC236}">
                <a16:creationId xmlns:a16="http://schemas.microsoft.com/office/drawing/2014/main" id="{E7F6FF88-599F-4C29-8718-E43DA3EFF704}"/>
              </a:ext>
            </a:extLst>
          </p:cNvPr>
          <p:cNvPicPr>
            <a:picLocks noChangeAspect="1"/>
          </p:cNvPicPr>
          <p:nvPr/>
        </p:nvPicPr>
        <p:blipFill rotWithShape="1">
          <a:blip r:embed="rId2"/>
          <a:srcRect b="55033"/>
          <a:stretch/>
        </p:blipFill>
        <p:spPr>
          <a:xfrm>
            <a:off x="8996932" y="3725427"/>
            <a:ext cx="2514600" cy="2000249"/>
          </a:xfrm>
          <a:prstGeom prst="rect">
            <a:avLst/>
          </a:prstGeom>
          <a:solidFill>
            <a:schemeClr val="bg1"/>
          </a:solidFill>
          <a:ln>
            <a:noFill/>
          </a:ln>
          <a:effectLst>
            <a:outerShdw blurRad="292100" dist="139700" dir="2700000" algn="tl" rotWithShape="0">
              <a:srgbClr val="333333">
                <a:alpha val="65000"/>
              </a:srgbClr>
            </a:outerShdw>
          </a:effectLst>
        </p:spPr>
      </p:pic>
      <p:cxnSp>
        <p:nvCxnSpPr>
          <p:cNvPr id="8" name="Straight Arrow Connector 7">
            <a:extLst>
              <a:ext uri="{FF2B5EF4-FFF2-40B4-BE49-F238E27FC236}">
                <a16:creationId xmlns:a16="http://schemas.microsoft.com/office/drawing/2014/main" id="{482924D2-DDD9-4585-8258-226CF6EC8496}"/>
              </a:ext>
            </a:extLst>
          </p:cNvPr>
          <p:cNvCxnSpPr>
            <a:cxnSpLocks/>
          </p:cNvCxnSpPr>
          <p:nvPr/>
        </p:nvCxnSpPr>
        <p:spPr>
          <a:xfrm>
            <a:off x="8475542" y="5034500"/>
            <a:ext cx="70345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DEDEC259-B10C-4665-997D-254EEFF58B90}"/>
              </a:ext>
            </a:extLst>
          </p:cNvPr>
          <p:cNvSpPr txBox="1">
            <a:spLocks/>
          </p:cNvSpPr>
          <p:nvPr/>
        </p:nvSpPr>
        <p:spPr>
          <a:xfrm>
            <a:off x="7770029" y="1239540"/>
            <a:ext cx="3287743" cy="1639945"/>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a:lstStyle>
          <a:p>
            <a:pPr>
              <a:lnSpc>
                <a:spcPct val="100000"/>
              </a:lnSpc>
            </a:pPr>
            <a:r>
              <a:rPr lang="en-US" sz="1600" b="0" dirty="0">
                <a:latin typeface="+mj-lt"/>
              </a:rPr>
              <a:t>Choose your font size</a:t>
            </a:r>
          </a:p>
          <a:p>
            <a:pPr>
              <a:lnSpc>
                <a:spcPct val="100000"/>
              </a:lnSpc>
            </a:pPr>
            <a:r>
              <a:rPr lang="en-US" sz="1600" b="0" dirty="0">
                <a:latin typeface="+mj-lt"/>
              </a:rPr>
              <a:t>according to the amount of text on your slide. The more body copy you have the smaller the font size. </a:t>
            </a:r>
            <a:br>
              <a:rPr lang="en-US" sz="1600" b="0" dirty="0">
                <a:latin typeface="+mj-lt"/>
              </a:rPr>
            </a:br>
            <a:r>
              <a:rPr lang="en-US" sz="1600" b="0" dirty="0">
                <a:latin typeface="+mj-lt"/>
              </a:rPr>
              <a:t>Choose between 18pt, 16pt </a:t>
            </a:r>
            <a:br>
              <a:rPr lang="en-US" sz="1600" b="0" dirty="0">
                <a:latin typeface="+mj-lt"/>
              </a:rPr>
            </a:br>
            <a:r>
              <a:rPr lang="en-US" sz="1600" b="0" dirty="0">
                <a:latin typeface="+mj-lt"/>
              </a:rPr>
              <a:t>or 14pt. See example slides in the deck for inspiration.</a:t>
            </a:r>
          </a:p>
        </p:txBody>
      </p:sp>
      <p:grpSp>
        <p:nvGrpSpPr>
          <p:cNvPr id="10" name="Group 9">
            <a:extLst>
              <a:ext uri="{FF2B5EF4-FFF2-40B4-BE49-F238E27FC236}">
                <a16:creationId xmlns:a16="http://schemas.microsoft.com/office/drawing/2014/main" id="{22B50D62-AC66-471F-A7F9-9916A4799C1F}"/>
              </a:ext>
            </a:extLst>
          </p:cNvPr>
          <p:cNvGrpSpPr/>
          <p:nvPr/>
        </p:nvGrpSpPr>
        <p:grpSpPr>
          <a:xfrm>
            <a:off x="7371795" y="1174256"/>
            <a:ext cx="299126" cy="421660"/>
            <a:chOff x="7358858" y="5368550"/>
            <a:chExt cx="299126" cy="421660"/>
          </a:xfrm>
        </p:grpSpPr>
        <p:sp>
          <p:nvSpPr>
            <p:cNvPr id="11" name="Freeform 256">
              <a:extLst>
                <a:ext uri="{FF2B5EF4-FFF2-40B4-BE49-F238E27FC236}">
                  <a16:creationId xmlns:a16="http://schemas.microsoft.com/office/drawing/2014/main" id="{8BDFAAC6-9209-4FA7-AA3A-3BBBC2D09AED}"/>
                </a:ext>
              </a:extLst>
            </p:cNvPr>
            <p:cNvSpPr>
              <a:spLocks/>
            </p:cNvSpPr>
            <p:nvPr/>
          </p:nvSpPr>
          <p:spPr bwMode="auto">
            <a:xfrm>
              <a:off x="7358858" y="5368550"/>
              <a:ext cx="299126" cy="421660"/>
            </a:xfrm>
            <a:custGeom>
              <a:avLst/>
              <a:gdLst>
                <a:gd name="T0" fmla="*/ 120 w 180"/>
                <a:gd name="T1" fmla="*/ 209 h 255"/>
                <a:gd name="T2" fmla="*/ 120 w 180"/>
                <a:gd name="T3" fmla="*/ 175 h 255"/>
                <a:gd name="T4" fmla="*/ 180 w 180"/>
                <a:gd name="T5" fmla="*/ 90 h 255"/>
                <a:gd name="T6" fmla="*/ 90 w 180"/>
                <a:gd name="T7" fmla="*/ 0 h 255"/>
                <a:gd name="T8" fmla="*/ 0 w 180"/>
                <a:gd name="T9" fmla="*/ 90 h 255"/>
                <a:gd name="T10" fmla="*/ 60 w 180"/>
                <a:gd name="T11" fmla="*/ 175 h 255"/>
                <a:gd name="T12" fmla="*/ 60 w 180"/>
                <a:gd name="T13" fmla="*/ 207 h 255"/>
                <a:gd name="T14" fmla="*/ 60 w 180"/>
                <a:gd name="T15" fmla="*/ 225 h 255"/>
                <a:gd name="T16" fmla="*/ 60 w 180"/>
                <a:gd name="T17" fmla="*/ 243 h 255"/>
                <a:gd name="T18" fmla="*/ 72 w 180"/>
                <a:gd name="T19" fmla="*/ 255 h 255"/>
                <a:gd name="T20" fmla="*/ 108 w 180"/>
                <a:gd name="T21" fmla="*/ 255 h 255"/>
                <a:gd name="T22" fmla="*/ 120 w 180"/>
                <a:gd name="T23" fmla="*/ 243 h 255"/>
                <a:gd name="T24" fmla="*/ 120 w 180"/>
                <a:gd name="T25" fmla="*/ 223 h 255"/>
                <a:gd name="T26" fmla="*/ 120 w 180"/>
                <a:gd name="T27" fmla="*/ 209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0" h="255">
                  <a:moveTo>
                    <a:pt x="120" y="209"/>
                  </a:moveTo>
                  <a:cubicBezTo>
                    <a:pt x="120" y="175"/>
                    <a:pt x="120" y="175"/>
                    <a:pt x="120" y="175"/>
                  </a:cubicBezTo>
                  <a:cubicBezTo>
                    <a:pt x="155" y="163"/>
                    <a:pt x="180" y="129"/>
                    <a:pt x="180" y="90"/>
                  </a:cubicBezTo>
                  <a:cubicBezTo>
                    <a:pt x="180" y="41"/>
                    <a:pt x="140" y="0"/>
                    <a:pt x="90" y="0"/>
                  </a:cubicBezTo>
                  <a:cubicBezTo>
                    <a:pt x="41" y="0"/>
                    <a:pt x="0" y="41"/>
                    <a:pt x="0" y="90"/>
                  </a:cubicBezTo>
                  <a:cubicBezTo>
                    <a:pt x="0" y="129"/>
                    <a:pt x="25" y="163"/>
                    <a:pt x="60" y="175"/>
                  </a:cubicBezTo>
                  <a:cubicBezTo>
                    <a:pt x="60" y="207"/>
                    <a:pt x="60" y="207"/>
                    <a:pt x="60" y="207"/>
                  </a:cubicBezTo>
                  <a:cubicBezTo>
                    <a:pt x="60" y="225"/>
                    <a:pt x="60" y="225"/>
                    <a:pt x="60" y="225"/>
                  </a:cubicBezTo>
                  <a:cubicBezTo>
                    <a:pt x="60" y="243"/>
                    <a:pt x="60" y="243"/>
                    <a:pt x="60" y="243"/>
                  </a:cubicBezTo>
                  <a:cubicBezTo>
                    <a:pt x="60" y="250"/>
                    <a:pt x="66" y="255"/>
                    <a:pt x="72" y="255"/>
                  </a:cubicBezTo>
                  <a:cubicBezTo>
                    <a:pt x="108" y="255"/>
                    <a:pt x="108" y="255"/>
                    <a:pt x="108" y="255"/>
                  </a:cubicBezTo>
                  <a:cubicBezTo>
                    <a:pt x="115" y="255"/>
                    <a:pt x="120" y="250"/>
                    <a:pt x="120" y="243"/>
                  </a:cubicBezTo>
                  <a:cubicBezTo>
                    <a:pt x="120" y="223"/>
                    <a:pt x="120" y="223"/>
                    <a:pt x="120" y="223"/>
                  </a:cubicBezTo>
                  <a:lnTo>
                    <a:pt x="120" y="209"/>
                  </a:lnTo>
                  <a:close/>
                </a:path>
              </a:pathLst>
            </a:custGeom>
            <a:noFill/>
            <a:ln w="14351" cap="rnd">
              <a:solidFill>
                <a:srgbClr val="009CD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sp>
          <p:nvSpPr>
            <p:cNvPr id="14" name="Line 259">
              <a:extLst>
                <a:ext uri="{FF2B5EF4-FFF2-40B4-BE49-F238E27FC236}">
                  <a16:creationId xmlns:a16="http://schemas.microsoft.com/office/drawing/2014/main" id="{87CE954E-0160-42FE-8874-AE0C0034E883}"/>
                </a:ext>
              </a:extLst>
            </p:cNvPr>
            <p:cNvSpPr>
              <a:spLocks noChangeShapeType="1"/>
            </p:cNvSpPr>
            <p:nvPr/>
          </p:nvSpPr>
          <p:spPr bwMode="auto">
            <a:xfrm>
              <a:off x="7457966" y="5709121"/>
              <a:ext cx="100910" cy="0"/>
            </a:xfrm>
            <a:prstGeom prst="line">
              <a:avLst/>
            </a:prstGeom>
            <a:noFill/>
            <a:ln w="12700" cap="rnd">
              <a:solidFill>
                <a:srgbClr val="009CD6"/>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endParaRPr lang="en-US" sz="900"/>
            </a:p>
          </p:txBody>
        </p:sp>
      </p:grpSp>
      <p:sp>
        <p:nvSpPr>
          <p:cNvPr id="15" name="TextBox 14">
            <a:extLst>
              <a:ext uri="{FF2B5EF4-FFF2-40B4-BE49-F238E27FC236}">
                <a16:creationId xmlns:a16="http://schemas.microsoft.com/office/drawing/2014/main" id="{E0257869-E6EC-4BF6-A956-15A48066DC87}"/>
              </a:ext>
            </a:extLst>
          </p:cNvPr>
          <p:cNvSpPr txBox="1"/>
          <p:nvPr/>
        </p:nvSpPr>
        <p:spPr>
          <a:xfrm>
            <a:off x="7136841" y="4565828"/>
            <a:ext cx="1645920" cy="1169551"/>
          </a:xfrm>
          <a:prstGeom prst="rect">
            <a:avLst/>
          </a:prstGeom>
          <a:noFill/>
        </p:spPr>
        <p:txBody>
          <a:bodyPr wrap="square" rtlCol="0">
            <a:spAutoFit/>
          </a:bodyPr>
          <a:lstStyle/>
          <a:p>
            <a:r>
              <a:rPr lang="en-US" sz="1400" dirty="0">
                <a:solidFill>
                  <a:schemeClr val="tx1">
                    <a:lumMod val="75000"/>
                    <a:lumOff val="25000"/>
                  </a:schemeClr>
                </a:solidFill>
              </a:rPr>
              <a:t>Use this dark shade of grey when you have large amounts of  small text (14pt)</a:t>
            </a:r>
          </a:p>
        </p:txBody>
      </p:sp>
    </p:spTree>
    <p:extLst>
      <p:ext uri="{BB962C8B-B14F-4D97-AF65-F5344CB8AC3E}">
        <p14:creationId xmlns:p14="http://schemas.microsoft.com/office/powerpoint/2010/main" val="214805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0"/>
          <p:cNvSpPr txBox="1">
            <a:spLocks/>
          </p:cNvSpPr>
          <p:nvPr/>
        </p:nvSpPr>
        <p:spPr>
          <a:xfrm>
            <a:off x="2893661" y="2456900"/>
            <a:ext cx="6404678" cy="1578688"/>
          </a:xfrm>
          <a:prstGeom prst="rect">
            <a:avLst/>
          </a:prstGeom>
        </p:spPr>
        <p:txBody>
          <a:bodyPr vert="horz" wrap="square" lIns="60947" tIns="30473" rIns="60947" bIns="30473"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nSpc>
                <a:spcPct val="130000"/>
              </a:lnSpc>
            </a:pPr>
            <a:r>
              <a:rPr lang="en-US" sz="4000" dirty="0">
                <a:solidFill>
                  <a:schemeClr val="tx1"/>
                </a:solidFill>
                <a:latin typeface="+mj-lt"/>
                <a:cs typeface="Lato Light"/>
              </a:rPr>
              <a:t>Simple layouts </a:t>
            </a:r>
          </a:p>
          <a:p>
            <a:pPr>
              <a:lnSpc>
                <a:spcPct val="130000"/>
              </a:lnSpc>
            </a:pPr>
            <a:r>
              <a:rPr lang="en-US" sz="4000" dirty="0">
                <a:solidFill>
                  <a:schemeClr val="tx1"/>
                </a:solidFill>
                <a:latin typeface="+mj-lt"/>
                <a:cs typeface="Lato Light"/>
              </a:rPr>
              <a:t>Long text &amp; image</a:t>
            </a:r>
          </a:p>
        </p:txBody>
      </p:sp>
    </p:spTree>
    <p:extLst>
      <p:ext uri="{BB962C8B-B14F-4D97-AF65-F5344CB8AC3E}">
        <p14:creationId xmlns:p14="http://schemas.microsoft.com/office/powerpoint/2010/main" val="18545521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icture containing object, sky&#10;&#10;Description automatically generated">
            <a:extLst>
              <a:ext uri="{FF2B5EF4-FFF2-40B4-BE49-F238E27FC236}">
                <a16:creationId xmlns:a16="http://schemas.microsoft.com/office/drawing/2014/main" id="{54307A62-FCA3-4F30-B643-50AE3D8D64C8}"/>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16129" r="16129"/>
          <a:stretch/>
        </p:blipFill>
        <p:spPr/>
      </p:pic>
      <p:sp>
        <p:nvSpPr>
          <p:cNvPr id="12" name="Text Placeholder 11">
            <a:extLst>
              <a:ext uri="{FF2B5EF4-FFF2-40B4-BE49-F238E27FC236}">
                <a16:creationId xmlns:a16="http://schemas.microsoft.com/office/drawing/2014/main" id="{93E41D4B-4287-4D48-BD73-542E6AB59E85}"/>
              </a:ext>
            </a:extLst>
          </p:cNvPr>
          <p:cNvSpPr>
            <a:spLocks noGrp="1"/>
          </p:cNvSpPr>
          <p:nvPr>
            <p:ph type="body" sz="half" idx="2"/>
          </p:nvPr>
        </p:nvSpPr>
        <p:spPr/>
        <p:txBody>
          <a:bodyPr/>
          <a:lstStyle/>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US" dirty="0"/>
              <a:t>Lorem ipsum dolor sit amet, consectetur adipiscing elit. Aliquam vel </a:t>
            </a:r>
            <a:r>
              <a:rPr lang="en-US" dirty="0" err="1"/>
              <a:t>iaculis</a:t>
            </a:r>
            <a:r>
              <a:rPr lang="en-US" dirty="0"/>
              <a:t> </a:t>
            </a:r>
            <a:r>
              <a:rPr lang="en-US" dirty="0" err="1"/>
              <a:t>risus</a:t>
            </a:r>
            <a:r>
              <a:rPr lang="en-US" dirty="0"/>
              <a:t>.</a:t>
            </a:r>
          </a:p>
          <a:p>
            <a:pPr marL="285750" indent="-285750">
              <a:buFont typeface="Arial" panose="020B0604020202020204" pitchFamily="34" charset="0"/>
              <a:buChar char="•"/>
            </a:pPr>
            <a:r>
              <a:rPr lang="en-US" dirty="0"/>
              <a:t>Cras ut euismod sapien, vel pretium ante. Maecenas vel sem in elit tincidunt pretium ut ac arcu. </a:t>
            </a:r>
          </a:p>
          <a:p>
            <a:pPr marL="285750" indent="-285750">
              <a:buFont typeface="Arial" panose="020B0604020202020204" pitchFamily="34" charset="0"/>
              <a:buChar char="•"/>
            </a:pPr>
            <a:r>
              <a:rPr lang="en-US" dirty="0"/>
              <a:t>Vestibulum convallis tortor sem, at faucibus ex vestibulum ut. Ut est felis, suscipit ac molestie at. Aliquam vel iaculis risus. Cras ut euismod sapien, vel pretium ante.</a:t>
            </a:r>
            <a:endParaRPr lang="en-GB" dirty="0"/>
          </a:p>
        </p:txBody>
      </p:sp>
      <p:sp>
        <p:nvSpPr>
          <p:cNvPr id="2" name="Title 1">
            <a:extLst>
              <a:ext uri="{FF2B5EF4-FFF2-40B4-BE49-F238E27FC236}">
                <a16:creationId xmlns:a16="http://schemas.microsoft.com/office/drawing/2014/main" id="{798E336F-E517-4825-9417-61422F658952}"/>
              </a:ext>
            </a:extLst>
          </p:cNvPr>
          <p:cNvSpPr>
            <a:spLocks noGrp="1"/>
          </p:cNvSpPr>
          <p:nvPr>
            <p:ph type="title"/>
          </p:nvPr>
        </p:nvSpPr>
        <p:spPr/>
        <p:txBody>
          <a:bodyPr/>
          <a:lstStyle/>
          <a:p>
            <a:r>
              <a:rPr lang="en-GB" dirty="0"/>
              <a:t>Long slide title </a:t>
            </a:r>
            <a:br>
              <a:rPr lang="en-GB" dirty="0"/>
            </a:br>
            <a:r>
              <a:rPr lang="en-GB" dirty="0"/>
              <a:t>goes here</a:t>
            </a:r>
            <a:br>
              <a:rPr lang="en-GB" dirty="0"/>
            </a:br>
            <a:r>
              <a:rPr lang="en-GB" dirty="0"/>
              <a:t>second line here</a:t>
            </a:r>
            <a:endParaRPr lang="en-US" dirty="0"/>
          </a:p>
        </p:txBody>
      </p:sp>
      <p:sp>
        <p:nvSpPr>
          <p:cNvPr id="5" name="Text Placeholder 4">
            <a:extLst>
              <a:ext uri="{FF2B5EF4-FFF2-40B4-BE49-F238E27FC236}">
                <a16:creationId xmlns:a16="http://schemas.microsoft.com/office/drawing/2014/main" id="{0E1E097A-020C-4EEE-A0C4-A21F44217BC4}"/>
              </a:ext>
            </a:extLst>
          </p:cNvPr>
          <p:cNvSpPr>
            <a:spLocks noGrp="1"/>
          </p:cNvSpPr>
          <p:nvPr>
            <p:ph type="body" sz="quarter" idx="10"/>
          </p:nvPr>
        </p:nvSpPr>
        <p:spPr/>
        <p:txBody>
          <a:bodyPr/>
          <a:lstStyle/>
          <a:p>
            <a:r>
              <a:rPr lang="en-US" dirty="0"/>
              <a:t>Section name </a:t>
            </a:r>
          </a:p>
        </p:txBody>
      </p:sp>
    </p:spTree>
    <p:extLst>
      <p:ext uri="{BB962C8B-B14F-4D97-AF65-F5344CB8AC3E}">
        <p14:creationId xmlns:p14="http://schemas.microsoft.com/office/powerpoint/2010/main" val="3454292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icture containing sky, outdoor, boat, transport&#10;&#10;Description automatically generated">
            <a:extLst>
              <a:ext uri="{FF2B5EF4-FFF2-40B4-BE49-F238E27FC236}">
                <a16:creationId xmlns:a16="http://schemas.microsoft.com/office/drawing/2014/main" id="{843553B7-36BF-4969-97FF-E386CE161EFE}"/>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35598" r="35598"/>
          <a:stretch/>
        </p:blipFill>
        <p:spPr/>
      </p:pic>
      <p:sp>
        <p:nvSpPr>
          <p:cNvPr id="3" name="Text Placeholder 2">
            <a:extLst>
              <a:ext uri="{FF2B5EF4-FFF2-40B4-BE49-F238E27FC236}">
                <a16:creationId xmlns:a16="http://schemas.microsoft.com/office/drawing/2014/main" id="{BC77D32B-6EB7-4852-A60D-98B428DD8579}"/>
              </a:ext>
            </a:extLst>
          </p:cNvPr>
          <p:cNvSpPr>
            <a:spLocks noGrp="1"/>
          </p:cNvSpPr>
          <p:nvPr>
            <p:ph type="body" sz="half" idx="2"/>
          </p:nvPr>
        </p:nvSpPr>
        <p:spPr>
          <a:xfrm>
            <a:off x="7404579" y="2749262"/>
            <a:ext cx="4204643" cy="3416009"/>
          </a:xfrm>
        </p:spPr>
        <p:txBody>
          <a:bodyPr/>
          <a:lstStyle/>
          <a:p>
            <a:pPr marL="285750" indent="-285750">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GB" dirty="0"/>
              <a:t>.</a:t>
            </a:r>
          </a:p>
          <a:p>
            <a:pPr marL="285750" indent="-285750">
              <a:buFont typeface="Arial" panose="020B0604020202020204" pitchFamily="34" charset="0"/>
              <a:buChar char="•"/>
            </a:pPr>
            <a:r>
              <a:rPr lang="pt-BR" dirty="0"/>
              <a:t>Vestibulum convallis tortor sem, at faucibus ex vestibulum ut</a:t>
            </a:r>
            <a:r>
              <a:rPr lang="en-GB" dirty="0"/>
              <a:t>. </a:t>
            </a:r>
            <a:r>
              <a:rPr lang="pt-BR" dirty="0"/>
              <a:t>Vestibulum convallis tortor sem, at faucibus</a:t>
            </a:r>
            <a:r>
              <a:rPr lang="en-US" dirty="0"/>
              <a:t>.</a:t>
            </a:r>
            <a:endParaRPr lang="en-GB" dirty="0"/>
          </a:p>
          <a:p>
            <a:pPr marL="285750" indent="-285750">
              <a:buFont typeface="Arial" panose="020B0604020202020204" pitchFamily="34" charset="0"/>
              <a:buChar char="•"/>
            </a:pPr>
            <a:r>
              <a:rPr lang="en-US" dirty="0" err="1"/>
              <a:t>Aliquam</a:t>
            </a:r>
            <a:r>
              <a:rPr lang="en-US" dirty="0"/>
              <a:t> vel </a:t>
            </a:r>
            <a:r>
              <a:rPr lang="en-US" dirty="0" err="1"/>
              <a:t>iaculis</a:t>
            </a:r>
            <a:r>
              <a:rPr lang="en-US" dirty="0"/>
              <a:t> </a:t>
            </a:r>
            <a:r>
              <a:rPr lang="en-US" dirty="0" err="1"/>
              <a:t>risus</a:t>
            </a:r>
            <a:r>
              <a:rPr lang="en-US" dirty="0"/>
              <a:t>. Cras </a:t>
            </a:r>
            <a:r>
              <a:rPr lang="en-US" dirty="0" err="1"/>
              <a:t>ut</a:t>
            </a:r>
            <a:r>
              <a:rPr lang="en-US" dirty="0"/>
              <a:t> </a:t>
            </a:r>
            <a:r>
              <a:rPr lang="en-US" dirty="0" err="1"/>
              <a:t>euismod</a:t>
            </a:r>
            <a:r>
              <a:rPr lang="en-US" dirty="0"/>
              <a:t> </a:t>
            </a:r>
            <a:r>
              <a:rPr lang="en-US" dirty="0" err="1"/>
              <a:t>sapien</a:t>
            </a:r>
            <a:r>
              <a:rPr lang="en-US" dirty="0"/>
              <a:t>, vel </a:t>
            </a:r>
            <a:r>
              <a:rPr lang="en-US" dirty="0" err="1"/>
              <a:t>pretium</a:t>
            </a:r>
            <a:r>
              <a:rPr lang="en-US" dirty="0"/>
              <a:t> ante</a:t>
            </a:r>
            <a:r>
              <a:rPr lang="en-GB" dirty="0"/>
              <a:t>.</a:t>
            </a:r>
          </a:p>
          <a:p>
            <a:pPr marL="285750" indent="-28575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44156B36-7250-46C6-ABFD-537D8F4782DD}"/>
              </a:ext>
            </a:extLst>
          </p:cNvPr>
          <p:cNvSpPr>
            <a:spLocks noGrp="1"/>
          </p:cNvSpPr>
          <p:nvPr>
            <p:ph type="title"/>
          </p:nvPr>
        </p:nvSpPr>
        <p:spPr/>
        <p:txBody>
          <a:bodyPr/>
          <a:lstStyle/>
          <a:p>
            <a:r>
              <a:rPr lang="en-GB" dirty="0"/>
              <a:t>Slide title goes here</a:t>
            </a:r>
            <a:br>
              <a:rPr lang="en-GB" dirty="0"/>
            </a:br>
            <a:r>
              <a:rPr lang="en-GB" dirty="0"/>
              <a:t>second line of slide title goes here</a:t>
            </a:r>
            <a:br>
              <a:rPr lang="en-GB" dirty="0"/>
            </a:br>
            <a:endParaRPr lang="en-US" dirty="0"/>
          </a:p>
        </p:txBody>
      </p:sp>
      <p:sp>
        <p:nvSpPr>
          <p:cNvPr id="2" name="Text Placeholder 1">
            <a:extLst>
              <a:ext uri="{FF2B5EF4-FFF2-40B4-BE49-F238E27FC236}">
                <a16:creationId xmlns:a16="http://schemas.microsoft.com/office/drawing/2014/main" id="{F6DBA53B-052A-4E93-A967-AF5AF70D618C}"/>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1641090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icture containing text, computer&#10;&#10;Description automatically generated">
            <a:extLst>
              <a:ext uri="{FF2B5EF4-FFF2-40B4-BE49-F238E27FC236}">
                <a16:creationId xmlns:a16="http://schemas.microsoft.com/office/drawing/2014/main" id="{FE0A05A1-9FEE-40A1-B517-A5C998703D2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9454" r="19454"/>
          <a:stretch>
            <a:fillRect/>
          </a:stretch>
        </p:blipFill>
        <p:spPr/>
      </p:pic>
      <p:sp>
        <p:nvSpPr>
          <p:cNvPr id="4" name="Title 3">
            <a:extLst>
              <a:ext uri="{FF2B5EF4-FFF2-40B4-BE49-F238E27FC236}">
                <a16:creationId xmlns:a16="http://schemas.microsoft.com/office/drawing/2014/main" id="{43933FA5-F997-4175-9503-D3A46EF60E4D}"/>
              </a:ext>
            </a:extLst>
          </p:cNvPr>
          <p:cNvSpPr>
            <a:spLocks noGrp="1"/>
          </p:cNvSpPr>
          <p:nvPr>
            <p:ph type="title"/>
          </p:nvPr>
        </p:nvSpPr>
        <p:spPr>
          <a:xfrm>
            <a:off x="5593557" y="1241625"/>
            <a:ext cx="6000749" cy="867930"/>
          </a:xfrm>
        </p:spPr>
        <p:txBody>
          <a:bodyPr/>
          <a:lstStyle/>
          <a:p>
            <a:r>
              <a:rPr lang="en-GB" dirty="0"/>
              <a:t>Long slide title goes here</a:t>
            </a:r>
            <a:br>
              <a:rPr lang="en-GB" dirty="0"/>
            </a:br>
            <a:r>
              <a:rPr lang="en-GB" dirty="0"/>
              <a:t>second line here</a:t>
            </a:r>
            <a:endParaRPr lang="en-US" dirty="0"/>
          </a:p>
        </p:txBody>
      </p:sp>
      <p:sp>
        <p:nvSpPr>
          <p:cNvPr id="5" name="Text Placeholder 4">
            <a:extLst>
              <a:ext uri="{FF2B5EF4-FFF2-40B4-BE49-F238E27FC236}">
                <a16:creationId xmlns:a16="http://schemas.microsoft.com/office/drawing/2014/main" id="{5F37D911-CD49-4019-B9FD-F1EAC31358C1}"/>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E7C5D06F-DA01-480F-A437-F4CAC1C6F5F8}"/>
              </a:ext>
            </a:extLst>
          </p:cNvPr>
          <p:cNvSpPr>
            <a:spLocks noGrp="1"/>
          </p:cNvSpPr>
          <p:nvPr>
            <p:ph type="body" sz="half" idx="2"/>
          </p:nvPr>
        </p:nvSpPr>
        <p:spPr>
          <a:xfrm>
            <a:off x="5593546" y="2310363"/>
            <a:ext cx="5590921" cy="3820167"/>
          </a:xfrm>
        </p:spPr>
        <p:txBody>
          <a:bodyPr/>
          <a:lstStyle/>
          <a:p>
            <a:r>
              <a:rPr lang="en-US" dirty="0"/>
              <a:t>Lorem ipsum dolor sit amet, consectetur adipiscing elit. Aliquam vel iaculis risus. </a:t>
            </a:r>
          </a:p>
          <a:p>
            <a:r>
              <a:rPr lang="en-US" dirty="0"/>
              <a:t>Cras ut euismod sapien, vel pretium ante. Maecenas vel sem in elit tincidunt pretium ut ac arcu. </a:t>
            </a:r>
          </a:p>
          <a:p>
            <a:r>
              <a:rPr lang="en-US" dirty="0"/>
              <a:t>Vestibulum convallis tortor sem, at faucibus ex vestibulum ut. </a:t>
            </a:r>
          </a:p>
        </p:txBody>
      </p:sp>
    </p:spTree>
    <p:extLst>
      <p:ext uri="{BB962C8B-B14F-4D97-AF65-F5344CB8AC3E}">
        <p14:creationId xmlns:p14="http://schemas.microsoft.com/office/powerpoint/2010/main" val="1329851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sky, water, outdoor, day&#10;&#10;Description automatically generated">
            <a:extLst>
              <a:ext uri="{FF2B5EF4-FFF2-40B4-BE49-F238E27FC236}">
                <a16:creationId xmlns:a16="http://schemas.microsoft.com/office/drawing/2014/main" id="{F0929FBF-CFAA-4679-AF21-C5373C38D5D8}"/>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559" b="5559"/>
          <a:stretch>
            <a:fillRect/>
          </a:stretch>
        </p:blipFill>
        <p:spPr/>
      </p:pic>
      <p:sp>
        <p:nvSpPr>
          <p:cNvPr id="4" name="Title 3">
            <a:extLst>
              <a:ext uri="{FF2B5EF4-FFF2-40B4-BE49-F238E27FC236}">
                <a16:creationId xmlns:a16="http://schemas.microsoft.com/office/drawing/2014/main" id="{02CDDAFC-06A4-4643-A61A-779D890C2822}"/>
              </a:ext>
            </a:extLst>
          </p:cNvPr>
          <p:cNvSpPr>
            <a:spLocks noGrp="1"/>
          </p:cNvSpPr>
          <p:nvPr>
            <p:ph type="title"/>
          </p:nvPr>
        </p:nvSpPr>
        <p:spPr/>
        <p:txBody>
          <a:bodyPr/>
          <a:lstStyle/>
          <a:p>
            <a:r>
              <a:rPr lang="en-GB" dirty="0"/>
              <a:t>Long slide title goes here</a:t>
            </a:r>
            <a:br>
              <a:rPr lang="en-GB" dirty="0"/>
            </a:br>
            <a:r>
              <a:rPr lang="en-GB" dirty="0"/>
              <a:t>second line of slide title here</a:t>
            </a:r>
            <a:br>
              <a:rPr lang="en-GB" dirty="0"/>
            </a:br>
            <a:r>
              <a:rPr lang="en-GB" dirty="0"/>
              <a:t>third line goes here</a:t>
            </a:r>
            <a:endParaRPr lang="en-US" dirty="0"/>
          </a:p>
        </p:txBody>
      </p:sp>
      <p:sp>
        <p:nvSpPr>
          <p:cNvPr id="7" name="Text Placeholder 6">
            <a:extLst>
              <a:ext uri="{FF2B5EF4-FFF2-40B4-BE49-F238E27FC236}">
                <a16:creationId xmlns:a16="http://schemas.microsoft.com/office/drawing/2014/main" id="{BFA28785-5D1C-48AC-9E04-92A0BF957650}"/>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5D76ED36-7F3F-4FB2-BCD2-5B4B08F5B6B5}"/>
              </a:ext>
            </a:extLst>
          </p:cNvPr>
          <p:cNvSpPr>
            <a:spLocks noGrp="1"/>
          </p:cNvSpPr>
          <p:nvPr>
            <p:ph type="body" sz="half" idx="2"/>
          </p:nvPr>
        </p:nvSpPr>
        <p:spPr>
          <a:xfrm>
            <a:off x="692362" y="2678858"/>
            <a:ext cx="6000749" cy="3820167"/>
          </a:xfrm>
        </p:spPr>
        <p:txBody>
          <a:bodyPr/>
          <a:lstStyle/>
          <a:p>
            <a:r>
              <a:rPr lang="en-GB" b="1" dirty="0"/>
              <a:t>Subheading 1</a:t>
            </a:r>
          </a:p>
          <a:p>
            <a:pPr marL="742950" lvl="1" indent="-285750">
              <a:buFont typeface="Arial" panose="020B0604020202020204" pitchFamily="34" charset="0"/>
              <a:buChar char="•"/>
            </a:pPr>
            <a:r>
              <a:rPr lang="en-GB" sz="1600" dirty="0"/>
              <a:t>When and where can children use the internet?</a:t>
            </a:r>
          </a:p>
          <a:p>
            <a:pPr marL="742950" lvl="1" indent="-285750">
              <a:buFont typeface="Arial" panose="020B0604020202020204" pitchFamily="34" charset="0"/>
              <a:buChar char="•"/>
            </a:pPr>
            <a:r>
              <a:rPr lang="en-GB" sz="1600" dirty="0"/>
              <a:t>For how long? Discuss </a:t>
            </a:r>
            <a:r>
              <a:rPr lang="en-GB" sz="1600" dirty="0" err="1"/>
              <a:t>screentime</a:t>
            </a:r>
            <a:r>
              <a:rPr lang="en-GB" sz="1600" dirty="0"/>
              <a:t> as a family – </a:t>
            </a:r>
            <a:br>
              <a:rPr lang="en-GB" sz="1600" dirty="0"/>
            </a:br>
            <a:r>
              <a:rPr lang="en-GB" sz="1600" dirty="0"/>
              <a:t>adults should be good role models.</a:t>
            </a:r>
          </a:p>
          <a:p>
            <a:r>
              <a:rPr lang="en-GB" b="1" dirty="0"/>
              <a:t>Subheading 2</a:t>
            </a:r>
          </a:p>
          <a:p>
            <a:pPr marL="742950" lvl="1" indent="-285750">
              <a:buFont typeface="Arial" panose="020B0604020202020204" pitchFamily="34" charset="0"/>
              <a:buChar char="•"/>
            </a:pPr>
            <a:r>
              <a:rPr lang="en-GB" sz="1600" dirty="0"/>
              <a:t>When taking and uploading photos?</a:t>
            </a:r>
          </a:p>
          <a:p>
            <a:pPr marL="742950" lvl="1" indent="-285750">
              <a:buFont typeface="Arial" panose="020B0604020202020204" pitchFamily="34" charset="0"/>
              <a:buChar char="•"/>
            </a:pPr>
            <a:r>
              <a:rPr lang="en-GB" sz="1600" dirty="0"/>
              <a:t>Sharing personal stories</a:t>
            </a:r>
          </a:p>
          <a:p>
            <a:r>
              <a:rPr lang="en-GB" b="1" dirty="0"/>
              <a:t>Subheading 3</a:t>
            </a:r>
          </a:p>
          <a:p>
            <a:pPr marL="742950" lvl="1" indent="-285750">
              <a:buFont typeface="Arial" panose="020B0604020202020204" pitchFamily="34" charset="0"/>
              <a:buChar char="•"/>
            </a:pPr>
            <a:r>
              <a:rPr lang="en-GB" sz="1600" dirty="0"/>
              <a:t>Encourage children to come and speak to you</a:t>
            </a:r>
          </a:p>
          <a:p>
            <a:endParaRPr lang="en-US" dirty="0"/>
          </a:p>
        </p:txBody>
      </p:sp>
    </p:spTree>
    <p:extLst>
      <p:ext uri="{BB962C8B-B14F-4D97-AF65-F5344CB8AC3E}">
        <p14:creationId xmlns:p14="http://schemas.microsoft.com/office/powerpoint/2010/main" val="625635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Close-up of people shaking hands&#10;&#10;Description automatically generated">
            <a:extLst>
              <a:ext uri="{FF2B5EF4-FFF2-40B4-BE49-F238E27FC236}">
                <a16:creationId xmlns:a16="http://schemas.microsoft.com/office/drawing/2014/main" id="{7ABC4243-F8F9-4E3B-8FD2-6A66A16AECD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4578" r="4578"/>
          <a:stretch>
            <a:fillRect/>
          </a:stretch>
        </p:blipFill>
        <p:spPr/>
      </p:pic>
      <p:sp>
        <p:nvSpPr>
          <p:cNvPr id="4" name="Title 3">
            <a:extLst>
              <a:ext uri="{FF2B5EF4-FFF2-40B4-BE49-F238E27FC236}">
                <a16:creationId xmlns:a16="http://schemas.microsoft.com/office/drawing/2014/main" id="{DEA74F3F-AAB2-423A-93B3-37FB35AB9893}"/>
              </a:ext>
            </a:extLst>
          </p:cNvPr>
          <p:cNvSpPr>
            <a:spLocks noGrp="1"/>
          </p:cNvSpPr>
          <p:nvPr>
            <p:ph type="title"/>
          </p:nvPr>
        </p:nvSpPr>
        <p:spPr>
          <a:xfrm>
            <a:off x="5593557" y="1241625"/>
            <a:ext cx="6000749" cy="1255728"/>
          </a:xfrm>
        </p:spPr>
        <p:txBody>
          <a:bodyPr/>
          <a:lstStyle/>
          <a:p>
            <a:r>
              <a:rPr lang="en-GB" dirty="0"/>
              <a:t>Long slide title goes here</a:t>
            </a:r>
            <a:br>
              <a:rPr lang="en-GB" dirty="0"/>
            </a:br>
            <a:r>
              <a:rPr lang="en-GB" dirty="0"/>
              <a:t>second line of slide title here</a:t>
            </a:r>
            <a:br>
              <a:rPr lang="en-GB" dirty="0"/>
            </a:br>
            <a:r>
              <a:rPr lang="en-GB" dirty="0"/>
              <a:t>third line goes here</a:t>
            </a:r>
            <a:endParaRPr lang="en-US" dirty="0"/>
          </a:p>
        </p:txBody>
      </p:sp>
      <p:sp>
        <p:nvSpPr>
          <p:cNvPr id="2" name="Text Placeholder 1">
            <a:extLst>
              <a:ext uri="{FF2B5EF4-FFF2-40B4-BE49-F238E27FC236}">
                <a16:creationId xmlns:a16="http://schemas.microsoft.com/office/drawing/2014/main" id="{1A452051-1553-478E-85F6-5ECDFE3840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781DA370-EDF1-4A84-91E6-C9868AD6BEED}"/>
              </a:ext>
            </a:extLst>
          </p:cNvPr>
          <p:cNvSpPr>
            <a:spLocks noGrp="1"/>
          </p:cNvSpPr>
          <p:nvPr>
            <p:ph type="body" sz="half" idx="2"/>
          </p:nvPr>
        </p:nvSpPr>
        <p:spPr>
          <a:xfrm>
            <a:off x="5593546" y="2801722"/>
            <a:ext cx="6000749" cy="3082612"/>
          </a:xfrm>
        </p:spPr>
        <p:txBody>
          <a:bodyPr numCol="2" spcCol="91440"/>
          <a:lstStyle/>
          <a:p>
            <a:r>
              <a:rPr lang="en-GB" b="1" dirty="0"/>
              <a:t>Title bullet list one </a:t>
            </a:r>
            <a:br>
              <a:rPr lang="en-GB" b="1" dirty="0"/>
            </a:br>
            <a:r>
              <a:rPr lang="en-GB" b="1" dirty="0"/>
              <a:t>goes here?</a:t>
            </a:r>
          </a:p>
          <a:p>
            <a:pPr marL="742950" lvl="1" indent="-285750">
              <a:buFont typeface="Arial" panose="020B0604020202020204" pitchFamily="34" charset="0"/>
              <a:buChar char="•"/>
            </a:pPr>
            <a:r>
              <a:rPr lang="en-GB" sz="1600" dirty="0"/>
              <a:t>Mobile phones</a:t>
            </a:r>
          </a:p>
          <a:p>
            <a:pPr marL="742950" lvl="1" indent="-285750">
              <a:buFont typeface="Arial" panose="020B0604020202020204" pitchFamily="34" charset="0"/>
              <a:buChar char="•"/>
            </a:pPr>
            <a:r>
              <a:rPr lang="en-GB" sz="1600" dirty="0"/>
              <a:t>Laptops</a:t>
            </a:r>
          </a:p>
          <a:p>
            <a:pPr marL="742950" lvl="1" indent="-285750">
              <a:buFont typeface="Arial" panose="020B0604020202020204" pitchFamily="34" charset="0"/>
              <a:buChar char="•"/>
            </a:pPr>
            <a:r>
              <a:rPr lang="en-GB" sz="1600" dirty="0"/>
              <a:t>Smart TV</a:t>
            </a:r>
          </a:p>
          <a:p>
            <a:pPr marL="742950" lvl="1" indent="-285750">
              <a:buFont typeface="Arial" panose="020B0604020202020204" pitchFamily="34" charset="0"/>
              <a:buChar char="•"/>
            </a:pPr>
            <a:r>
              <a:rPr lang="en-GB" sz="1600" dirty="0"/>
              <a:t>Games console</a:t>
            </a:r>
          </a:p>
          <a:p>
            <a:pPr marL="742950" lvl="1" indent="-285750">
              <a:buFont typeface="Arial" panose="020B0604020202020204" pitchFamily="34" charset="0"/>
              <a:buChar char="•"/>
            </a:pPr>
            <a:r>
              <a:rPr lang="en-GB" sz="1600" dirty="0"/>
              <a:t>Fitness trackers</a:t>
            </a:r>
          </a:p>
          <a:p>
            <a:pPr marL="742950" lvl="1" indent="-285750">
              <a:buFont typeface="Arial" panose="020B0604020202020204" pitchFamily="34" charset="0"/>
              <a:buChar char="•"/>
            </a:pPr>
            <a:r>
              <a:rPr lang="en-GB" sz="1600" dirty="0"/>
              <a:t>Smart speakers</a:t>
            </a:r>
          </a:p>
          <a:p>
            <a:r>
              <a:rPr lang="en-GB" b="1" dirty="0"/>
              <a:t>Title bullet list two </a:t>
            </a:r>
            <a:br>
              <a:rPr lang="en-GB" b="1" dirty="0"/>
            </a:br>
            <a:r>
              <a:rPr lang="en-GB" b="1" dirty="0"/>
              <a:t>goes here?</a:t>
            </a:r>
          </a:p>
          <a:p>
            <a:pPr marL="742950" lvl="1" indent="-285750">
              <a:buFont typeface="Arial" panose="020B0604020202020204" pitchFamily="34" charset="0"/>
              <a:buChar char="•"/>
            </a:pPr>
            <a:r>
              <a:rPr lang="en-GB" sz="1600" dirty="0"/>
              <a:t>Netflix</a:t>
            </a:r>
          </a:p>
          <a:p>
            <a:pPr marL="742950" lvl="1" indent="-285750">
              <a:buFont typeface="Arial" panose="020B0604020202020204" pitchFamily="34" charset="0"/>
              <a:buChar char="•"/>
            </a:pPr>
            <a:r>
              <a:rPr lang="en-GB" sz="1600" dirty="0" err="1"/>
              <a:t>Youtube</a:t>
            </a:r>
            <a:endParaRPr lang="en-GB" sz="1600" dirty="0"/>
          </a:p>
          <a:p>
            <a:pPr marL="742950" lvl="1" indent="-285750">
              <a:buFont typeface="Arial" panose="020B0604020202020204" pitchFamily="34" charset="0"/>
              <a:buChar char="•"/>
            </a:pPr>
            <a:r>
              <a:rPr lang="en-GB" sz="1600" dirty="0"/>
              <a:t>Other social media platforms</a:t>
            </a:r>
          </a:p>
          <a:p>
            <a:pPr marL="742950" lvl="1" indent="-285750">
              <a:buFont typeface="Arial" panose="020B0604020202020204" pitchFamily="34" charset="0"/>
              <a:buChar char="•"/>
            </a:pPr>
            <a:endParaRPr lang="en-GB" dirty="0"/>
          </a:p>
        </p:txBody>
      </p:sp>
    </p:spTree>
    <p:extLst>
      <p:ext uri="{BB962C8B-B14F-4D97-AF65-F5344CB8AC3E}">
        <p14:creationId xmlns:p14="http://schemas.microsoft.com/office/powerpoint/2010/main" val="2727855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877B50C-E0EF-4269-8351-409624F8C360}"/>
              </a:ext>
            </a:extLst>
          </p:cNvPr>
          <p:cNvSpPr>
            <a:spLocks noGrp="1"/>
          </p:cNvSpPr>
          <p:nvPr>
            <p:ph type="pic" idx="1"/>
          </p:nvPr>
        </p:nvSpPr>
        <p:spPr/>
        <p:txBody>
          <a:bodyPr/>
          <a:lstStyle/>
          <a:p>
            <a:endParaRPr lang="en-GB"/>
          </a:p>
        </p:txBody>
      </p:sp>
      <p:sp>
        <p:nvSpPr>
          <p:cNvPr id="4" name="Text Placeholder 3">
            <a:extLst>
              <a:ext uri="{FF2B5EF4-FFF2-40B4-BE49-F238E27FC236}">
                <a16:creationId xmlns:a16="http://schemas.microsoft.com/office/drawing/2014/main" id="{B042D4F3-11F5-4386-9EC5-5A052321340F}"/>
              </a:ext>
            </a:extLst>
          </p:cNvPr>
          <p:cNvSpPr>
            <a:spLocks noGrp="1"/>
          </p:cNvSpPr>
          <p:nvPr>
            <p:ph type="body" sz="half" idx="2"/>
          </p:nvPr>
        </p:nvSpPr>
        <p:spPr/>
        <p:txBody>
          <a:bodyPr/>
          <a:lstStyle/>
          <a:p>
            <a:r>
              <a:rPr lang="en-US" dirty="0"/>
              <a:t>Example slide of image gallery/collage.</a:t>
            </a:r>
          </a:p>
        </p:txBody>
      </p:sp>
      <p:sp>
        <p:nvSpPr>
          <p:cNvPr id="2" name="Title 1">
            <a:extLst>
              <a:ext uri="{FF2B5EF4-FFF2-40B4-BE49-F238E27FC236}">
                <a16:creationId xmlns:a16="http://schemas.microsoft.com/office/drawing/2014/main" id="{397149B2-7014-4556-8F34-C89840869B59}"/>
              </a:ext>
            </a:extLst>
          </p:cNvPr>
          <p:cNvSpPr>
            <a:spLocks noGrp="1"/>
          </p:cNvSpPr>
          <p:nvPr>
            <p:ph type="title"/>
          </p:nvPr>
        </p:nvSpPr>
        <p:spPr/>
        <p:txBody>
          <a:bodyPr/>
          <a:lstStyle/>
          <a:p>
            <a:r>
              <a:rPr lang="en-US" dirty="0"/>
              <a:t>Slide title goes here</a:t>
            </a:r>
          </a:p>
        </p:txBody>
      </p:sp>
      <p:sp>
        <p:nvSpPr>
          <p:cNvPr id="14" name="Text Placeholder 13">
            <a:extLst>
              <a:ext uri="{FF2B5EF4-FFF2-40B4-BE49-F238E27FC236}">
                <a16:creationId xmlns:a16="http://schemas.microsoft.com/office/drawing/2014/main" id="{0139D743-937C-4BD5-9C66-6E7A747BFEEE}"/>
              </a:ext>
            </a:extLst>
          </p:cNvPr>
          <p:cNvSpPr>
            <a:spLocks noGrp="1"/>
          </p:cNvSpPr>
          <p:nvPr>
            <p:ph type="body" sz="quarter" idx="10"/>
          </p:nvPr>
        </p:nvSpPr>
        <p:spPr/>
        <p:txBody>
          <a:bodyPr/>
          <a:lstStyle/>
          <a:p>
            <a:endParaRPr lang="en-US"/>
          </a:p>
        </p:txBody>
      </p:sp>
      <p:grpSp>
        <p:nvGrpSpPr>
          <p:cNvPr id="21" name="Group 20">
            <a:extLst>
              <a:ext uri="{FF2B5EF4-FFF2-40B4-BE49-F238E27FC236}">
                <a16:creationId xmlns:a16="http://schemas.microsoft.com/office/drawing/2014/main" id="{0BC24C14-CE57-424F-B6A5-CA481FAEA2EC}"/>
              </a:ext>
            </a:extLst>
          </p:cNvPr>
          <p:cNvGrpSpPr/>
          <p:nvPr/>
        </p:nvGrpSpPr>
        <p:grpSpPr>
          <a:xfrm>
            <a:off x="278768" y="273050"/>
            <a:ext cx="2050094" cy="2852399"/>
            <a:chOff x="278768" y="273050"/>
            <a:chExt cx="2050094" cy="2852399"/>
          </a:xfrm>
        </p:grpSpPr>
        <p:sp>
          <p:nvSpPr>
            <p:cNvPr id="3" name="Rectangle 2">
              <a:extLst>
                <a:ext uri="{FF2B5EF4-FFF2-40B4-BE49-F238E27FC236}">
                  <a16:creationId xmlns:a16="http://schemas.microsoft.com/office/drawing/2014/main" id="{58412FA9-8A1D-4EAC-8518-C835AF73E628}"/>
                </a:ext>
              </a:extLst>
            </p:cNvPr>
            <p:cNvSpPr/>
            <p:nvPr/>
          </p:nvSpPr>
          <p:spPr>
            <a:xfrm>
              <a:off x="278768" y="273050"/>
              <a:ext cx="2050094" cy="28523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20" name="Graphic 19" descr="Image">
              <a:extLst>
                <a:ext uri="{FF2B5EF4-FFF2-40B4-BE49-F238E27FC236}">
                  <a16:creationId xmlns:a16="http://schemas.microsoft.com/office/drawing/2014/main" id="{05310A82-528C-43D0-989B-467D1CB81D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22" name="Group 21">
            <a:extLst>
              <a:ext uri="{FF2B5EF4-FFF2-40B4-BE49-F238E27FC236}">
                <a16:creationId xmlns:a16="http://schemas.microsoft.com/office/drawing/2014/main" id="{E43E8608-829B-4AAF-80E4-C12E602B8EDC}"/>
              </a:ext>
            </a:extLst>
          </p:cNvPr>
          <p:cNvGrpSpPr/>
          <p:nvPr/>
        </p:nvGrpSpPr>
        <p:grpSpPr>
          <a:xfrm>
            <a:off x="2409824" y="271384"/>
            <a:ext cx="1374775" cy="1855788"/>
            <a:chOff x="278768" y="239519"/>
            <a:chExt cx="2050094" cy="2767390"/>
          </a:xfrm>
        </p:grpSpPr>
        <p:sp>
          <p:nvSpPr>
            <p:cNvPr id="23" name="Rectangle 22">
              <a:extLst>
                <a:ext uri="{FF2B5EF4-FFF2-40B4-BE49-F238E27FC236}">
                  <a16:creationId xmlns:a16="http://schemas.microsoft.com/office/drawing/2014/main" id="{E047DB21-AA60-4A41-9FAD-2EB38AC7171E}"/>
                </a:ext>
              </a:extLst>
            </p:cNvPr>
            <p:cNvSpPr/>
            <p:nvPr/>
          </p:nvSpPr>
          <p:spPr>
            <a:xfrm>
              <a:off x="278768" y="239519"/>
              <a:ext cx="2050094" cy="276739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24" name="Graphic 23" descr="Image">
              <a:extLst>
                <a:ext uri="{FF2B5EF4-FFF2-40B4-BE49-F238E27FC236}">
                  <a16:creationId xmlns:a16="http://schemas.microsoft.com/office/drawing/2014/main" id="{D27D8CE7-277C-422D-BAB5-70057A482D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25" name="Group 24">
            <a:extLst>
              <a:ext uri="{FF2B5EF4-FFF2-40B4-BE49-F238E27FC236}">
                <a16:creationId xmlns:a16="http://schemas.microsoft.com/office/drawing/2014/main" id="{98B78EDA-673F-4207-A55D-AE125A54F4F1}"/>
              </a:ext>
            </a:extLst>
          </p:cNvPr>
          <p:cNvGrpSpPr/>
          <p:nvPr/>
        </p:nvGrpSpPr>
        <p:grpSpPr>
          <a:xfrm>
            <a:off x="2409824" y="2214562"/>
            <a:ext cx="1374775" cy="1855788"/>
            <a:chOff x="278768" y="239519"/>
            <a:chExt cx="2050094" cy="2767390"/>
          </a:xfrm>
        </p:grpSpPr>
        <p:sp>
          <p:nvSpPr>
            <p:cNvPr id="26" name="Rectangle 25">
              <a:extLst>
                <a:ext uri="{FF2B5EF4-FFF2-40B4-BE49-F238E27FC236}">
                  <a16:creationId xmlns:a16="http://schemas.microsoft.com/office/drawing/2014/main" id="{F9D7D816-2F99-4DF5-AC86-FA89B548400C}"/>
                </a:ext>
              </a:extLst>
            </p:cNvPr>
            <p:cNvSpPr/>
            <p:nvPr/>
          </p:nvSpPr>
          <p:spPr>
            <a:xfrm>
              <a:off x="278768" y="239519"/>
              <a:ext cx="2050094" cy="276739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27" name="Graphic 26" descr="Image">
              <a:extLst>
                <a:ext uri="{FF2B5EF4-FFF2-40B4-BE49-F238E27FC236}">
                  <a16:creationId xmlns:a16="http://schemas.microsoft.com/office/drawing/2014/main" id="{89520B38-DBDD-45AA-9E35-6FFE32AED2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28" name="Group 27">
            <a:extLst>
              <a:ext uri="{FF2B5EF4-FFF2-40B4-BE49-F238E27FC236}">
                <a16:creationId xmlns:a16="http://schemas.microsoft.com/office/drawing/2014/main" id="{C10424BE-8F90-402D-933B-89BAF84A0B96}"/>
              </a:ext>
            </a:extLst>
          </p:cNvPr>
          <p:cNvGrpSpPr/>
          <p:nvPr/>
        </p:nvGrpSpPr>
        <p:grpSpPr>
          <a:xfrm>
            <a:off x="2420519" y="4153693"/>
            <a:ext cx="1374775" cy="1855788"/>
            <a:chOff x="278768" y="239519"/>
            <a:chExt cx="2050094" cy="2767390"/>
          </a:xfrm>
        </p:grpSpPr>
        <p:sp>
          <p:nvSpPr>
            <p:cNvPr id="29" name="Rectangle 28">
              <a:extLst>
                <a:ext uri="{FF2B5EF4-FFF2-40B4-BE49-F238E27FC236}">
                  <a16:creationId xmlns:a16="http://schemas.microsoft.com/office/drawing/2014/main" id="{CED7A58D-AC1B-4C51-A351-B03B53CFDDB2}"/>
                </a:ext>
              </a:extLst>
            </p:cNvPr>
            <p:cNvSpPr/>
            <p:nvPr/>
          </p:nvSpPr>
          <p:spPr>
            <a:xfrm>
              <a:off x="278768" y="239519"/>
              <a:ext cx="2050094" cy="276739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30" name="Graphic 29" descr="Image">
              <a:extLst>
                <a:ext uri="{FF2B5EF4-FFF2-40B4-BE49-F238E27FC236}">
                  <a16:creationId xmlns:a16="http://schemas.microsoft.com/office/drawing/2014/main" id="{596E46E3-CA74-4A42-8ED0-997704227F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31" name="Group 30">
            <a:extLst>
              <a:ext uri="{FF2B5EF4-FFF2-40B4-BE49-F238E27FC236}">
                <a16:creationId xmlns:a16="http://schemas.microsoft.com/office/drawing/2014/main" id="{6F5CA361-4B9E-43A5-B6CA-7FF87C81F5A4}"/>
              </a:ext>
            </a:extLst>
          </p:cNvPr>
          <p:cNvGrpSpPr/>
          <p:nvPr/>
        </p:nvGrpSpPr>
        <p:grpSpPr>
          <a:xfrm>
            <a:off x="3873524" y="4153693"/>
            <a:ext cx="1374775" cy="1855788"/>
            <a:chOff x="278768" y="239519"/>
            <a:chExt cx="2050094" cy="2767390"/>
          </a:xfrm>
        </p:grpSpPr>
        <p:sp>
          <p:nvSpPr>
            <p:cNvPr id="32" name="Rectangle 31">
              <a:extLst>
                <a:ext uri="{FF2B5EF4-FFF2-40B4-BE49-F238E27FC236}">
                  <a16:creationId xmlns:a16="http://schemas.microsoft.com/office/drawing/2014/main" id="{CCF3A11D-1FEA-4A6F-8698-0488EF8DF2FA}"/>
                </a:ext>
              </a:extLst>
            </p:cNvPr>
            <p:cNvSpPr/>
            <p:nvPr/>
          </p:nvSpPr>
          <p:spPr>
            <a:xfrm>
              <a:off x="278768" y="239519"/>
              <a:ext cx="2050094" cy="276739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33" name="Graphic 32" descr="Image">
              <a:extLst>
                <a:ext uri="{FF2B5EF4-FFF2-40B4-BE49-F238E27FC236}">
                  <a16:creationId xmlns:a16="http://schemas.microsoft.com/office/drawing/2014/main" id="{517CEB7B-6D13-48E9-8A1B-E7E875285A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34" name="Group 33">
            <a:extLst>
              <a:ext uri="{FF2B5EF4-FFF2-40B4-BE49-F238E27FC236}">
                <a16:creationId xmlns:a16="http://schemas.microsoft.com/office/drawing/2014/main" id="{C8805B29-0F6C-400B-8A46-AE5F8967E5F4}"/>
              </a:ext>
            </a:extLst>
          </p:cNvPr>
          <p:cNvGrpSpPr/>
          <p:nvPr/>
        </p:nvGrpSpPr>
        <p:grpSpPr>
          <a:xfrm>
            <a:off x="5326062" y="4153693"/>
            <a:ext cx="1374775" cy="1855788"/>
            <a:chOff x="278768" y="239519"/>
            <a:chExt cx="2050094" cy="2767390"/>
          </a:xfrm>
        </p:grpSpPr>
        <p:sp>
          <p:nvSpPr>
            <p:cNvPr id="35" name="Rectangle 34">
              <a:extLst>
                <a:ext uri="{FF2B5EF4-FFF2-40B4-BE49-F238E27FC236}">
                  <a16:creationId xmlns:a16="http://schemas.microsoft.com/office/drawing/2014/main" id="{D59AD858-1FA1-48BD-B567-E1AD80DFE82A}"/>
                </a:ext>
              </a:extLst>
            </p:cNvPr>
            <p:cNvSpPr/>
            <p:nvPr/>
          </p:nvSpPr>
          <p:spPr>
            <a:xfrm>
              <a:off x="278768" y="239519"/>
              <a:ext cx="2050094" cy="276739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36" name="Graphic 35" descr="Image">
              <a:extLst>
                <a:ext uri="{FF2B5EF4-FFF2-40B4-BE49-F238E27FC236}">
                  <a16:creationId xmlns:a16="http://schemas.microsoft.com/office/drawing/2014/main" id="{F2520886-2118-4EC3-81D8-848588F308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37" name="Group 36">
            <a:extLst>
              <a:ext uri="{FF2B5EF4-FFF2-40B4-BE49-F238E27FC236}">
                <a16:creationId xmlns:a16="http://schemas.microsoft.com/office/drawing/2014/main" id="{F4FE35F9-92CB-420E-88A4-0111A98D7DA9}"/>
              </a:ext>
            </a:extLst>
          </p:cNvPr>
          <p:cNvGrpSpPr/>
          <p:nvPr/>
        </p:nvGrpSpPr>
        <p:grpSpPr>
          <a:xfrm>
            <a:off x="278768" y="3215390"/>
            <a:ext cx="2050094" cy="2794091"/>
            <a:chOff x="278768" y="331358"/>
            <a:chExt cx="2050094" cy="2794091"/>
          </a:xfrm>
        </p:grpSpPr>
        <p:sp>
          <p:nvSpPr>
            <p:cNvPr id="38" name="Rectangle 37">
              <a:extLst>
                <a:ext uri="{FF2B5EF4-FFF2-40B4-BE49-F238E27FC236}">
                  <a16:creationId xmlns:a16="http://schemas.microsoft.com/office/drawing/2014/main" id="{651E9C29-CB96-465D-9BCA-9E8CC3CD2632}"/>
                </a:ext>
              </a:extLst>
            </p:cNvPr>
            <p:cNvSpPr/>
            <p:nvPr/>
          </p:nvSpPr>
          <p:spPr>
            <a:xfrm>
              <a:off x="278768" y="331358"/>
              <a:ext cx="2050094" cy="279409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39" name="Graphic 38" descr="Image">
              <a:extLst>
                <a:ext uri="{FF2B5EF4-FFF2-40B4-BE49-F238E27FC236}">
                  <a16:creationId xmlns:a16="http://schemas.microsoft.com/office/drawing/2014/main" id="{FF285A7E-E211-47EF-9ADB-9841CC5A72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grpSp>
        <p:nvGrpSpPr>
          <p:cNvPr id="44" name="Group 43">
            <a:extLst>
              <a:ext uri="{FF2B5EF4-FFF2-40B4-BE49-F238E27FC236}">
                <a16:creationId xmlns:a16="http://schemas.microsoft.com/office/drawing/2014/main" id="{B8FF808C-B389-4C00-87CD-F61A6779EE7C}"/>
              </a:ext>
            </a:extLst>
          </p:cNvPr>
          <p:cNvGrpSpPr/>
          <p:nvPr/>
        </p:nvGrpSpPr>
        <p:grpSpPr>
          <a:xfrm>
            <a:off x="3865560" y="273050"/>
            <a:ext cx="2821039" cy="3797300"/>
            <a:chOff x="278768" y="273050"/>
            <a:chExt cx="2050094" cy="2852399"/>
          </a:xfrm>
        </p:grpSpPr>
        <p:sp>
          <p:nvSpPr>
            <p:cNvPr id="45" name="Rectangle 44">
              <a:extLst>
                <a:ext uri="{FF2B5EF4-FFF2-40B4-BE49-F238E27FC236}">
                  <a16:creationId xmlns:a16="http://schemas.microsoft.com/office/drawing/2014/main" id="{1FF21F3A-03EB-4BF7-B952-9FA7182F69DE}"/>
                </a:ext>
              </a:extLst>
            </p:cNvPr>
            <p:cNvSpPr/>
            <p:nvPr/>
          </p:nvSpPr>
          <p:spPr>
            <a:xfrm>
              <a:off x="278768" y="273050"/>
              <a:ext cx="2050094" cy="285239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pic>
          <p:nvPicPr>
            <p:cNvPr id="46" name="Graphic 45" descr="Image">
              <a:extLst>
                <a:ext uri="{FF2B5EF4-FFF2-40B4-BE49-F238E27FC236}">
                  <a16:creationId xmlns:a16="http://schemas.microsoft.com/office/drawing/2014/main" id="{8C76D95A-D04F-44F9-A551-A1DD2B6B59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6899" y="1314072"/>
              <a:ext cx="914400" cy="914400"/>
            </a:xfrm>
            <a:prstGeom prst="rect">
              <a:avLst/>
            </a:prstGeom>
          </p:spPr>
        </p:pic>
      </p:grpSp>
    </p:spTree>
    <p:extLst>
      <p:ext uri="{BB962C8B-B14F-4D97-AF65-F5344CB8AC3E}">
        <p14:creationId xmlns:p14="http://schemas.microsoft.com/office/powerpoint/2010/main" val="1405143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0"/>
          <p:cNvSpPr txBox="1">
            <a:spLocks/>
          </p:cNvSpPr>
          <p:nvPr/>
        </p:nvSpPr>
        <p:spPr>
          <a:xfrm>
            <a:off x="2893661" y="2857009"/>
            <a:ext cx="6404678" cy="778469"/>
          </a:xfrm>
          <a:prstGeom prst="rect">
            <a:avLst/>
          </a:prstGeom>
        </p:spPr>
        <p:txBody>
          <a:bodyPr vert="horz" wrap="square" lIns="60947" tIns="30473" rIns="60947" bIns="30473"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nSpc>
                <a:spcPct val="130000"/>
              </a:lnSpc>
            </a:pPr>
            <a:r>
              <a:rPr lang="en-US" sz="4000" dirty="0">
                <a:solidFill>
                  <a:schemeClr val="tx1"/>
                </a:solidFill>
                <a:latin typeface="+mj-lt"/>
                <a:cs typeface="Lato Light"/>
              </a:rPr>
              <a:t>Multiple entries layouts </a:t>
            </a:r>
          </a:p>
        </p:txBody>
      </p:sp>
    </p:spTree>
    <p:extLst>
      <p:ext uri="{BB962C8B-B14F-4D97-AF65-F5344CB8AC3E}">
        <p14:creationId xmlns:p14="http://schemas.microsoft.com/office/powerpoint/2010/main" val="8988917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9">
            <a:extLst>
              <a:ext uri="{FF2B5EF4-FFF2-40B4-BE49-F238E27FC236}">
                <a16:creationId xmlns:a16="http://schemas.microsoft.com/office/drawing/2014/main" id="{71582911-F95F-4750-9904-74D7FA562B5B}"/>
              </a:ext>
            </a:extLst>
          </p:cNvPr>
          <p:cNvSpPr txBox="1">
            <a:spLocks/>
          </p:cNvSpPr>
          <p:nvPr/>
        </p:nvSpPr>
        <p:spPr>
          <a:xfrm>
            <a:off x="2167467" y="1195257"/>
            <a:ext cx="229447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800" dirty="0">
                <a:solidFill>
                  <a:schemeClr val="tx1"/>
                </a:solidFill>
              </a:rPr>
              <a:t>Subheading optional</a:t>
            </a:r>
          </a:p>
        </p:txBody>
      </p:sp>
      <p:sp>
        <p:nvSpPr>
          <p:cNvPr id="11" name="Title 9">
            <a:extLst>
              <a:ext uri="{FF2B5EF4-FFF2-40B4-BE49-F238E27FC236}">
                <a16:creationId xmlns:a16="http://schemas.microsoft.com/office/drawing/2014/main" id="{B93B2A3C-2207-4EF5-8806-1C1A760F63C7}"/>
              </a:ext>
            </a:extLst>
          </p:cNvPr>
          <p:cNvSpPr txBox="1">
            <a:spLocks/>
          </p:cNvSpPr>
          <p:nvPr/>
        </p:nvSpPr>
        <p:spPr>
          <a:xfrm>
            <a:off x="541769" y="2785903"/>
            <a:ext cx="1921739" cy="308803"/>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one </a:t>
            </a:r>
          </a:p>
        </p:txBody>
      </p:sp>
      <p:sp>
        <p:nvSpPr>
          <p:cNvPr id="2" name="Title 1">
            <a:extLst>
              <a:ext uri="{FF2B5EF4-FFF2-40B4-BE49-F238E27FC236}">
                <a16:creationId xmlns:a16="http://schemas.microsoft.com/office/drawing/2014/main" id="{8CC0F93E-1EBB-456B-AF03-651E7F7F1421}"/>
              </a:ext>
            </a:extLst>
          </p:cNvPr>
          <p:cNvSpPr>
            <a:spLocks noGrp="1"/>
          </p:cNvSpPr>
          <p:nvPr>
            <p:ph type="title"/>
          </p:nvPr>
        </p:nvSpPr>
        <p:spPr>
          <a:xfrm>
            <a:off x="2167467" y="1532550"/>
            <a:ext cx="9014440" cy="1021508"/>
          </a:xfrm>
        </p:spPr>
        <p:txBody>
          <a:bodyPr/>
          <a:lstStyle/>
          <a:p>
            <a:r>
              <a:rPr lang="en-GB" dirty="0"/>
              <a:t>Click to add slide title here  </a:t>
            </a:r>
            <a:endParaRPr lang="en-US" dirty="0"/>
          </a:p>
        </p:txBody>
      </p:sp>
      <p:sp>
        <p:nvSpPr>
          <p:cNvPr id="12" name="Subtitle 8">
            <a:extLst>
              <a:ext uri="{FF2B5EF4-FFF2-40B4-BE49-F238E27FC236}">
                <a16:creationId xmlns:a16="http://schemas.microsoft.com/office/drawing/2014/main" id="{4D3B182D-4A2C-4925-9112-2A1ACAD354E1}"/>
              </a:ext>
            </a:extLst>
          </p:cNvPr>
          <p:cNvSpPr>
            <a:spLocks noGrp="1"/>
          </p:cNvSpPr>
          <p:nvPr>
            <p:ph type="body" sz="quarter" idx="10"/>
          </p:nvPr>
        </p:nvSpPr>
        <p:spPr>
          <a:prstGeom prst="rect">
            <a:avLst/>
          </a:prstGeom>
        </p:spPr>
        <p:txBody>
          <a:bodyPr/>
          <a:lstStyle/>
          <a:p>
            <a:pPr marL="0" indent="0" algn="l">
              <a:lnSpc>
                <a:spcPct val="100000"/>
              </a:lnSpc>
              <a:spcBef>
                <a:spcPts val="1200"/>
              </a:spcBef>
              <a:buNone/>
            </a:pPr>
            <a:endParaRPr lang="en-US" sz="1300" dirty="0">
              <a:solidFill>
                <a:schemeClr val="bg2">
                  <a:lumMod val="50000"/>
                </a:schemeClr>
              </a:solidFill>
              <a:latin typeface="Arial" panose="020B0604020202020204" pitchFamily="34" charset="0"/>
              <a:cs typeface="Arial" panose="020B0604020202020204" pitchFamily="34" charset="0"/>
            </a:endParaRPr>
          </a:p>
        </p:txBody>
      </p:sp>
      <p:sp>
        <p:nvSpPr>
          <p:cNvPr id="14" name="Title 9">
            <a:extLst>
              <a:ext uri="{FF2B5EF4-FFF2-40B4-BE49-F238E27FC236}">
                <a16:creationId xmlns:a16="http://schemas.microsoft.com/office/drawing/2014/main" id="{29A1390F-0B3D-42E4-BCCF-304ED2598441}"/>
              </a:ext>
            </a:extLst>
          </p:cNvPr>
          <p:cNvSpPr txBox="1">
            <a:spLocks/>
          </p:cNvSpPr>
          <p:nvPr/>
        </p:nvSpPr>
        <p:spPr>
          <a:xfrm>
            <a:off x="2747272" y="2785904"/>
            <a:ext cx="229447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two</a:t>
            </a:r>
          </a:p>
        </p:txBody>
      </p:sp>
      <p:sp>
        <p:nvSpPr>
          <p:cNvPr id="15" name="Subtitle 8">
            <a:extLst>
              <a:ext uri="{FF2B5EF4-FFF2-40B4-BE49-F238E27FC236}">
                <a16:creationId xmlns:a16="http://schemas.microsoft.com/office/drawing/2014/main" id="{C8E4A394-533B-4902-B951-927361BED45D}"/>
              </a:ext>
            </a:extLst>
          </p:cNvPr>
          <p:cNvSpPr txBox="1">
            <a:spLocks/>
          </p:cNvSpPr>
          <p:nvPr/>
        </p:nvSpPr>
        <p:spPr>
          <a:xfrm>
            <a:off x="2747273" y="3078892"/>
            <a:ext cx="2239504" cy="30915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Aliquam</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iaculis</a:t>
            </a:r>
            <a:r>
              <a:rPr lang="en-GB" sz="1400" dirty="0">
                <a:solidFill>
                  <a:schemeClr val="tx1">
                    <a:lumMod val="75000"/>
                    <a:lumOff val="25000"/>
                  </a:schemeClr>
                </a:solidFill>
              </a:rPr>
              <a:t> </a:t>
            </a:r>
            <a:r>
              <a:rPr lang="en-GB" sz="1400" dirty="0" err="1">
                <a:solidFill>
                  <a:schemeClr val="tx1">
                    <a:lumMod val="75000"/>
                    <a:lumOff val="25000"/>
                  </a:schemeClr>
                </a:solidFill>
              </a:rPr>
              <a:t>risus</a:t>
            </a:r>
            <a:r>
              <a:rPr lang="en-GB" sz="1400" dirty="0">
                <a:solidFill>
                  <a:schemeClr val="tx1">
                    <a:lumMod val="75000"/>
                    <a:lumOff val="25000"/>
                  </a:schemeClr>
                </a:solidFill>
              </a:rPr>
              <a:t>. Cras </a:t>
            </a:r>
            <a:r>
              <a:rPr lang="en-GB" sz="1400" dirty="0" err="1">
                <a:solidFill>
                  <a:schemeClr val="tx1">
                    <a:lumMod val="75000"/>
                    <a:lumOff val="25000"/>
                  </a:schemeClr>
                </a:solidFill>
              </a:rPr>
              <a:t>ut</a:t>
            </a:r>
            <a:r>
              <a:rPr lang="en-GB" sz="1400" dirty="0">
                <a:solidFill>
                  <a:schemeClr val="tx1">
                    <a:lumMod val="75000"/>
                    <a:lumOff val="25000"/>
                  </a:schemeClr>
                </a:solidFill>
              </a:rPr>
              <a:t> </a:t>
            </a:r>
            <a:r>
              <a:rPr lang="en-GB" sz="1400" dirty="0" err="1">
                <a:solidFill>
                  <a:schemeClr val="tx1">
                    <a:lumMod val="75000"/>
                    <a:lumOff val="25000"/>
                  </a:schemeClr>
                </a:solidFill>
              </a:rPr>
              <a:t>euismod</a:t>
            </a:r>
            <a:r>
              <a:rPr lang="en-GB" sz="1400" dirty="0">
                <a:solidFill>
                  <a:schemeClr val="tx1">
                    <a:lumMod val="75000"/>
                    <a:lumOff val="25000"/>
                  </a:schemeClr>
                </a:solidFill>
              </a:rPr>
              <a:t> </a:t>
            </a:r>
            <a:r>
              <a:rPr lang="en-GB" sz="1400" dirty="0" err="1">
                <a:solidFill>
                  <a:schemeClr val="tx1">
                    <a:lumMod val="75000"/>
                    <a:lumOff val="25000"/>
                  </a:schemeClr>
                </a:solidFill>
              </a:rPr>
              <a:t>sapien</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pretium</a:t>
            </a:r>
            <a:r>
              <a:rPr lang="en-GB" sz="1400" dirty="0">
                <a:solidFill>
                  <a:schemeClr val="tx1">
                    <a:lumMod val="75000"/>
                    <a:lumOff val="25000"/>
                  </a:schemeClr>
                </a:solidFill>
              </a:rPr>
              <a:t> ante. Maecenas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sem</a:t>
            </a:r>
            <a:r>
              <a:rPr lang="en-GB" sz="1400" dirty="0">
                <a:solidFill>
                  <a:schemeClr val="tx1">
                    <a:lumMod val="75000"/>
                    <a:lumOff val="25000"/>
                  </a:schemeClr>
                </a:solidFill>
              </a:rPr>
              <a:t> in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tincidunt</a:t>
            </a:r>
            <a:r>
              <a:rPr lang="en-GB" sz="1400" dirty="0">
                <a:solidFill>
                  <a:schemeClr val="tx1">
                    <a:lumMod val="75000"/>
                    <a:lumOff val="25000"/>
                  </a:schemeClr>
                </a:solidFill>
              </a:rPr>
              <a:t> </a:t>
            </a:r>
            <a:r>
              <a:rPr lang="en-GB" sz="1400" dirty="0" err="1">
                <a:solidFill>
                  <a:schemeClr val="tx1">
                    <a:lumMod val="75000"/>
                    <a:lumOff val="25000"/>
                  </a:schemeClr>
                </a:solidFill>
              </a:rPr>
              <a:t>pretium</a:t>
            </a:r>
            <a:r>
              <a:rPr lang="en-GB" sz="1400" dirty="0">
                <a:solidFill>
                  <a:schemeClr val="tx1">
                    <a:lumMod val="75000"/>
                    <a:lumOff val="25000"/>
                  </a:schemeClr>
                </a:solidFill>
              </a:rPr>
              <a:t> </a:t>
            </a:r>
            <a:r>
              <a:rPr lang="en-GB" sz="1400" dirty="0" err="1">
                <a:solidFill>
                  <a:schemeClr val="tx1">
                    <a:lumMod val="75000"/>
                    <a:lumOff val="25000"/>
                  </a:schemeClr>
                </a:solidFill>
              </a:rPr>
              <a:t>ut</a:t>
            </a:r>
            <a:r>
              <a:rPr lang="en-GB" sz="1400" dirty="0">
                <a:solidFill>
                  <a:schemeClr val="tx1">
                    <a:lumMod val="75000"/>
                    <a:lumOff val="25000"/>
                  </a:schemeClr>
                </a:solidFill>
              </a:rPr>
              <a:t> ac </a:t>
            </a:r>
            <a:r>
              <a:rPr lang="en-GB" sz="1400" dirty="0" err="1">
                <a:solidFill>
                  <a:schemeClr val="tx1">
                    <a:lumMod val="75000"/>
                    <a:lumOff val="25000"/>
                  </a:schemeClr>
                </a:solidFill>
              </a:rPr>
              <a:t>arcu</a:t>
            </a:r>
            <a:r>
              <a:rPr lang="en-GB" sz="1400" dirty="0">
                <a:solidFill>
                  <a:schemeClr val="tx1">
                    <a:lumMod val="75000"/>
                    <a:lumOff val="25000"/>
                  </a:schemeClr>
                </a:solidFill>
              </a:rPr>
              <a:t>. Vestibulum convallis </a:t>
            </a:r>
            <a:r>
              <a:rPr lang="en-GB" sz="1400" dirty="0" err="1">
                <a:solidFill>
                  <a:schemeClr val="tx1">
                    <a:lumMod val="75000"/>
                    <a:lumOff val="25000"/>
                  </a:schemeClr>
                </a:solidFill>
              </a:rPr>
              <a:t>tortor</a:t>
            </a:r>
            <a:r>
              <a:rPr lang="en-GB" sz="1400" dirty="0">
                <a:solidFill>
                  <a:schemeClr val="tx1">
                    <a:lumMod val="75000"/>
                    <a:lumOff val="25000"/>
                  </a:schemeClr>
                </a:solidFill>
              </a:rPr>
              <a:t> </a:t>
            </a:r>
            <a:r>
              <a:rPr lang="en-GB" sz="1400" dirty="0" err="1">
                <a:solidFill>
                  <a:schemeClr val="tx1">
                    <a:lumMod val="75000"/>
                    <a:lumOff val="25000"/>
                  </a:schemeClr>
                </a:solidFill>
              </a:rPr>
              <a:t>sem</a:t>
            </a:r>
            <a:r>
              <a:rPr lang="en-GB" sz="1400" dirty="0">
                <a:solidFill>
                  <a:schemeClr val="tx1">
                    <a:lumMod val="75000"/>
                    <a:lumOff val="25000"/>
                  </a:schemeClr>
                </a:solidFill>
              </a:rPr>
              <a:t>, at </a:t>
            </a:r>
            <a:r>
              <a:rPr lang="en-GB" sz="1400" dirty="0" err="1">
                <a:solidFill>
                  <a:schemeClr val="tx1">
                    <a:lumMod val="75000"/>
                    <a:lumOff val="25000"/>
                  </a:schemeClr>
                </a:solidFill>
              </a:rPr>
              <a:t>faucibus</a:t>
            </a:r>
            <a:r>
              <a:rPr lang="en-GB" sz="1400" dirty="0">
                <a:solidFill>
                  <a:schemeClr val="tx1">
                    <a:lumMod val="75000"/>
                    <a:lumOff val="25000"/>
                  </a:schemeClr>
                </a:solidFill>
              </a:rPr>
              <a:t> ex vestibulum </a:t>
            </a:r>
            <a:r>
              <a:rPr lang="en-GB" sz="1400" dirty="0" err="1">
                <a:solidFill>
                  <a:schemeClr val="tx1">
                    <a:lumMod val="75000"/>
                    <a:lumOff val="25000"/>
                  </a:schemeClr>
                </a:solidFill>
              </a:rPr>
              <a:t>ut.</a:t>
            </a:r>
            <a:r>
              <a:rPr lang="en-GB" sz="1400" dirty="0">
                <a:solidFill>
                  <a:schemeClr val="tx1">
                    <a:lumMod val="75000"/>
                    <a:lumOff val="25000"/>
                  </a:schemeClr>
                </a:solidFill>
              </a:rPr>
              <a:t> Ut </a:t>
            </a:r>
            <a:r>
              <a:rPr lang="en-GB" sz="1400" dirty="0" err="1">
                <a:solidFill>
                  <a:schemeClr val="tx1">
                    <a:lumMod val="75000"/>
                    <a:lumOff val="25000"/>
                  </a:schemeClr>
                </a:solidFill>
              </a:rPr>
              <a:t>est</a:t>
            </a:r>
            <a:r>
              <a:rPr lang="en-GB" sz="1400" dirty="0">
                <a:solidFill>
                  <a:schemeClr val="tx1">
                    <a:lumMod val="75000"/>
                    <a:lumOff val="25000"/>
                  </a:schemeClr>
                </a:solidFill>
              </a:rPr>
              <a:t> </a:t>
            </a:r>
            <a:r>
              <a:rPr lang="en-GB" sz="1400" dirty="0" err="1">
                <a:solidFill>
                  <a:schemeClr val="tx1">
                    <a:lumMod val="75000"/>
                    <a:lumOff val="25000"/>
                  </a:schemeClr>
                </a:solidFill>
              </a:rPr>
              <a:t>felis</a:t>
            </a:r>
            <a:r>
              <a:rPr lang="en-GB" sz="1400" dirty="0">
                <a:solidFill>
                  <a:schemeClr val="tx1">
                    <a:lumMod val="75000"/>
                    <a:lumOff val="25000"/>
                  </a:schemeClr>
                </a:solidFill>
              </a:rPr>
              <a:t>, </a:t>
            </a:r>
            <a:r>
              <a:rPr lang="en-GB" sz="1400" dirty="0" err="1">
                <a:solidFill>
                  <a:schemeClr val="tx1">
                    <a:lumMod val="75000"/>
                    <a:lumOff val="25000"/>
                  </a:schemeClr>
                </a:solidFill>
              </a:rPr>
              <a:t>suscipit</a:t>
            </a:r>
            <a:r>
              <a:rPr lang="en-GB" sz="1400" dirty="0">
                <a:solidFill>
                  <a:schemeClr val="tx1">
                    <a:lumMod val="75000"/>
                    <a:lumOff val="25000"/>
                  </a:schemeClr>
                </a:solidFill>
              </a:rPr>
              <a:t> ac </a:t>
            </a:r>
            <a:r>
              <a:rPr lang="en-GB" sz="1400" dirty="0" err="1">
                <a:solidFill>
                  <a:schemeClr val="tx1">
                    <a:lumMod val="75000"/>
                    <a:lumOff val="25000"/>
                  </a:schemeClr>
                </a:solidFill>
              </a:rPr>
              <a:t>molestie</a:t>
            </a:r>
            <a:r>
              <a:rPr lang="en-GB" sz="1400" dirty="0">
                <a:solidFill>
                  <a:schemeClr val="tx1">
                    <a:lumMod val="75000"/>
                    <a:lumOff val="25000"/>
                  </a:schemeClr>
                </a:solidFill>
              </a:rPr>
              <a:t> at.</a:t>
            </a:r>
          </a:p>
        </p:txBody>
      </p:sp>
      <p:sp>
        <p:nvSpPr>
          <p:cNvPr id="18" name="Title 9">
            <a:extLst>
              <a:ext uri="{FF2B5EF4-FFF2-40B4-BE49-F238E27FC236}">
                <a16:creationId xmlns:a16="http://schemas.microsoft.com/office/drawing/2014/main" id="{D86607FC-2FD9-4E03-A933-97FF6EE8A190}"/>
              </a:ext>
            </a:extLst>
          </p:cNvPr>
          <p:cNvSpPr txBox="1">
            <a:spLocks/>
          </p:cNvSpPr>
          <p:nvPr/>
        </p:nvSpPr>
        <p:spPr>
          <a:xfrm>
            <a:off x="5206677" y="2785904"/>
            <a:ext cx="2003102"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three</a:t>
            </a:r>
          </a:p>
        </p:txBody>
      </p:sp>
      <p:sp>
        <p:nvSpPr>
          <p:cNvPr id="19" name="Subtitle 8">
            <a:extLst>
              <a:ext uri="{FF2B5EF4-FFF2-40B4-BE49-F238E27FC236}">
                <a16:creationId xmlns:a16="http://schemas.microsoft.com/office/drawing/2014/main" id="{82487E3F-12F0-4B18-A851-4F7299997DCB}"/>
              </a:ext>
            </a:extLst>
          </p:cNvPr>
          <p:cNvSpPr txBox="1">
            <a:spLocks/>
          </p:cNvSpPr>
          <p:nvPr/>
        </p:nvSpPr>
        <p:spPr>
          <a:xfrm>
            <a:off x="5213711" y="3078892"/>
            <a:ext cx="1978012" cy="30534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endParaRPr lang="en-US" sz="1400" dirty="0">
              <a:solidFill>
                <a:schemeClr val="tx1">
                  <a:lumMod val="75000"/>
                  <a:lumOff val="25000"/>
                </a:schemeClr>
              </a:solidFill>
            </a:endParaRPr>
          </a:p>
        </p:txBody>
      </p:sp>
      <p:sp>
        <p:nvSpPr>
          <p:cNvPr id="26" name="Title 9">
            <a:extLst>
              <a:ext uri="{FF2B5EF4-FFF2-40B4-BE49-F238E27FC236}">
                <a16:creationId xmlns:a16="http://schemas.microsoft.com/office/drawing/2014/main" id="{FB8E390B-E1F8-41E9-ACF9-4298244B5F46}"/>
              </a:ext>
            </a:extLst>
          </p:cNvPr>
          <p:cNvSpPr txBox="1">
            <a:spLocks/>
          </p:cNvSpPr>
          <p:nvPr/>
        </p:nvSpPr>
        <p:spPr>
          <a:xfrm>
            <a:off x="7386534" y="2785904"/>
            <a:ext cx="1955595" cy="308802"/>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four</a:t>
            </a:r>
          </a:p>
        </p:txBody>
      </p:sp>
      <p:sp>
        <p:nvSpPr>
          <p:cNvPr id="27" name="Subtitle 8">
            <a:extLst>
              <a:ext uri="{FF2B5EF4-FFF2-40B4-BE49-F238E27FC236}">
                <a16:creationId xmlns:a16="http://schemas.microsoft.com/office/drawing/2014/main" id="{D755FAE8-3353-401B-B617-18612B947574}"/>
              </a:ext>
            </a:extLst>
          </p:cNvPr>
          <p:cNvSpPr txBox="1">
            <a:spLocks/>
          </p:cNvSpPr>
          <p:nvPr/>
        </p:nvSpPr>
        <p:spPr>
          <a:xfrm>
            <a:off x="7386534" y="3078892"/>
            <a:ext cx="1998300" cy="27181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Aliquam</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iaculis</a:t>
            </a:r>
            <a:r>
              <a:rPr lang="en-GB" sz="1400" dirty="0">
                <a:solidFill>
                  <a:schemeClr val="tx1">
                    <a:lumMod val="75000"/>
                    <a:lumOff val="25000"/>
                  </a:schemeClr>
                </a:solidFill>
              </a:rPr>
              <a:t> </a:t>
            </a:r>
            <a:r>
              <a:rPr lang="en-GB" sz="1400" dirty="0" err="1">
                <a:solidFill>
                  <a:schemeClr val="tx1">
                    <a:lumMod val="75000"/>
                    <a:lumOff val="25000"/>
                  </a:schemeClr>
                </a:solidFill>
              </a:rPr>
              <a:t>risus</a:t>
            </a:r>
            <a:r>
              <a:rPr lang="en-GB" sz="1400" dirty="0">
                <a:solidFill>
                  <a:schemeClr val="tx1">
                    <a:lumMod val="75000"/>
                    <a:lumOff val="25000"/>
                  </a:schemeClr>
                </a:solidFill>
              </a:rPr>
              <a:t>. Cras </a:t>
            </a:r>
            <a:r>
              <a:rPr lang="en-GB" sz="1400" dirty="0" err="1">
                <a:solidFill>
                  <a:schemeClr val="tx1">
                    <a:lumMod val="75000"/>
                    <a:lumOff val="25000"/>
                  </a:schemeClr>
                </a:solidFill>
              </a:rPr>
              <a:t>ut</a:t>
            </a:r>
            <a:r>
              <a:rPr lang="en-GB" sz="1400" dirty="0">
                <a:solidFill>
                  <a:schemeClr val="tx1">
                    <a:lumMod val="75000"/>
                    <a:lumOff val="25000"/>
                  </a:schemeClr>
                </a:solidFill>
              </a:rPr>
              <a:t> </a:t>
            </a:r>
            <a:r>
              <a:rPr lang="en-GB" sz="1400" dirty="0" err="1">
                <a:solidFill>
                  <a:schemeClr val="tx1">
                    <a:lumMod val="75000"/>
                    <a:lumOff val="25000"/>
                  </a:schemeClr>
                </a:solidFill>
              </a:rPr>
              <a:t>euismod</a:t>
            </a:r>
            <a:r>
              <a:rPr lang="en-GB" sz="1400" dirty="0">
                <a:solidFill>
                  <a:schemeClr val="tx1">
                    <a:lumMod val="75000"/>
                    <a:lumOff val="25000"/>
                  </a:schemeClr>
                </a:solidFill>
              </a:rPr>
              <a:t> </a:t>
            </a:r>
            <a:r>
              <a:rPr lang="en-GB" sz="1400" dirty="0" err="1">
                <a:solidFill>
                  <a:schemeClr val="tx1">
                    <a:lumMod val="75000"/>
                    <a:lumOff val="25000"/>
                  </a:schemeClr>
                </a:solidFill>
              </a:rPr>
              <a:t>sapien</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pretium</a:t>
            </a:r>
            <a:r>
              <a:rPr lang="en-GB" sz="1400" dirty="0">
                <a:solidFill>
                  <a:schemeClr val="tx1">
                    <a:lumMod val="75000"/>
                    <a:lumOff val="25000"/>
                  </a:schemeClr>
                </a:solidFill>
              </a:rPr>
              <a:t> ante.</a:t>
            </a:r>
            <a:endParaRPr lang="en-US" sz="1400" dirty="0">
              <a:solidFill>
                <a:schemeClr val="tx1">
                  <a:lumMod val="75000"/>
                  <a:lumOff val="25000"/>
                </a:schemeClr>
              </a:solidFill>
            </a:endParaRPr>
          </a:p>
        </p:txBody>
      </p:sp>
      <p:cxnSp>
        <p:nvCxnSpPr>
          <p:cNvPr id="45" name="Straight Connector 44">
            <a:extLst>
              <a:ext uri="{FF2B5EF4-FFF2-40B4-BE49-F238E27FC236}">
                <a16:creationId xmlns:a16="http://schemas.microsoft.com/office/drawing/2014/main" id="{C958067C-56EF-4557-B618-304D2CA1956C}"/>
              </a:ext>
            </a:extLst>
          </p:cNvPr>
          <p:cNvCxnSpPr>
            <a:cxnSpLocks/>
          </p:cNvCxnSpPr>
          <p:nvPr/>
        </p:nvCxnSpPr>
        <p:spPr>
          <a:xfrm>
            <a:off x="2592974" y="2693943"/>
            <a:ext cx="0" cy="3483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itle 9">
            <a:extLst>
              <a:ext uri="{FF2B5EF4-FFF2-40B4-BE49-F238E27FC236}">
                <a16:creationId xmlns:a16="http://schemas.microsoft.com/office/drawing/2014/main" id="{EB9E476B-457E-4167-AA45-79DD689842B7}"/>
              </a:ext>
            </a:extLst>
          </p:cNvPr>
          <p:cNvSpPr txBox="1">
            <a:spLocks/>
          </p:cNvSpPr>
          <p:nvPr/>
        </p:nvSpPr>
        <p:spPr>
          <a:xfrm>
            <a:off x="9599026" y="2785903"/>
            <a:ext cx="2424156" cy="308801"/>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five</a:t>
            </a:r>
          </a:p>
        </p:txBody>
      </p:sp>
      <p:sp>
        <p:nvSpPr>
          <p:cNvPr id="47" name="Subtitle 8">
            <a:extLst>
              <a:ext uri="{FF2B5EF4-FFF2-40B4-BE49-F238E27FC236}">
                <a16:creationId xmlns:a16="http://schemas.microsoft.com/office/drawing/2014/main" id="{4DBE86B8-58E6-476E-8160-33007BEC29B4}"/>
              </a:ext>
            </a:extLst>
          </p:cNvPr>
          <p:cNvSpPr txBox="1">
            <a:spLocks/>
          </p:cNvSpPr>
          <p:nvPr/>
        </p:nvSpPr>
        <p:spPr>
          <a:xfrm>
            <a:off x="9601059" y="3078892"/>
            <a:ext cx="2094565" cy="27181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Aliquam</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iaculis</a:t>
            </a:r>
            <a:r>
              <a:rPr lang="en-GB" sz="1400" dirty="0">
                <a:solidFill>
                  <a:schemeClr val="tx1">
                    <a:lumMod val="75000"/>
                    <a:lumOff val="25000"/>
                  </a:schemeClr>
                </a:solidFill>
              </a:rPr>
              <a:t> </a:t>
            </a:r>
            <a:r>
              <a:rPr lang="en-GB" sz="1400" dirty="0" err="1">
                <a:solidFill>
                  <a:schemeClr val="tx1">
                    <a:lumMod val="75000"/>
                    <a:lumOff val="25000"/>
                  </a:schemeClr>
                </a:solidFill>
              </a:rPr>
              <a:t>risus</a:t>
            </a:r>
            <a:r>
              <a:rPr lang="en-GB" sz="1400" dirty="0">
                <a:solidFill>
                  <a:schemeClr val="tx1">
                    <a:lumMod val="75000"/>
                    <a:lumOff val="25000"/>
                  </a:schemeClr>
                </a:solidFill>
              </a:rPr>
              <a:t>. Cras </a:t>
            </a:r>
            <a:r>
              <a:rPr lang="en-GB" sz="1400" dirty="0" err="1">
                <a:solidFill>
                  <a:schemeClr val="tx1">
                    <a:lumMod val="75000"/>
                    <a:lumOff val="25000"/>
                  </a:schemeClr>
                </a:solidFill>
              </a:rPr>
              <a:t>ut</a:t>
            </a:r>
            <a:r>
              <a:rPr lang="en-GB" sz="1400" dirty="0">
                <a:solidFill>
                  <a:schemeClr val="tx1">
                    <a:lumMod val="75000"/>
                    <a:lumOff val="25000"/>
                  </a:schemeClr>
                </a:solidFill>
              </a:rPr>
              <a:t> </a:t>
            </a:r>
            <a:r>
              <a:rPr lang="en-GB" sz="1400" dirty="0" err="1">
                <a:solidFill>
                  <a:schemeClr val="tx1">
                    <a:lumMod val="75000"/>
                    <a:lumOff val="25000"/>
                  </a:schemeClr>
                </a:solidFill>
              </a:rPr>
              <a:t>euismod</a:t>
            </a:r>
            <a:r>
              <a:rPr lang="en-GB" sz="1400" dirty="0">
                <a:solidFill>
                  <a:schemeClr val="tx1">
                    <a:lumMod val="75000"/>
                    <a:lumOff val="25000"/>
                  </a:schemeClr>
                </a:solidFill>
              </a:rPr>
              <a:t> </a:t>
            </a:r>
            <a:r>
              <a:rPr lang="en-GB" sz="1400" dirty="0" err="1">
                <a:solidFill>
                  <a:schemeClr val="tx1">
                    <a:lumMod val="75000"/>
                    <a:lumOff val="25000"/>
                  </a:schemeClr>
                </a:solidFill>
              </a:rPr>
              <a:t>sapien</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pretium</a:t>
            </a:r>
            <a:r>
              <a:rPr lang="en-GB" sz="1400" dirty="0">
                <a:solidFill>
                  <a:schemeClr val="tx1">
                    <a:lumMod val="75000"/>
                    <a:lumOff val="25000"/>
                  </a:schemeClr>
                </a:solidFill>
              </a:rPr>
              <a:t> ante. </a:t>
            </a:r>
          </a:p>
          <a:p>
            <a:pPr>
              <a:lnSpc>
                <a:spcPct val="100000"/>
              </a:lnSpc>
              <a:spcBef>
                <a:spcPts val="1200"/>
              </a:spcBef>
            </a:pPr>
            <a:r>
              <a:rPr lang="en-GB" sz="1400" dirty="0">
                <a:solidFill>
                  <a:schemeClr val="tx1">
                    <a:lumMod val="75000"/>
                    <a:lumOff val="25000"/>
                  </a:schemeClr>
                </a:solidFill>
              </a:rPr>
              <a:t>Maecenas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sem</a:t>
            </a:r>
            <a:r>
              <a:rPr lang="en-GB" sz="1400" dirty="0">
                <a:solidFill>
                  <a:schemeClr val="tx1">
                    <a:lumMod val="75000"/>
                    <a:lumOff val="25000"/>
                  </a:schemeClr>
                </a:solidFill>
              </a:rPr>
              <a:t> in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tincidunt</a:t>
            </a:r>
            <a:r>
              <a:rPr lang="en-GB" sz="1400" dirty="0">
                <a:solidFill>
                  <a:schemeClr val="tx1">
                    <a:lumMod val="75000"/>
                    <a:lumOff val="25000"/>
                  </a:schemeClr>
                </a:solidFill>
              </a:rPr>
              <a:t> </a:t>
            </a:r>
            <a:r>
              <a:rPr lang="en-GB" sz="1400" dirty="0" err="1">
                <a:solidFill>
                  <a:schemeClr val="tx1">
                    <a:lumMod val="75000"/>
                    <a:lumOff val="25000"/>
                  </a:schemeClr>
                </a:solidFill>
              </a:rPr>
              <a:t>pretium</a:t>
            </a:r>
            <a:r>
              <a:rPr lang="en-GB" sz="1400" dirty="0">
                <a:solidFill>
                  <a:schemeClr val="tx1">
                    <a:lumMod val="75000"/>
                    <a:lumOff val="25000"/>
                  </a:schemeClr>
                </a:solidFill>
              </a:rPr>
              <a:t> </a:t>
            </a:r>
            <a:r>
              <a:rPr lang="en-GB" sz="1400" dirty="0" err="1">
                <a:solidFill>
                  <a:schemeClr val="tx1">
                    <a:lumMod val="75000"/>
                    <a:lumOff val="25000"/>
                  </a:schemeClr>
                </a:solidFill>
              </a:rPr>
              <a:t>ut</a:t>
            </a:r>
            <a:r>
              <a:rPr lang="en-GB" sz="1400" dirty="0">
                <a:solidFill>
                  <a:schemeClr val="tx1">
                    <a:lumMod val="75000"/>
                    <a:lumOff val="25000"/>
                  </a:schemeClr>
                </a:solidFill>
              </a:rPr>
              <a:t> ac </a:t>
            </a:r>
            <a:r>
              <a:rPr lang="en-GB" sz="1400" dirty="0" err="1">
                <a:solidFill>
                  <a:schemeClr val="tx1">
                    <a:lumMod val="75000"/>
                    <a:lumOff val="25000"/>
                  </a:schemeClr>
                </a:solidFill>
              </a:rPr>
              <a:t>arcu</a:t>
            </a:r>
            <a:r>
              <a:rPr lang="en-GB" sz="1400" dirty="0">
                <a:solidFill>
                  <a:schemeClr val="tx1">
                    <a:lumMod val="75000"/>
                    <a:lumOff val="25000"/>
                  </a:schemeClr>
                </a:solidFill>
              </a:rPr>
              <a:t>. Vestibulum convallis </a:t>
            </a:r>
            <a:r>
              <a:rPr lang="en-GB" sz="1400" dirty="0" err="1">
                <a:solidFill>
                  <a:schemeClr val="tx1">
                    <a:lumMod val="75000"/>
                    <a:lumOff val="25000"/>
                  </a:schemeClr>
                </a:solidFill>
              </a:rPr>
              <a:t>tortor</a:t>
            </a:r>
            <a:r>
              <a:rPr lang="en-GB" sz="1400" dirty="0">
                <a:solidFill>
                  <a:schemeClr val="tx1">
                    <a:lumMod val="75000"/>
                    <a:lumOff val="25000"/>
                  </a:schemeClr>
                </a:solidFill>
              </a:rPr>
              <a:t> </a:t>
            </a:r>
            <a:r>
              <a:rPr lang="en-GB" sz="1400" dirty="0" err="1">
                <a:solidFill>
                  <a:schemeClr val="tx1">
                    <a:lumMod val="75000"/>
                    <a:lumOff val="25000"/>
                  </a:schemeClr>
                </a:solidFill>
              </a:rPr>
              <a:t>sem</a:t>
            </a:r>
            <a:r>
              <a:rPr lang="en-GB" sz="1400" dirty="0">
                <a:solidFill>
                  <a:schemeClr val="tx1">
                    <a:lumMod val="75000"/>
                    <a:lumOff val="25000"/>
                  </a:schemeClr>
                </a:solidFill>
              </a:rPr>
              <a:t>, at </a:t>
            </a:r>
            <a:r>
              <a:rPr lang="en-GB" sz="1400" dirty="0" err="1">
                <a:solidFill>
                  <a:schemeClr val="tx1">
                    <a:lumMod val="75000"/>
                    <a:lumOff val="25000"/>
                  </a:schemeClr>
                </a:solidFill>
              </a:rPr>
              <a:t>faucibus</a:t>
            </a:r>
            <a:r>
              <a:rPr lang="en-GB" sz="1400" dirty="0">
                <a:solidFill>
                  <a:schemeClr val="tx1">
                    <a:lumMod val="75000"/>
                    <a:lumOff val="25000"/>
                  </a:schemeClr>
                </a:solidFill>
              </a:rPr>
              <a:t> ex vestibulum </a:t>
            </a:r>
            <a:r>
              <a:rPr lang="en-GB" sz="1400" dirty="0" err="1">
                <a:solidFill>
                  <a:schemeClr val="tx1">
                    <a:lumMod val="75000"/>
                    <a:lumOff val="25000"/>
                  </a:schemeClr>
                </a:solidFill>
              </a:rPr>
              <a:t>ut.</a:t>
            </a:r>
            <a:r>
              <a:rPr lang="en-GB" sz="1400" dirty="0">
                <a:solidFill>
                  <a:schemeClr val="tx1">
                    <a:lumMod val="75000"/>
                    <a:lumOff val="25000"/>
                  </a:schemeClr>
                </a:solidFill>
              </a:rPr>
              <a:t> Ut </a:t>
            </a:r>
            <a:r>
              <a:rPr lang="en-GB" sz="1400" dirty="0" err="1">
                <a:solidFill>
                  <a:schemeClr val="tx1">
                    <a:lumMod val="75000"/>
                    <a:lumOff val="25000"/>
                  </a:schemeClr>
                </a:solidFill>
              </a:rPr>
              <a:t>est</a:t>
            </a:r>
            <a:r>
              <a:rPr lang="en-GB" sz="1400" dirty="0">
                <a:solidFill>
                  <a:schemeClr val="tx1">
                    <a:lumMod val="75000"/>
                    <a:lumOff val="25000"/>
                  </a:schemeClr>
                </a:solidFill>
              </a:rPr>
              <a:t> </a:t>
            </a:r>
            <a:r>
              <a:rPr lang="en-GB" sz="1400" dirty="0" err="1">
                <a:solidFill>
                  <a:schemeClr val="tx1">
                    <a:lumMod val="75000"/>
                    <a:lumOff val="25000"/>
                  </a:schemeClr>
                </a:solidFill>
              </a:rPr>
              <a:t>felis</a:t>
            </a:r>
            <a:r>
              <a:rPr lang="en-GB" sz="1400" dirty="0">
                <a:solidFill>
                  <a:schemeClr val="tx1">
                    <a:lumMod val="75000"/>
                    <a:lumOff val="25000"/>
                  </a:schemeClr>
                </a:solidFill>
              </a:rPr>
              <a:t>, </a:t>
            </a:r>
            <a:r>
              <a:rPr lang="en-GB" sz="1400" dirty="0" err="1">
                <a:solidFill>
                  <a:schemeClr val="tx1">
                    <a:lumMod val="75000"/>
                    <a:lumOff val="25000"/>
                  </a:schemeClr>
                </a:solidFill>
              </a:rPr>
              <a:t>suscipit</a:t>
            </a:r>
            <a:r>
              <a:rPr lang="en-GB" sz="1400" dirty="0">
                <a:solidFill>
                  <a:schemeClr val="tx1">
                    <a:lumMod val="75000"/>
                    <a:lumOff val="25000"/>
                  </a:schemeClr>
                </a:solidFill>
              </a:rPr>
              <a:t> ac </a:t>
            </a:r>
            <a:r>
              <a:rPr lang="en-GB" sz="1400" dirty="0" err="1">
                <a:solidFill>
                  <a:schemeClr val="tx1">
                    <a:lumMod val="75000"/>
                    <a:lumOff val="25000"/>
                  </a:schemeClr>
                </a:solidFill>
              </a:rPr>
              <a:t>molestie</a:t>
            </a:r>
            <a:r>
              <a:rPr lang="en-GB" sz="1400" dirty="0">
                <a:solidFill>
                  <a:schemeClr val="tx1">
                    <a:lumMod val="75000"/>
                    <a:lumOff val="25000"/>
                  </a:schemeClr>
                </a:solidFill>
              </a:rPr>
              <a:t> at.</a:t>
            </a:r>
          </a:p>
        </p:txBody>
      </p:sp>
      <p:cxnSp>
        <p:nvCxnSpPr>
          <p:cNvPr id="25" name="Straight Connector 24">
            <a:extLst>
              <a:ext uri="{FF2B5EF4-FFF2-40B4-BE49-F238E27FC236}">
                <a16:creationId xmlns:a16="http://schemas.microsoft.com/office/drawing/2014/main" id="{30A6D4A8-69BF-4371-A665-F76E0CA8970C}"/>
              </a:ext>
            </a:extLst>
          </p:cNvPr>
          <p:cNvCxnSpPr>
            <a:cxnSpLocks/>
          </p:cNvCxnSpPr>
          <p:nvPr/>
        </p:nvCxnSpPr>
        <p:spPr>
          <a:xfrm>
            <a:off x="5111304" y="2693943"/>
            <a:ext cx="0" cy="3483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9EFC19-1687-43FC-8B8A-9D02A4952FB9}"/>
              </a:ext>
            </a:extLst>
          </p:cNvPr>
          <p:cNvCxnSpPr>
            <a:cxnSpLocks/>
          </p:cNvCxnSpPr>
          <p:nvPr/>
        </p:nvCxnSpPr>
        <p:spPr>
          <a:xfrm>
            <a:off x="7279932" y="2693943"/>
            <a:ext cx="0" cy="3483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86FA52-89DB-4FA9-8E46-20BFA4836BD6}"/>
              </a:ext>
            </a:extLst>
          </p:cNvPr>
          <p:cNvCxnSpPr>
            <a:cxnSpLocks/>
          </p:cNvCxnSpPr>
          <p:nvPr/>
        </p:nvCxnSpPr>
        <p:spPr>
          <a:xfrm>
            <a:off x="9471594" y="2693943"/>
            <a:ext cx="0" cy="3483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E5507695-7409-434D-A81A-B0365BA04B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374" y="1091768"/>
            <a:ext cx="1356615" cy="1184650"/>
          </a:xfrm>
          <a:prstGeom prst="rect">
            <a:avLst/>
          </a:prstGeom>
        </p:spPr>
      </p:pic>
      <p:sp>
        <p:nvSpPr>
          <p:cNvPr id="24" name="Subtitle 8">
            <a:extLst>
              <a:ext uri="{FF2B5EF4-FFF2-40B4-BE49-F238E27FC236}">
                <a16:creationId xmlns:a16="http://schemas.microsoft.com/office/drawing/2014/main" id="{4E92033B-AD63-415E-A549-66586646A093}"/>
              </a:ext>
            </a:extLst>
          </p:cNvPr>
          <p:cNvSpPr txBox="1">
            <a:spLocks/>
          </p:cNvSpPr>
          <p:nvPr/>
        </p:nvSpPr>
        <p:spPr>
          <a:xfrm>
            <a:off x="555611" y="3078892"/>
            <a:ext cx="1941991" cy="30915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Nullam</a:t>
            </a:r>
            <a:r>
              <a:rPr lang="en-GB" sz="1400" dirty="0">
                <a:solidFill>
                  <a:schemeClr val="tx1">
                    <a:lumMod val="75000"/>
                    <a:lumOff val="25000"/>
                  </a:schemeClr>
                </a:solidFill>
              </a:rPr>
              <a:t> </a:t>
            </a:r>
            <a:r>
              <a:rPr lang="en-GB" sz="1400" dirty="0" err="1">
                <a:solidFill>
                  <a:schemeClr val="tx1">
                    <a:lumMod val="75000"/>
                    <a:lumOff val="25000"/>
                  </a:schemeClr>
                </a:solidFill>
              </a:rPr>
              <a:t>vehicula</a:t>
            </a:r>
            <a:r>
              <a:rPr lang="en-GB" sz="1400" dirty="0">
                <a:solidFill>
                  <a:schemeClr val="tx1">
                    <a:lumMod val="75000"/>
                    <a:lumOff val="25000"/>
                  </a:schemeClr>
                </a:solidFill>
              </a:rPr>
              <a:t> </a:t>
            </a:r>
            <a:r>
              <a:rPr lang="en-GB" sz="1400" dirty="0" err="1">
                <a:solidFill>
                  <a:schemeClr val="tx1">
                    <a:lumMod val="75000"/>
                    <a:lumOff val="25000"/>
                  </a:schemeClr>
                </a:solidFill>
              </a:rPr>
              <a:t>dapibus</a:t>
            </a:r>
            <a:r>
              <a:rPr lang="en-GB" sz="1400" dirty="0">
                <a:solidFill>
                  <a:schemeClr val="tx1">
                    <a:lumMod val="75000"/>
                    <a:lumOff val="25000"/>
                  </a:schemeClr>
                </a:solidFill>
              </a:rPr>
              <a:t> </a:t>
            </a:r>
            <a:r>
              <a:rPr lang="en-GB" sz="1400" dirty="0" err="1">
                <a:solidFill>
                  <a:schemeClr val="tx1">
                    <a:lumMod val="75000"/>
                    <a:lumOff val="25000"/>
                  </a:schemeClr>
                </a:solidFill>
              </a:rPr>
              <a:t>massa</a:t>
            </a:r>
            <a:r>
              <a:rPr lang="en-GB" sz="1400" dirty="0">
                <a:solidFill>
                  <a:schemeClr val="tx1">
                    <a:lumMod val="75000"/>
                    <a:lumOff val="25000"/>
                  </a:schemeClr>
                </a:solidFill>
              </a:rPr>
              <a:t>, </a:t>
            </a:r>
            <a:r>
              <a:rPr lang="en-GB" sz="1400" dirty="0" err="1">
                <a:solidFill>
                  <a:schemeClr val="tx1">
                    <a:lumMod val="75000"/>
                    <a:lumOff val="25000"/>
                  </a:schemeClr>
                </a:solidFill>
              </a:rPr>
              <a:t>nec</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nunc</a:t>
            </a:r>
            <a:r>
              <a:rPr lang="en-GB" sz="1400" dirty="0">
                <a:solidFill>
                  <a:schemeClr val="tx1">
                    <a:lumMod val="75000"/>
                    <a:lumOff val="25000"/>
                  </a:schemeClr>
                </a:solidFill>
              </a:rPr>
              <a:t> porta </a:t>
            </a:r>
            <a:r>
              <a:rPr lang="en-GB" sz="1400" dirty="0" err="1">
                <a:solidFill>
                  <a:schemeClr val="tx1">
                    <a:lumMod val="75000"/>
                    <a:lumOff val="25000"/>
                  </a:schemeClr>
                </a:solidFill>
              </a:rPr>
              <a:t>eget</a:t>
            </a:r>
            <a:r>
              <a:rPr lang="en-GB" sz="1400" dirty="0">
                <a:solidFill>
                  <a:schemeClr val="tx1">
                    <a:lumMod val="75000"/>
                    <a:lumOff val="25000"/>
                  </a:schemeClr>
                </a:solidFill>
              </a:rPr>
              <a:t>. Proin ac </a:t>
            </a:r>
            <a:r>
              <a:rPr lang="en-GB" sz="1400" dirty="0" err="1">
                <a:solidFill>
                  <a:schemeClr val="tx1">
                    <a:lumMod val="75000"/>
                    <a:lumOff val="25000"/>
                  </a:schemeClr>
                </a:solidFill>
              </a:rPr>
              <a:t>arcu</a:t>
            </a:r>
            <a:r>
              <a:rPr lang="en-GB" sz="1400" dirty="0">
                <a:solidFill>
                  <a:schemeClr val="tx1">
                    <a:lumMod val="75000"/>
                    <a:lumOff val="25000"/>
                  </a:schemeClr>
                </a:solidFill>
              </a:rPr>
              <a:t> eros. </a:t>
            </a:r>
            <a:r>
              <a:rPr lang="en-GB" sz="1400" dirty="0" err="1">
                <a:solidFill>
                  <a:schemeClr val="tx1">
                    <a:lumMod val="75000"/>
                    <a:lumOff val="25000"/>
                  </a:schemeClr>
                </a:solidFill>
              </a:rPr>
              <a:t>Sed</a:t>
            </a:r>
            <a:r>
              <a:rPr lang="en-GB" sz="1400" dirty="0">
                <a:solidFill>
                  <a:schemeClr val="tx1">
                    <a:lumMod val="75000"/>
                    <a:lumOff val="25000"/>
                  </a:schemeClr>
                </a:solidFill>
              </a:rPr>
              <a:t> </a:t>
            </a:r>
            <a:r>
              <a:rPr lang="en-GB" sz="1400" dirty="0" err="1">
                <a:solidFill>
                  <a:schemeClr val="tx1">
                    <a:lumMod val="75000"/>
                    <a:lumOff val="25000"/>
                  </a:schemeClr>
                </a:solidFill>
              </a:rPr>
              <a:t>varius</a:t>
            </a:r>
            <a:r>
              <a:rPr lang="en-GB" sz="1400" dirty="0">
                <a:solidFill>
                  <a:schemeClr val="tx1">
                    <a:lumMod val="75000"/>
                    <a:lumOff val="25000"/>
                  </a:schemeClr>
                </a:solidFill>
              </a:rPr>
              <a:t> nisi </a:t>
            </a:r>
            <a:r>
              <a:rPr lang="en-GB" sz="1400" dirty="0" err="1">
                <a:solidFill>
                  <a:schemeClr val="tx1">
                    <a:lumMod val="75000"/>
                    <a:lumOff val="25000"/>
                  </a:schemeClr>
                </a:solidFill>
              </a:rPr>
              <a:t>eu</a:t>
            </a:r>
            <a:r>
              <a:rPr lang="en-GB" sz="1400" dirty="0">
                <a:solidFill>
                  <a:schemeClr val="tx1">
                    <a:lumMod val="75000"/>
                    <a:lumOff val="25000"/>
                  </a:schemeClr>
                </a:solidFill>
              </a:rPr>
              <a:t> </a:t>
            </a:r>
            <a:r>
              <a:rPr lang="en-GB" sz="1400" dirty="0" err="1">
                <a:solidFill>
                  <a:schemeClr val="tx1">
                    <a:lumMod val="75000"/>
                    <a:lumOff val="25000"/>
                  </a:schemeClr>
                </a:solidFill>
              </a:rPr>
              <a:t>sem</a:t>
            </a:r>
            <a:r>
              <a:rPr lang="en-GB" sz="1400" dirty="0">
                <a:solidFill>
                  <a:schemeClr val="tx1">
                    <a:lumMod val="75000"/>
                    <a:lumOff val="25000"/>
                  </a:schemeClr>
                </a:solidFill>
              </a:rPr>
              <a:t> </a:t>
            </a:r>
            <a:r>
              <a:rPr lang="en-GB" sz="1400" dirty="0" err="1">
                <a:solidFill>
                  <a:schemeClr val="tx1">
                    <a:lumMod val="75000"/>
                    <a:lumOff val="25000"/>
                  </a:schemeClr>
                </a:solidFill>
              </a:rPr>
              <a:t>fringilla</a:t>
            </a:r>
            <a:r>
              <a:rPr lang="en-GB" sz="1400" dirty="0">
                <a:solidFill>
                  <a:schemeClr val="tx1">
                    <a:lumMod val="75000"/>
                    <a:lumOff val="25000"/>
                  </a:schemeClr>
                </a:solidFill>
              </a:rPr>
              <a: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sodales</a:t>
            </a:r>
            <a:r>
              <a:rPr lang="en-GB" sz="1400" dirty="0">
                <a:solidFill>
                  <a:schemeClr val="tx1">
                    <a:lumMod val="75000"/>
                    <a:lumOff val="25000"/>
                  </a:schemeClr>
                </a:solidFill>
              </a:rPr>
              <a:t> </a:t>
            </a:r>
            <a:r>
              <a:rPr lang="en-GB" sz="1400" dirty="0" err="1">
                <a:solidFill>
                  <a:schemeClr val="tx1">
                    <a:lumMod val="75000"/>
                    <a:lumOff val="25000"/>
                  </a:schemeClr>
                </a:solidFill>
              </a:rPr>
              <a:t>felis</a:t>
            </a:r>
            <a:r>
              <a:rPr lang="en-GB" sz="1400" dirty="0">
                <a:solidFill>
                  <a:schemeClr val="tx1">
                    <a:lumMod val="75000"/>
                    <a:lumOff val="25000"/>
                  </a:schemeClr>
                </a:solidFill>
              </a:rPr>
              <a:t> </a:t>
            </a:r>
            <a:r>
              <a:rPr lang="en-GB" sz="1400" dirty="0" err="1">
                <a:solidFill>
                  <a:schemeClr val="tx1">
                    <a:lumMod val="75000"/>
                    <a:lumOff val="25000"/>
                  </a:schemeClr>
                </a:solidFill>
              </a:rPr>
              <a:t>eleifend</a:t>
            </a:r>
            <a:r>
              <a:rPr lang="en-GB" sz="1400" dirty="0">
                <a:solidFill>
                  <a:schemeClr val="tx1">
                    <a:lumMod val="75000"/>
                    <a:lumOff val="25000"/>
                  </a:schemeClr>
                </a:solidFill>
              </a:rPr>
              <a:t>. </a:t>
            </a:r>
            <a:r>
              <a:rPr lang="en-GB" sz="1400" dirty="0" err="1">
                <a:solidFill>
                  <a:schemeClr val="tx1">
                    <a:lumMod val="75000"/>
                    <a:lumOff val="25000"/>
                  </a:schemeClr>
                </a:solidFill>
              </a:rPr>
              <a:t>Sed</a:t>
            </a:r>
            <a:r>
              <a:rPr lang="en-GB" sz="1400" dirty="0">
                <a:solidFill>
                  <a:schemeClr val="tx1">
                    <a:lumMod val="75000"/>
                    <a:lumOff val="25000"/>
                  </a:schemeClr>
                </a:solidFill>
              </a:rPr>
              <a:t> </a:t>
            </a:r>
            <a:r>
              <a:rPr lang="en-GB" sz="1400" dirty="0" err="1">
                <a:solidFill>
                  <a:schemeClr val="tx1">
                    <a:lumMod val="75000"/>
                    <a:lumOff val="25000"/>
                  </a:schemeClr>
                </a:solidFill>
              </a:rPr>
              <a:t>tincidunt</a:t>
            </a:r>
            <a:r>
              <a:rPr lang="en-GB" sz="1400" dirty="0">
                <a:solidFill>
                  <a:schemeClr val="tx1">
                    <a:lumMod val="75000"/>
                    <a:lumOff val="25000"/>
                  </a:schemeClr>
                </a:solidFill>
              </a:rPr>
              <a:t> </a:t>
            </a:r>
            <a:r>
              <a:rPr lang="en-GB" sz="1400" dirty="0" err="1">
                <a:solidFill>
                  <a:schemeClr val="tx1">
                    <a:lumMod val="75000"/>
                    <a:lumOff val="25000"/>
                  </a:schemeClr>
                </a:solidFill>
              </a:rPr>
              <a:t>orci</a:t>
            </a:r>
            <a:r>
              <a:rPr lang="en-GB" sz="1400" dirty="0">
                <a:solidFill>
                  <a:schemeClr val="tx1">
                    <a:lumMod val="75000"/>
                    <a:lumOff val="25000"/>
                  </a:schemeClr>
                </a:solidFill>
              </a:rPr>
              <a:t> </a:t>
            </a:r>
            <a:r>
              <a:rPr lang="en-GB" sz="1400" dirty="0" err="1">
                <a:solidFill>
                  <a:schemeClr val="tx1">
                    <a:lumMod val="75000"/>
                    <a:lumOff val="25000"/>
                  </a:schemeClr>
                </a:solidFill>
              </a:rPr>
              <a:t>lacus</a:t>
            </a:r>
            <a:r>
              <a:rPr lang="en-GB" sz="1400" dirty="0">
                <a:solidFill>
                  <a:schemeClr val="tx1">
                    <a:lumMod val="75000"/>
                    <a:lumOff val="25000"/>
                  </a:schemeClr>
                </a:solidFill>
              </a:rPr>
              <a:t>, in </a:t>
            </a:r>
            <a:r>
              <a:rPr lang="en-GB" sz="1400" dirty="0" err="1">
                <a:solidFill>
                  <a:schemeClr val="tx1">
                    <a:lumMod val="75000"/>
                    <a:lumOff val="25000"/>
                  </a:schemeClr>
                </a:solidFill>
              </a:rPr>
              <a:t>euismod</a:t>
            </a:r>
            <a:r>
              <a:rPr lang="en-GB" sz="1400" dirty="0">
                <a:solidFill>
                  <a:schemeClr val="tx1">
                    <a:lumMod val="75000"/>
                    <a:lumOff val="25000"/>
                  </a:schemeClr>
                </a:solidFill>
              </a:rPr>
              <a:t> </a:t>
            </a:r>
            <a:r>
              <a:rPr lang="en-GB" sz="1400" dirty="0" err="1">
                <a:solidFill>
                  <a:schemeClr val="tx1">
                    <a:lumMod val="75000"/>
                    <a:lumOff val="25000"/>
                  </a:schemeClr>
                </a:solidFill>
              </a:rPr>
              <a:t>velit</a:t>
            </a:r>
            <a:r>
              <a:rPr lang="en-GB" sz="1400" dirty="0">
                <a:solidFill>
                  <a:schemeClr val="tx1">
                    <a:lumMod val="75000"/>
                    <a:lumOff val="25000"/>
                  </a:schemeClr>
                </a:solidFill>
              </a:rPr>
              <a:t> </a:t>
            </a:r>
            <a:r>
              <a:rPr lang="en-GB" sz="1400" dirty="0" err="1">
                <a:solidFill>
                  <a:schemeClr val="tx1">
                    <a:lumMod val="75000"/>
                    <a:lumOff val="25000"/>
                  </a:schemeClr>
                </a:solidFill>
              </a:rPr>
              <a:t>imperdiet</a:t>
            </a:r>
            <a:r>
              <a:rPr lang="en-GB" sz="1400" dirty="0">
                <a:solidFill>
                  <a:schemeClr val="tx1">
                    <a:lumMod val="75000"/>
                    <a:lumOff val="25000"/>
                  </a:schemeClr>
                </a:solidFill>
              </a:rPr>
              <a:t>.</a:t>
            </a:r>
          </a:p>
        </p:txBody>
      </p:sp>
    </p:spTree>
    <p:extLst>
      <p:ext uri="{BB962C8B-B14F-4D97-AF65-F5344CB8AC3E}">
        <p14:creationId xmlns:p14="http://schemas.microsoft.com/office/powerpoint/2010/main" val="359102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9">
            <a:extLst>
              <a:ext uri="{FF2B5EF4-FFF2-40B4-BE49-F238E27FC236}">
                <a16:creationId xmlns:a16="http://schemas.microsoft.com/office/drawing/2014/main" id="{71582911-F95F-4750-9904-74D7FA562B5B}"/>
              </a:ext>
            </a:extLst>
          </p:cNvPr>
          <p:cNvSpPr txBox="1">
            <a:spLocks/>
          </p:cNvSpPr>
          <p:nvPr/>
        </p:nvSpPr>
        <p:spPr>
          <a:xfrm>
            <a:off x="1814037" y="1455091"/>
            <a:ext cx="229447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800" dirty="0">
                <a:solidFill>
                  <a:schemeClr val="tx1"/>
                </a:solidFill>
              </a:rPr>
              <a:t>Subheading optional</a:t>
            </a:r>
          </a:p>
        </p:txBody>
      </p:sp>
      <p:sp>
        <p:nvSpPr>
          <p:cNvPr id="11" name="Title 9">
            <a:extLst>
              <a:ext uri="{FF2B5EF4-FFF2-40B4-BE49-F238E27FC236}">
                <a16:creationId xmlns:a16="http://schemas.microsoft.com/office/drawing/2014/main" id="{B93B2A3C-2207-4EF5-8806-1C1A760F63C7}"/>
              </a:ext>
            </a:extLst>
          </p:cNvPr>
          <p:cNvSpPr txBox="1">
            <a:spLocks/>
          </p:cNvSpPr>
          <p:nvPr/>
        </p:nvSpPr>
        <p:spPr>
          <a:xfrm>
            <a:off x="614783" y="2907578"/>
            <a:ext cx="229447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one</a:t>
            </a:r>
          </a:p>
        </p:txBody>
      </p:sp>
      <p:sp>
        <p:nvSpPr>
          <p:cNvPr id="2" name="Title 1">
            <a:extLst>
              <a:ext uri="{FF2B5EF4-FFF2-40B4-BE49-F238E27FC236}">
                <a16:creationId xmlns:a16="http://schemas.microsoft.com/office/drawing/2014/main" id="{DF2DF769-4A27-40A5-A7D0-DBDDC3EA662A}"/>
              </a:ext>
            </a:extLst>
          </p:cNvPr>
          <p:cNvSpPr>
            <a:spLocks noGrp="1"/>
          </p:cNvSpPr>
          <p:nvPr>
            <p:ph type="title"/>
          </p:nvPr>
        </p:nvSpPr>
        <p:spPr>
          <a:xfrm>
            <a:off x="1805841" y="1719058"/>
            <a:ext cx="10313024" cy="635902"/>
          </a:xfrm>
        </p:spPr>
        <p:txBody>
          <a:bodyPr/>
          <a:lstStyle/>
          <a:p>
            <a:r>
              <a:rPr lang="en-GB" dirty="0"/>
              <a:t>Click to add slide title here </a:t>
            </a:r>
            <a:endParaRPr lang="en-US" dirty="0"/>
          </a:p>
        </p:txBody>
      </p:sp>
      <p:sp>
        <p:nvSpPr>
          <p:cNvPr id="12" name="Subtitle 8">
            <a:extLst>
              <a:ext uri="{FF2B5EF4-FFF2-40B4-BE49-F238E27FC236}">
                <a16:creationId xmlns:a16="http://schemas.microsoft.com/office/drawing/2014/main" id="{4D3B182D-4A2C-4925-9112-2A1ACAD354E1}"/>
              </a:ext>
            </a:extLst>
          </p:cNvPr>
          <p:cNvSpPr>
            <a:spLocks noGrp="1"/>
          </p:cNvSpPr>
          <p:nvPr>
            <p:ph type="body" sz="quarter" idx="10"/>
          </p:nvPr>
        </p:nvSpPr>
        <p:spPr>
          <a:prstGeom prst="rect">
            <a:avLst/>
          </a:prstGeom>
        </p:spPr>
        <p:txBody>
          <a:bodyPr/>
          <a:lstStyle/>
          <a:p>
            <a:pPr marL="0" indent="0" algn="l">
              <a:lnSpc>
                <a:spcPct val="100000"/>
              </a:lnSpc>
              <a:spcBef>
                <a:spcPts val="1200"/>
              </a:spcBef>
              <a:buNone/>
            </a:pPr>
            <a:endParaRPr lang="en-GB" sz="1300" dirty="0">
              <a:solidFill>
                <a:schemeClr val="bg2">
                  <a:lumMod val="50000"/>
                </a:schemeClr>
              </a:solidFill>
              <a:latin typeface="Arial" panose="020B0604020202020204" pitchFamily="34" charset="0"/>
              <a:cs typeface="Arial" panose="020B0604020202020204" pitchFamily="34" charset="0"/>
            </a:endParaRPr>
          </a:p>
        </p:txBody>
      </p:sp>
      <p:sp>
        <p:nvSpPr>
          <p:cNvPr id="14" name="Title 9">
            <a:extLst>
              <a:ext uri="{FF2B5EF4-FFF2-40B4-BE49-F238E27FC236}">
                <a16:creationId xmlns:a16="http://schemas.microsoft.com/office/drawing/2014/main" id="{29A1390F-0B3D-42E4-BCCF-304ED2598441}"/>
              </a:ext>
            </a:extLst>
          </p:cNvPr>
          <p:cNvSpPr txBox="1">
            <a:spLocks/>
          </p:cNvSpPr>
          <p:nvPr/>
        </p:nvSpPr>
        <p:spPr>
          <a:xfrm>
            <a:off x="3207417" y="2907578"/>
            <a:ext cx="229447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two</a:t>
            </a:r>
          </a:p>
        </p:txBody>
      </p:sp>
      <p:sp>
        <p:nvSpPr>
          <p:cNvPr id="15" name="Subtitle 8">
            <a:extLst>
              <a:ext uri="{FF2B5EF4-FFF2-40B4-BE49-F238E27FC236}">
                <a16:creationId xmlns:a16="http://schemas.microsoft.com/office/drawing/2014/main" id="{C8E4A394-533B-4902-B951-927361BED45D}"/>
              </a:ext>
            </a:extLst>
          </p:cNvPr>
          <p:cNvSpPr txBox="1">
            <a:spLocks/>
          </p:cNvSpPr>
          <p:nvPr/>
        </p:nvSpPr>
        <p:spPr>
          <a:xfrm>
            <a:off x="3207417" y="3245936"/>
            <a:ext cx="2392684" cy="2718128"/>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Nulla</a:t>
            </a:r>
            <a:r>
              <a:rPr lang="en-GB" sz="1400" dirty="0">
                <a:solidFill>
                  <a:schemeClr val="tx1">
                    <a:lumMod val="75000"/>
                    <a:lumOff val="25000"/>
                  </a:schemeClr>
                </a:solidFill>
              </a:rPr>
              <a:t> </a:t>
            </a:r>
            <a:r>
              <a:rPr lang="en-GB" sz="1400" dirty="0" err="1">
                <a:solidFill>
                  <a:schemeClr val="tx1">
                    <a:lumMod val="75000"/>
                    <a:lumOff val="25000"/>
                  </a:schemeClr>
                </a:solidFill>
              </a:rPr>
              <a:t>molestie</a:t>
            </a:r>
            <a:r>
              <a:rPr lang="en-GB" sz="1400" dirty="0">
                <a:solidFill>
                  <a:schemeClr val="tx1">
                    <a:lumMod val="75000"/>
                    <a:lumOff val="25000"/>
                  </a:schemeClr>
                </a:solidFill>
              </a:rPr>
              <a:t> magna </a:t>
            </a:r>
            <a:r>
              <a:rPr lang="en-GB" sz="1400" dirty="0" err="1">
                <a:solidFill>
                  <a:schemeClr val="tx1">
                    <a:lumMod val="75000"/>
                    <a:lumOff val="25000"/>
                  </a:schemeClr>
                </a:solidFill>
              </a:rPr>
              <a:t>eget</a:t>
            </a:r>
            <a:r>
              <a:rPr lang="en-GB" sz="1400" dirty="0">
                <a:solidFill>
                  <a:schemeClr val="tx1">
                    <a:lumMod val="75000"/>
                    <a:lumOff val="25000"/>
                  </a:schemeClr>
                </a:solidFill>
              </a:rPr>
              <a:t> </a:t>
            </a:r>
            <a:r>
              <a:rPr lang="en-GB" sz="1400" dirty="0" err="1">
                <a:solidFill>
                  <a:schemeClr val="tx1">
                    <a:lumMod val="75000"/>
                    <a:lumOff val="25000"/>
                  </a:schemeClr>
                </a:solidFill>
              </a:rPr>
              <a:t>congue</a:t>
            </a:r>
            <a:r>
              <a:rPr lang="en-GB" sz="1400" dirty="0">
                <a:solidFill>
                  <a:schemeClr val="tx1">
                    <a:lumMod val="75000"/>
                    <a:lumOff val="25000"/>
                  </a:schemeClr>
                </a:solidFill>
              </a:rPr>
              <a:t> </a:t>
            </a:r>
            <a:r>
              <a:rPr lang="en-GB" sz="1400" dirty="0" err="1">
                <a:solidFill>
                  <a:schemeClr val="tx1">
                    <a:lumMod val="75000"/>
                    <a:lumOff val="25000"/>
                  </a:schemeClr>
                </a:solidFill>
              </a:rPr>
              <a:t>suscipit</a:t>
            </a:r>
            <a:r>
              <a:rPr lang="en-GB" sz="1400" dirty="0">
                <a:solidFill>
                  <a:schemeClr val="tx1">
                    <a:lumMod val="75000"/>
                    <a:lumOff val="25000"/>
                  </a:schemeClr>
                </a:solidFill>
              </a:rPr>
              <a:t>. </a:t>
            </a:r>
            <a:r>
              <a:rPr lang="en-GB" sz="1400" dirty="0" err="1">
                <a:solidFill>
                  <a:schemeClr val="tx1">
                    <a:lumMod val="75000"/>
                    <a:lumOff val="25000"/>
                  </a:schemeClr>
                </a:solidFill>
              </a:rPr>
              <a:t>Aliquam</a:t>
            </a:r>
            <a:r>
              <a:rPr lang="en-GB" sz="1400" dirty="0">
                <a:solidFill>
                  <a:schemeClr val="tx1">
                    <a:lumMod val="75000"/>
                    <a:lumOff val="25000"/>
                  </a:schemeClr>
                </a:solidFill>
              </a:rPr>
              <a:t> </a:t>
            </a:r>
            <a:r>
              <a:rPr lang="en-GB" sz="1400" dirty="0" err="1">
                <a:solidFill>
                  <a:schemeClr val="tx1">
                    <a:lumMod val="75000"/>
                    <a:lumOff val="25000"/>
                  </a:schemeClr>
                </a:solidFill>
              </a:rPr>
              <a:t>tellus</a:t>
            </a:r>
            <a:r>
              <a:rPr lang="en-GB" sz="1400" dirty="0">
                <a:solidFill>
                  <a:schemeClr val="tx1">
                    <a:lumMod val="75000"/>
                    <a:lumOff val="25000"/>
                  </a:schemeClr>
                </a:solidFill>
              </a:rPr>
              <a:t> nisi, </a:t>
            </a:r>
            <a:r>
              <a:rPr lang="en-GB" sz="1400" dirty="0" err="1">
                <a:solidFill>
                  <a:schemeClr val="tx1">
                    <a:lumMod val="75000"/>
                    <a:lumOff val="25000"/>
                  </a:schemeClr>
                </a:solidFill>
              </a:rPr>
              <a:t>egestas</a:t>
            </a:r>
            <a:r>
              <a:rPr lang="en-GB" sz="1400" dirty="0">
                <a:solidFill>
                  <a:schemeClr val="tx1">
                    <a:lumMod val="75000"/>
                    <a:lumOff val="25000"/>
                  </a:schemeClr>
                </a:solidFill>
              </a:rPr>
              <a:t> </a:t>
            </a:r>
            <a:r>
              <a:rPr lang="en-GB" sz="1400" dirty="0" err="1">
                <a:solidFill>
                  <a:schemeClr val="tx1">
                    <a:lumMod val="75000"/>
                    <a:lumOff val="25000"/>
                  </a:schemeClr>
                </a:solidFill>
              </a:rPr>
              <a:t>ut</a:t>
            </a:r>
            <a:r>
              <a:rPr lang="en-GB" sz="1400" dirty="0">
                <a:solidFill>
                  <a:schemeClr val="tx1">
                    <a:lumMod val="75000"/>
                    <a:lumOff val="25000"/>
                  </a:schemeClr>
                </a:solidFill>
              </a:rPr>
              <a:t> </a:t>
            </a:r>
            <a:r>
              <a:rPr lang="en-GB" sz="1400" dirty="0" err="1">
                <a:solidFill>
                  <a:schemeClr val="tx1">
                    <a:lumMod val="75000"/>
                    <a:lumOff val="25000"/>
                  </a:schemeClr>
                </a:solidFill>
              </a:rPr>
              <a:t>mauris</a:t>
            </a:r>
            <a:r>
              <a:rPr lang="en-GB" sz="1400" dirty="0">
                <a:solidFill>
                  <a:schemeClr val="tx1">
                    <a:lumMod val="75000"/>
                    <a:lumOff val="25000"/>
                  </a:schemeClr>
                </a:solidFill>
              </a:rPr>
              <a:t> </a:t>
            </a:r>
            <a:r>
              <a:rPr lang="en-GB" sz="1400" dirty="0" err="1">
                <a:solidFill>
                  <a:schemeClr val="tx1">
                    <a:lumMod val="75000"/>
                    <a:lumOff val="25000"/>
                  </a:schemeClr>
                </a:solidFill>
              </a:rPr>
              <a:t>eu</a:t>
            </a:r>
            <a:r>
              <a:rPr lang="en-GB" sz="1400" dirty="0">
                <a:solidFill>
                  <a:schemeClr val="tx1">
                    <a:lumMod val="75000"/>
                    <a:lumOff val="25000"/>
                  </a:schemeClr>
                </a:solidFill>
              </a:rPr>
              <a:t>, </a:t>
            </a:r>
            <a:r>
              <a:rPr lang="en-GB" sz="1400" dirty="0" err="1">
                <a:solidFill>
                  <a:schemeClr val="tx1">
                    <a:lumMod val="75000"/>
                    <a:lumOff val="25000"/>
                  </a:schemeClr>
                </a:solidFill>
              </a:rPr>
              <a:t>volutpat</a:t>
            </a:r>
            <a:r>
              <a:rPr lang="en-GB" sz="1400" dirty="0">
                <a:solidFill>
                  <a:schemeClr val="tx1">
                    <a:lumMod val="75000"/>
                    <a:lumOff val="25000"/>
                  </a:schemeClr>
                </a:solidFill>
              </a:rPr>
              <a:t> </a:t>
            </a:r>
            <a:r>
              <a:rPr lang="en-GB" sz="1400" dirty="0" err="1">
                <a:solidFill>
                  <a:schemeClr val="tx1">
                    <a:lumMod val="75000"/>
                    <a:lumOff val="25000"/>
                  </a:schemeClr>
                </a:solidFill>
              </a:rPr>
              <a:t>tincidunt</a:t>
            </a:r>
            <a:r>
              <a:rPr lang="en-GB" sz="1400" dirty="0">
                <a:solidFill>
                  <a:schemeClr val="tx1">
                    <a:lumMod val="75000"/>
                    <a:lumOff val="25000"/>
                  </a:schemeClr>
                </a:solidFill>
              </a:rPr>
              <a:t> </a:t>
            </a:r>
            <a:r>
              <a:rPr lang="en-GB" sz="1400" dirty="0" err="1">
                <a:solidFill>
                  <a:schemeClr val="tx1">
                    <a:lumMod val="75000"/>
                    <a:lumOff val="25000"/>
                  </a:schemeClr>
                </a:solidFill>
              </a:rPr>
              <a:t>turpis</a:t>
            </a:r>
            <a:r>
              <a:rPr lang="en-GB" sz="1400" dirty="0">
                <a:solidFill>
                  <a:schemeClr val="tx1">
                    <a:lumMod val="75000"/>
                    <a:lumOff val="25000"/>
                  </a:schemeClr>
                </a:solidFill>
              </a:rPr>
              <a:t>. </a:t>
            </a:r>
          </a:p>
          <a:p>
            <a:pPr>
              <a:lnSpc>
                <a:spcPct val="100000"/>
              </a:lnSpc>
              <a:spcBef>
                <a:spcPts val="1200"/>
              </a:spcBef>
            </a:pPr>
            <a:r>
              <a:rPr lang="en-GB" sz="1400" dirty="0">
                <a:solidFill>
                  <a:schemeClr val="tx1">
                    <a:lumMod val="75000"/>
                    <a:lumOff val="25000"/>
                  </a:schemeClr>
                </a:solidFill>
              </a:rPr>
              <a:t>Nunc </a:t>
            </a:r>
            <a:r>
              <a:rPr lang="en-GB" sz="1400" dirty="0" err="1">
                <a:solidFill>
                  <a:schemeClr val="tx1">
                    <a:lumMod val="75000"/>
                    <a:lumOff val="25000"/>
                  </a:schemeClr>
                </a:solidFill>
              </a:rPr>
              <a:t>placerat</a:t>
            </a:r>
            <a:r>
              <a:rPr lang="en-GB" sz="1400" dirty="0">
                <a:solidFill>
                  <a:schemeClr val="tx1">
                    <a:lumMod val="75000"/>
                    <a:lumOff val="25000"/>
                  </a:schemeClr>
                </a:solidFill>
              </a:rPr>
              <a:t> </a:t>
            </a:r>
            <a:r>
              <a:rPr lang="en-GB" sz="1400" dirty="0" err="1">
                <a:solidFill>
                  <a:schemeClr val="tx1">
                    <a:lumMod val="75000"/>
                    <a:lumOff val="25000"/>
                  </a:schemeClr>
                </a:solidFill>
              </a:rPr>
              <a:t>felis</a:t>
            </a:r>
            <a:r>
              <a:rPr lang="en-GB" sz="1400" dirty="0">
                <a:solidFill>
                  <a:schemeClr val="tx1">
                    <a:lumMod val="75000"/>
                    <a:lumOff val="25000"/>
                  </a:schemeClr>
                </a:solidFill>
              </a:rPr>
              <a:t> </a:t>
            </a:r>
            <a:r>
              <a:rPr lang="en-GB" sz="1400" dirty="0" err="1">
                <a:solidFill>
                  <a:schemeClr val="tx1">
                    <a:lumMod val="75000"/>
                    <a:lumOff val="25000"/>
                  </a:schemeClr>
                </a:solidFill>
              </a:rPr>
              <a:t>eget</a:t>
            </a:r>
            <a:r>
              <a:rPr lang="en-GB" sz="1400" dirty="0">
                <a:solidFill>
                  <a:schemeClr val="tx1">
                    <a:lumMod val="75000"/>
                    <a:lumOff val="25000"/>
                  </a:schemeClr>
                </a:solidFill>
              </a:rPr>
              <a:t> magna </a:t>
            </a:r>
            <a:r>
              <a:rPr lang="en-GB" sz="1400" dirty="0" err="1">
                <a:solidFill>
                  <a:schemeClr val="tx1">
                    <a:lumMod val="75000"/>
                    <a:lumOff val="25000"/>
                  </a:schemeClr>
                </a:solidFill>
              </a:rPr>
              <a:t>mollis</a:t>
            </a:r>
            <a:r>
              <a:rPr lang="en-GB" sz="1400" dirty="0">
                <a:solidFill>
                  <a:schemeClr val="tx1">
                    <a:lumMod val="75000"/>
                    <a:lumOff val="25000"/>
                  </a:schemeClr>
                </a:solidFill>
              </a:rPr>
              <a:t>, ac </a:t>
            </a:r>
            <a:r>
              <a:rPr lang="en-GB" sz="1400" dirty="0" err="1">
                <a:solidFill>
                  <a:schemeClr val="tx1">
                    <a:lumMod val="75000"/>
                    <a:lumOff val="25000"/>
                  </a:schemeClr>
                </a:solidFill>
              </a:rPr>
              <a:t>lobortis</a:t>
            </a:r>
            <a:r>
              <a:rPr lang="en-GB" sz="1400" dirty="0">
                <a:solidFill>
                  <a:schemeClr val="tx1">
                    <a:lumMod val="75000"/>
                    <a:lumOff val="25000"/>
                  </a:schemeClr>
                </a:solidFill>
              </a:rPr>
              <a:t> magna gravida. Morbi </a:t>
            </a:r>
            <a:r>
              <a:rPr lang="en-GB" sz="1400" dirty="0" err="1">
                <a:solidFill>
                  <a:schemeClr val="tx1">
                    <a:lumMod val="75000"/>
                    <a:lumOff val="25000"/>
                  </a:schemeClr>
                </a:solidFill>
              </a:rPr>
              <a:t>eget</a:t>
            </a:r>
            <a:r>
              <a:rPr lang="en-GB" sz="1400" dirty="0">
                <a:solidFill>
                  <a:schemeClr val="tx1">
                    <a:lumMod val="75000"/>
                    <a:lumOff val="25000"/>
                  </a:schemeClr>
                </a:solidFill>
              </a:rPr>
              <a:t> ligula </a:t>
            </a:r>
            <a:r>
              <a:rPr lang="en-GB" sz="1400" dirty="0" err="1">
                <a:solidFill>
                  <a:schemeClr val="tx1">
                    <a:lumMod val="75000"/>
                    <a:lumOff val="25000"/>
                  </a:schemeClr>
                </a:solidFill>
              </a:rPr>
              <a:t>purus</a:t>
            </a:r>
            <a:r>
              <a:rPr lang="en-GB" sz="1400" dirty="0">
                <a:solidFill>
                  <a:schemeClr val="tx1">
                    <a:lumMod val="75000"/>
                    <a:lumOff val="25000"/>
                  </a:schemeClr>
                </a:solidFill>
              </a:rPr>
              <a:t>. </a:t>
            </a:r>
            <a:r>
              <a:rPr lang="en-GB" sz="1400" dirty="0" err="1">
                <a:solidFill>
                  <a:schemeClr val="tx1">
                    <a:lumMod val="75000"/>
                    <a:lumOff val="25000"/>
                  </a:schemeClr>
                </a:solidFill>
              </a:rPr>
              <a:t>Nullam</a:t>
            </a:r>
            <a:r>
              <a:rPr lang="en-GB" sz="1400" dirty="0">
                <a:solidFill>
                  <a:schemeClr val="tx1">
                    <a:lumMod val="75000"/>
                    <a:lumOff val="25000"/>
                  </a:schemeClr>
                </a:solidFill>
              </a:rPr>
              <a:t> </a:t>
            </a:r>
            <a:r>
              <a:rPr lang="en-GB" sz="1400" dirty="0" err="1">
                <a:solidFill>
                  <a:schemeClr val="tx1">
                    <a:lumMod val="75000"/>
                    <a:lumOff val="25000"/>
                  </a:schemeClr>
                </a:solidFill>
              </a:rPr>
              <a:t>hendrerit</a:t>
            </a:r>
            <a:r>
              <a:rPr lang="en-GB" sz="1400" dirty="0">
                <a:solidFill>
                  <a:schemeClr val="tx1">
                    <a:lumMod val="75000"/>
                    <a:lumOff val="25000"/>
                  </a:schemeClr>
                </a:solidFill>
              </a:rPr>
              <a:t>.</a:t>
            </a:r>
            <a:endParaRPr lang="en-US" sz="1400" dirty="0">
              <a:solidFill>
                <a:schemeClr val="tx1">
                  <a:lumMod val="75000"/>
                  <a:lumOff val="25000"/>
                </a:schemeClr>
              </a:solidFill>
            </a:endParaRPr>
          </a:p>
        </p:txBody>
      </p:sp>
      <p:sp>
        <p:nvSpPr>
          <p:cNvPr id="18" name="Title 9">
            <a:extLst>
              <a:ext uri="{FF2B5EF4-FFF2-40B4-BE49-F238E27FC236}">
                <a16:creationId xmlns:a16="http://schemas.microsoft.com/office/drawing/2014/main" id="{D86607FC-2FD9-4E03-A933-97FF6EE8A190}"/>
              </a:ext>
            </a:extLst>
          </p:cNvPr>
          <p:cNvSpPr txBox="1">
            <a:spLocks/>
          </p:cNvSpPr>
          <p:nvPr/>
        </p:nvSpPr>
        <p:spPr>
          <a:xfrm>
            <a:off x="5975699" y="2907578"/>
            <a:ext cx="2653268" cy="289368"/>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lang="en-US" sz="1600" b="1" dirty="0">
                <a:solidFill>
                  <a:schemeClr val="tx1"/>
                </a:solidFill>
              </a:rPr>
              <a:t>Title three</a:t>
            </a:r>
          </a:p>
        </p:txBody>
      </p:sp>
      <p:sp>
        <p:nvSpPr>
          <p:cNvPr id="19" name="Subtitle 8">
            <a:extLst>
              <a:ext uri="{FF2B5EF4-FFF2-40B4-BE49-F238E27FC236}">
                <a16:creationId xmlns:a16="http://schemas.microsoft.com/office/drawing/2014/main" id="{82487E3F-12F0-4B18-A851-4F7299997DCB}"/>
              </a:ext>
            </a:extLst>
          </p:cNvPr>
          <p:cNvSpPr txBox="1">
            <a:spLocks/>
          </p:cNvSpPr>
          <p:nvPr/>
        </p:nvSpPr>
        <p:spPr>
          <a:xfrm>
            <a:off x="5982733" y="3248833"/>
            <a:ext cx="2241596" cy="2718127"/>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Nullam</a:t>
            </a:r>
            <a:r>
              <a:rPr lang="en-GB" sz="1400" dirty="0">
                <a:solidFill>
                  <a:schemeClr val="tx1">
                    <a:lumMod val="75000"/>
                    <a:lumOff val="25000"/>
                  </a:schemeClr>
                </a:solidFill>
              </a:rPr>
              <a:t> et </a:t>
            </a:r>
            <a:r>
              <a:rPr lang="en-GB" sz="1400" dirty="0" err="1">
                <a:solidFill>
                  <a:schemeClr val="tx1">
                    <a:lumMod val="75000"/>
                    <a:lumOff val="25000"/>
                  </a:schemeClr>
                </a:solidFill>
              </a:rPr>
              <a:t>vulputate</a:t>
            </a:r>
            <a:r>
              <a:rPr lang="en-GB" sz="1400" dirty="0">
                <a:solidFill>
                  <a:schemeClr val="tx1">
                    <a:lumMod val="75000"/>
                    <a:lumOff val="25000"/>
                  </a:schemeClr>
                </a:solidFill>
              </a:rPr>
              <a:t> </a:t>
            </a:r>
            <a:r>
              <a:rPr lang="en-GB" sz="1400" dirty="0" err="1">
                <a:solidFill>
                  <a:schemeClr val="tx1">
                    <a:lumMod val="75000"/>
                    <a:lumOff val="25000"/>
                  </a:schemeClr>
                </a:solidFill>
              </a:rPr>
              <a:t>sapien</a:t>
            </a:r>
            <a:r>
              <a:rPr lang="en-GB" sz="1400" dirty="0">
                <a:solidFill>
                  <a:schemeClr val="tx1">
                    <a:lumMod val="75000"/>
                    <a:lumOff val="25000"/>
                  </a:schemeClr>
                </a:solidFill>
              </a:rPr>
              <a:t>. </a:t>
            </a:r>
            <a:r>
              <a:rPr lang="en-GB" sz="1400" dirty="0" err="1">
                <a:solidFill>
                  <a:schemeClr val="tx1">
                    <a:lumMod val="75000"/>
                    <a:lumOff val="25000"/>
                  </a:schemeClr>
                </a:solidFill>
              </a:rPr>
              <a:t>Mauris</a:t>
            </a:r>
            <a:r>
              <a:rPr lang="en-GB" sz="1400" dirty="0">
                <a:solidFill>
                  <a:schemeClr val="tx1">
                    <a:lumMod val="75000"/>
                    <a:lumOff val="25000"/>
                  </a:schemeClr>
                </a:solidFill>
              </a:rPr>
              <a:t> </a:t>
            </a:r>
            <a:r>
              <a:rPr lang="en-GB" sz="1400" dirty="0" err="1">
                <a:solidFill>
                  <a:schemeClr val="tx1">
                    <a:lumMod val="75000"/>
                    <a:lumOff val="25000"/>
                  </a:schemeClr>
                </a:solidFill>
              </a:rPr>
              <a:t>tempor</a:t>
            </a:r>
            <a:r>
              <a:rPr lang="en-GB" sz="1400" dirty="0">
                <a:solidFill>
                  <a:schemeClr val="tx1">
                    <a:lumMod val="75000"/>
                    <a:lumOff val="25000"/>
                  </a:schemeClr>
                </a:solidFill>
              </a:rPr>
              <a:t> </a:t>
            </a:r>
            <a:r>
              <a:rPr lang="en-GB" sz="1400" dirty="0" err="1">
                <a:solidFill>
                  <a:schemeClr val="tx1">
                    <a:lumMod val="75000"/>
                    <a:lumOff val="25000"/>
                  </a:schemeClr>
                </a:solidFill>
              </a:rPr>
              <a:t>lobortis</a:t>
            </a:r>
            <a:r>
              <a:rPr lang="en-GB" sz="1400" dirty="0">
                <a:solidFill>
                  <a:schemeClr val="tx1">
                    <a:lumMod val="75000"/>
                    <a:lumOff val="25000"/>
                  </a:schemeClr>
                </a:solidFill>
              </a:rPr>
              <a:t> </a:t>
            </a:r>
            <a:r>
              <a:rPr lang="en-GB" sz="1400" dirty="0" err="1">
                <a:solidFill>
                  <a:schemeClr val="tx1">
                    <a:lumMod val="75000"/>
                    <a:lumOff val="25000"/>
                  </a:schemeClr>
                </a:solidFill>
              </a:rPr>
              <a:t>nunc</a:t>
            </a:r>
            <a:r>
              <a:rPr lang="en-GB" sz="1400" dirty="0">
                <a:solidFill>
                  <a:schemeClr val="tx1">
                    <a:lumMod val="75000"/>
                    <a:lumOff val="25000"/>
                  </a:schemeClr>
                </a:solidFill>
              </a:rPr>
              <a:t>, id </a:t>
            </a:r>
            <a:r>
              <a:rPr lang="en-GB" sz="1400" dirty="0" err="1">
                <a:solidFill>
                  <a:schemeClr val="tx1">
                    <a:lumMod val="75000"/>
                    <a:lumOff val="25000"/>
                  </a:schemeClr>
                </a:solidFill>
              </a:rPr>
              <a:t>rhoncus</a:t>
            </a:r>
            <a:r>
              <a:rPr lang="en-GB" sz="1400" dirty="0">
                <a:solidFill>
                  <a:schemeClr val="tx1">
                    <a:lumMod val="75000"/>
                    <a:lumOff val="25000"/>
                  </a:schemeClr>
                </a:solidFill>
              </a:rPr>
              <a:t> ante </a:t>
            </a:r>
            <a:r>
              <a:rPr lang="en-GB" sz="1400" dirty="0" err="1">
                <a:solidFill>
                  <a:schemeClr val="tx1">
                    <a:lumMod val="75000"/>
                    <a:lumOff val="25000"/>
                  </a:schemeClr>
                </a:solidFill>
              </a:rPr>
              <a:t>finibus</a:t>
            </a:r>
            <a:r>
              <a:rPr lang="en-GB" sz="1400" dirty="0">
                <a:solidFill>
                  <a:schemeClr val="tx1">
                    <a:lumMod val="75000"/>
                    <a:lumOff val="25000"/>
                  </a:schemeClr>
                </a:solidFill>
              </a:rPr>
              <a:t> vel. Ut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purus</a:t>
            </a:r>
            <a:r>
              <a:rPr lang="en-GB" sz="1400" dirty="0">
                <a:solidFill>
                  <a:schemeClr val="tx1">
                    <a:lumMod val="75000"/>
                    <a:lumOff val="25000"/>
                  </a:schemeClr>
                </a:solidFill>
              </a:rPr>
              <a:t> </a:t>
            </a:r>
            <a:r>
              <a:rPr lang="en-GB" sz="1400" dirty="0" err="1">
                <a:solidFill>
                  <a:schemeClr val="tx1">
                    <a:lumMod val="75000"/>
                    <a:lumOff val="25000"/>
                  </a:schemeClr>
                </a:solidFill>
              </a:rPr>
              <a:t>justo</a:t>
            </a:r>
            <a:r>
              <a:rPr lang="en-GB" sz="1400" dirty="0">
                <a:solidFill>
                  <a:schemeClr val="tx1">
                    <a:lumMod val="75000"/>
                    <a:lumOff val="25000"/>
                  </a:schemeClr>
                </a:solidFill>
              </a:rPr>
              <a:t>. Ut </a:t>
            </a:r>
            <a:r>
              <a:rPr lang="en-GB" sz="1400" dirty="0" err="1">
                <a:solidFill>
                  <a:schemeClr val="tx1">
                    <a:lumMod val="75000"/>
                    <a:lumOff val="25000"/>
                  </a:schemeClr>
                </a:solidFill>
              </a:rPr>
              <a:t>vel</a:t>
            </a:r>
            <a:r>
              <a:rPr lang="en-GB" sz="1400" dirty="0">
                <a:solidFill>
                  <a:schemeClr val="tx1">
                    <a:lumMod val="75000"/>
                    <a:lumOff val="25000"/>
                  </a:schemeClr>
                </a:solidFill>
              </a:rPr>
              <a:t> </a:t>
            </a:r>
            <a:r>
              <a:rPr lang="en-GB" sz="1400" dirty="0" err="1">
                <a:solidFill>
                  <a:schemeClr val="tx1">
                    <a:lumMod val="75000"/>
                    <a:lumOff val="25000"/>
                  </a:schemeClr>
                </a:solidFill>
              </a:rPr>
              <a:t>tortor</a:t>
            </a:r>
            <a:r>
              <a:rPr lang="en-GB" sz="1400" dirty="0">
                <a:solidFill>
                  <a:schemeClr val="tx1">
                    <a:lumMod val="75000"/>
                    <a:lumOff val="25000"/>
                  </a:schemeClr>
                </a:solidFill>
              </a:rPr>
              <a:t> </a:t>
            </a:r>
            <a:r>
              <a:rPr lang="en-GB" sz="1400" dirty="0" err="1">
                <a:solidFill>
                  <a:schemeClr val="tx1">
                    <a:lumMod val="75000"/>
                    <a:lumOff val="25000"/>
                  </a:schemeClr>
                </a:solidFill>
              </a:rPr>
              <a:t>mollis</a:t>
            </a:r>
            <a:r>
              <a:rPr lang="en-GB" sz="1400" dirty="0">
                <a:solidFill>
                  <a:schemeClr val="tx1">
                    <a:lumMod val="75000"/>
                    <a:lumOff val="25000"/>
                  </a:schemeClr>
                </a:solidFill>
              </a:rPr>
              <a:t>, gravida </a:t>
            </a:r>
            <a:r>
              <a:rPr lang="en-GB" sz="1400" dirty="0" err="1">
                <a:solidFill>
                  <a:schemeClr val="tx1">
                    <a:lumMod val="75000"/>
                    <a:lumOff val="25000"/>
                  </a:schemeClr>
                </a:solidFill>
              </a:rPr>
              <a:t>velit</a:t>
            </a:r>
            <a:r>
              <a:rPr lang="en-GB" sz="1400" dirty="0">
                <a:solidFill>
                  <a:schemeClr val="tx1">
                    <a:lumMod val="75000"/>
                    <a:lumOff val="25000"/>
                  </a:schemeClr>
                </a:solidFill>
              </a:rPr>
              <a:t> id, </a:t>
            </a:r>
            <a:r>
              <a:rPr lang="en-GB" sz="1400" dirty="0" err="1">
                <a:solidFill>
                  <a:schemeClr val="tx1">
                    <a:lumMod val="75000"/>
                    <a:lumOff val="25000"/>
                  </a:schemeClr>
                </a:solidFill>
              </a:rPr>
              <a:t>consequat</a:t>
            </a:r>
            <a:r>
              <a:rPr lang="en-GB" sz="1400" dirty="0">
                <a:solidFill>
                  <a:schemeClr val="tx1">
                    <a:lumMod val="75000"/>
                    <a:lumOff val="25000"/>
                  </a:schemeClr>
                </a:solidFill>
              </a:rPr>
              <a:t> ligula. </a:t>
            </a:r>
            <a:r>
              <a:rPr lang="en-GB" sz="1400" dirty="0" err="1">
                <a:solidFill>
                  <a:schemeClr val="tx1">
                    <a:lumMod val="75000"/>
                    <a:lumOff val="25000"/>
                  </a:schemeClr>
                </a:solidFill>
              </a:rPr>
              <a:t>Praesent</a:t>
            </a:r>
            <a:r>
              <a:rPr lang="en-GB" sz="1400" dirty="0">
                <a:solidFill>
                  <a:schemeClr val="tx1">
                    <a:lumMod val="75000"/>
                    <a:lumOff val="25000"/>
                  </a:schemeClr>
                </a:solidFill>
              </a:rPr>
              <a:t>.</a:t>
            </a:r>
          </a:p>
        </p:txBody>
      </p:sp>
      <p:cxnSp>
        <p:nvCxnSpPr>
          <p:cNvPr id="45" name="Straight Connector 44">
            <a:extLst>
              <a:ext uri="{FF2B5EF4-FFF2-40B4-BE49-F238E27FC236}">
                <a16:creationId xmlns:a16="http://schemas.microsoft.com/office/drawing/2014/main" id="{C958067C-56EF-4557-B618-304D2CA1956C}"/>
              </a:ext>
            </a:extLst>
          </p:cNvPr>
          <p:cNvCxnSpPr>
            <a:cxnSpLocks/>
          </p:cNvCxnSpPr>
          <p:nvPr/>
        </p:nvCxnSpPr>
        <p:spPr>
          <a:xfrm>
            <a:off x="3014501" y="2770143"/>
            <a:ext cx="0" cy="3155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782A8B8-E8F2-4454-BD0F-8C3513048A54}"/>
              </a:ext>
            </a:extLst>
          </p:cNvPr>
          <p:cNvCxnSpPr>
            <a:cxnSpLocks/>
          </p:cNvCxnSpPr>
          <p:nvPr/>
        </p:nvCxnSpPr>
        <p:spPr>
          <a:xfrm>
            <a:off x="5774710" y="2770143"/>
            <a:ext cx="0" cy="31555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5C8A9AD-1761-4480-A829-35E106F55B45}"/>
              </a:ext>
            </a:extLst>
          </p:cNvPr>
          <p:cNvGrpSpPr/>
          <p:nvPr/>
        </p:nvGrpSpPr>
        <p:grpSpPr>
          <a:xfrm>
            <a:off x="569786" y="1203042"/>
            <a:ext cx="1056959" cy="1203891"/>
            <a:chOff x="9584284" y="2629564"/>
            <a:chExt cx="401838" cy="457699"/>
          </a:xfrm>
        </p:grpSpPr>
        <p:sp>
          <p:nvSpPr>
            <p:cNvPr id="28" name="Freeform 308">
              <a:extLst>
                <a:ext uri="{FF2B5EF4-FFF2-40B4-BE49-F238E27FC236}">
                  <a16:creationId xmlns:a16="http://schemas.microsoft.com/office/drawing/2014/main" id="{1ECF48A1-B574-40AE-A468-E7D4015E77D6}"/>
                </a:ext>
              </a:extLst>
            </p:cNvPr>
            <p:cNvSpPr>
              <a:spLocks/>
            </p:cNvSpPr>
            <p:nvPr/>
          </p:nvSpPr>
          <p:spPr bwMode="auto">
            <a:xfrm>
              <a:off x="9584284" y="2663801"/>
              <a:ext cx="401838" cy="245067"/>
            </a:xfrm>
            <a:custGeom>
              <a:avLst/>
              <a:gdLst>
                <a:gd name="T0" fmla="*/ 0 w 223"/>
                <a:gd name="T1" fmla="*/ 73 h 136"/>
                <a:gd name="T2" fmla="*/ 67 w 223"/>
                <a:gd name="T3" fmla="*/ 136 h 136"/>
                <a:gd name="T4" fmla="*/ 223 w 223"/>
                <a:gd name="T5" fmla="*/ 0 h 136"/>
              </a:gdLst>
              <a:ahLst/>
              <a:cxnLst>
                <a:cxn ang="0">
                  <a:pos x="T0" y="T1"/>
                </a:cxn>
                <a:cxn ang="0">
                  <a:pos x="T2" y="T3"/>
                </a:cxn>
                <a:cxn ang="0">
                  <a:pos x="T4" y="T5"/>
                </a:cxn>
              </a:cxnLst>
              <a:rect l="0" t="0" r="r" b="b"/>
              <a:pathLst>
                <a:path w="223" h="136">
                  <a:moveTo>
                    <a:pt x="0" y="73"/>
                  </a:moveTo>
                  <a:lnTo>
                    <a:pt x="67" y="136"/>
                  </a:lnTo>
                  <a:lnTo>
                    <a:pt x="223" y="0"/>
                  </a:lnTo>
                </a:path>
              </a:pathLst>
            </a:custGeom>
            <a:noFill/>
            <a:ln w="44450" cap="sq">
              <a:solidFill>
                <a:srgbClr val="00A3E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dirty="0"/>
            </a:p>
          </p:txBody>
        </p:sp>
        <p:sp>
          <p:nvSpPr>
            <p:cNvPr id="29" name="Freeform 309">
              <a:extLst>
                <a:ext uri="{FF2B5EF4-FFF2-40B4-BE49-F238E27FC236}">
                  <a16:creationId xmlns:a16="http://schemas.microsoft.com/office/drawing/2014/main" id="{999AB017-CBA4-41E7-8855-44DB74047B06}"/>
                </a:ext>
              </a:extLst>
            </p:cNvPr>
            <p:cNvSpPr>
              <a:spLocks/>
            </p:cNvSpPr>
            <p:nvPr/>
          </p:nvSpPr>
          <p:spPr bwMode="auto">
            <a:xfrm>
              <a:off x="9728441" y="2660197"/>
              <a:ext cx="122534" cy="335166"/>
            </a:xfrm>
            <a:custGeom>
              <a:avLst/>
              <a:gdLst>
                <a:gd name="T0" fmla="*/ 0 w 68"/>
                <a:gd name="T1" fmla="*/ 0 h 186"/>
                <a:gd name="T2" fmla="*/ 68 w 68"/>
                <a:gd name="T3" fmla="*/ 70 h 186"/>
                <a:gd name="T4" fmla="*/ 68 w 68"/>
                <a:gd name="T5" fmla="*/ 186 h 186"/>
              </a:gdLst>
              <a:ahLst/>
              <a:cxnLst>
                <a:cxn ang="0">
                  <a:pos x="T0" y="T1"/>
                </a:cxn>
                <a:cxn ang="0">
                  <a:pos x="T2" y="T3"/>
                </a:cxn>
                <a:cxn ang="0">
                  <a:pos x="T4" y="T5"/>
                </a:cxn>
              </a:cxnLst>
              <a:rect l="0" t="0" r="r" b="b"/>
              <a:pathLst>
                <a:path w="68" h="186">
                  <a:moveTo>
                    <a:pt x="0" y="0"/>
                  </a:moveTo>
                  <a:lnTo>
                    <a:pt x="68" y="70"/>
                  </a:lnTo>
                  <a:lnTo>
                    <a:pt x="68" y="186"/>
                  </a:lnTo>
                </a:path>
              </a:pathLst>
            </a:custGeom>
            <a:noFill/>
            <a:ln w="44450" cap="sq">
              <a:solidFill>
                <a:srgbClr val="00A3E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sp>
          <p:nvSpPr>
            <p:cNvPr id="30" name="Oval 310">
              <a:extLst>
                <a:ext uri="{FF2B5EF4-FFF2-40B4-BE49-F238E27FC236}">
                  <a16:creationId xmlns:a16="http://schemas.microsoft.com/office/drawing/2014/main" id="{2BE857E9-751B-4BF4-8A3B-AC4F27AA1AC8}"/>
                </a:ext>
              </a:extLst>
            </p:cNvPr>
            <p:cNvSpPr>
              <a:spLocks noChangeArrowheads="1"/>
            </p:cNvSpPr>
            <p:nvPr/>
          </p:nvSpPr>
          <p:spPr bwMode="auto">
            <a:xfrm>
              <a:off x="9663571" y="2753900"/>
              <a:ext cx="84693" cy="86495"/>
            </a:xfrm>
            <a:prstGeom prst="ellipse">
              <a:avLst/>
            </a:prstGeom>
            <a:noFill/>
            <a:ln w="44450" cap="sq">
              <a:solidFill>
                <a:srgbClr val="00A3E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sp>
          <p:nvSpPr>
            <p:cNvPr id="31" name="Oval 311">
              <a:extLst>
                <a:ext uri="{FF2B5EF4-FFF2-40B4-BE49-F238E27FC236}">
                  <a16:creationId xmlns:a16="http://schemas.microsoft.com/office/drawing/2014/main" id="{CDD63BAB-DC09-4B33-AB2A-30BD3105CDC7}"/>
                </a:ext>
              </a:extLst>
            </p:cNvPr>
            <p:cNvSpPr>
              <a:spLocks noChangeArrowheads="1"/>
            </p:cNvSpPr>
            <p:nvPr/>
          </p:nvSpPr>
          <p:spPr bwMode="auto">
            <a:xfrm>
              <a:off x="9809530" y="2629564"/>
              <a:ext cx="86495" cy="86495"/>
            </a:xfrm>
            <a:prstGeom prst="ellipse">
              <a:avLst/>
            </a:prstGeom>
            <a:noFill/>
            <a:ln w="44450" cap="sq">
              <a:solidFill>
                <a:srgbClr val="00A3E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sp>
          <p:nvSpPr>
            <p:cNvPr id="32" name="Line 313">
              <a:extLst>
                <a:ext uri="{FF2B5EF4-FFF2-40B4-BE49-F238E27FC236}">
                  <a16:creationId xmlns:a16="http://schemas.microsoft.com/office/drawing/2014/main" id="{27A74A02-9D5C-491B-A527-081F84982C49}"/>
                </a:ext>
              </a:extLst>
            </p:cNvPr>
            <p:cNvSpPr>
              <a:spLocks noChangeShapeType="1"/>
            </p:cNvSpPr>
            <p:nvPr/>
          </p:nvSpPr>
          <p:spPr bwMode="auto">
            <a:xfrm>
              <a:off x="9705016" y="2908868"/>
              <a:ext cx="0" cy="178395"/>
            </a:xfrm>
            <a:prstGeom prst="line">
              <a:avLst/>
            </a:prstGeom>
            <a:noFill/>
            <a:ln w="44450" cap="sq">
              <a:solidFill>
                <a:srgbClr val="00A3E0"/>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endParaRPr lang="en-US" sz="900"/>
            </a:p>
          </p:txBody>
        </p:sp>
      </p:grpSp>
      <p:sp>
        <p:nvSpPr>
          <p:cNvPr id="26" name="Subtitle 8">
            <a:extLst>
              <a:ext uri="{FF2B5EF4-FFF2-40B4-BE49-F238E27FC236}">
                <a16:creationId xmlns:a16="http://schemas.microsoft.com/office/drawing/2014/main" id="{185C1D46-3347-4B91-95B9-B0E7B18CA449}"/>
              </a:ext>
            </a:extLst>
          </p:cNvPr>
          <p:cNvSpPr txBox="1">
            <a:spLocks/>
          </p:cNvSpPr>
          <p:nvPr/>
        </p:nvSpPr>
        <p:spPr>
          <a:xfrm>
            <a:off x="619271" y="3262090"/>
            <a:ext cx="2395230" cy="2656603"/>
          </a:xfrm>
          <a:prstGeom prst="rect">
            <a:avLst/>
          </a:prstGeom>
        </p:spPr>
        <p:txBody>
          <a:bodyPr>
            <a:noAutofit/>
          </a:bodyPr>
          <a:lstStyle>
            <a:lvl1pPr marL="0" indent="0" algn="l" defTabSz="914400" rtl="0" eaLnBrk="1" latinLnBrk="0" hangingPunct="1">
              <a:lnSpc>
                <a:spcPct val="90000"/>
              </a:lnSpc>
              <a:spcBef>
                <a:spcPts val="1800"/>
              </a:spcBef>
              <a:buFont typeface="Arial" panose="020B0604020202020204" pitchFamily="34" charset="0"/>
              <a:buNone/>
              <a:defRPr sz="2400" i="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200"/>
              </a:spcBef>
            </a:pPr>
            <a:r>
              <a:rPr lang="en-GB" sz="1400" dirty="0">
                <a:solidFill>
                  <a:schemeClr val="tx1">
                    <a:lumMod val="75000"/>
                    <a:lumOff val="25000"/>
                  </a:schemeClr>
                </a:solidFill>
              </a:rPr>
              <a:t>Lorem ipsum </a:t>
            </a:r>
            <a:r>
              <a:rPr lang="en-GB" sz="1400" dirty="0" err="1">
                <a:solidFill>
                  <a:schemeClr val="tx1">
                    <a:lumMod val="75000"/>
                    <a:lumOff val="25000"/>
                  </a:schemeClr>
                </a:solidFill>
              </a:rPr>
              <a:t>dolor</a:t>
            </a:r>
            <a:r>
              <a:rPr lang="en-GB" sz="1400" dirty="0">
                <a:solidFill>
                  <a:schemeClr val="tx1">
                    <a:lumMod val="75000"/>
                    <a:lumOff val="25000"/>
                  </a:schemeClr>
                </a:solidFill>
              </a:rPr>
              <a:t> sit </a:t>
            </a:r>
            <a:r>
              <a:rPr lang="en-GB" sz="1400" dirty="0" err="1">
                <a:solidFill>
                  <a:schemeClr val="tx1">
                    <a:lumMod val="75000"/>
                    <a:lumOff val="25000"/>
                  </a:schemeClr>
                </a:solidFill>
              </a:rPr>
              <a:t>amet</a:t>
            </a:r>
            <a:r>
              <a:rPr lang="en-GB" sz="1400" dirty="0">
                <a:solidFill>
                  <a:schemeClr val="tx1">
                    <a:lumMod val="75000"/>
                    <a:lumOff val="25000"/>
                  </a:schemeClr>
                </a:solidFill>
              </a:rPr>
              <a:t>, </a:t>
            </a:r>
            <a:r>
              <a:rPr lang="en-GB" sz="1400" dirty="0" err="1">
                <a:solidFill>
                  <a:schemeClr val="tx1">
                    <a:lumMod val="75000"/>
                    <a:lumOff val="25000"/>
                  </a:schemeClr>
                </a:solidFill>
              </a:rPr>
              <a:t>consectetur</a:t>
            </a:r>
            <a:r>
              <a:rPr lang="en-GB" sz="1400" dirty="0">
                <a:solidFill>
                  <a:schemeClr val="tx1">
                    <a:lumMod val="75000"/>
                    <a:lumOff val="25000"/>
                  </a:schemeClr>
                </a:solidFill>
              </a:rPr>
              <a:t> </a:t>
            </a:r>
            <a:r>
              <a:rPr lang="en-GB" sz="1400" dirty="0" err="1">
                <a:solidFill>
                  <a:schemeClr val="tx1">
                    <a:lumMod val="75000"/>
                    <a:lumOff val="25000"/>
                  </a:schemeClr>
                </a:solidFill>
              </a:rPr>
              <a:t>adipiscing</a:t>
            </a:r>
            <a:r>
              <a:rPr lang="en-GB" sz="1400" dirty="0">
                <a:solidFill>
                  <a:schemeClr val="tx1">
                    <a:lumMod val="75000"/>
                    <a:lumOff val="25000"/>
                  </a:schemeClr>
                </a:solidFill>
              </a:rPr>
              <a:t> </a:t>
            </a:r>
            <a:r>
              <a:rPr lang="en-GB" sz="1400" dirty="0" err="1">
                <a:solidFill>
                  <a:schemeClr val="tx1">
                    <a:lumMod val="75000"/>
                    <a:lumOff val="25000"/>
                  </a:schemeClr>
                </a:solidFill>
              </a:rPr>
              <a:t>elit</a:t>
            </a:r>
            <a:r>
              <a:rPr lang="en-GB" sz="1400" dirty="0">
                <a:solidFill>
                  <a:schemeClr val="tx1">
                    <a:lumMod val="75000"/>
                    <a:lumOff val="25000"/>
                  </a:schemeClr>
                </a:solidFill>
              </a:rPr>
              <a:t>. </a:t>
            </a:r>
            <a:r>
              <a:rPr lang="en-GB" sz="1400" dirty="0" err="1">
                <a:solidFill>
                  <a:schemeClr val="tx1">
                    <a:lumMod val="75000"/>
                    <a:lumOff val="25000"/>
                  </a:schemeClr>
                </a:solidFill>
              </a:rPr>
              <a:t>Suspendisse</a:t>
            </a:r>
            <a:r>
              <a:rPr lang="en-GB" sz="1400" dirty="0">
                <a:solidFill>
                  <a:schemeClr val="tx1">
                    <a:lumMod val="75000"/>
                    <a:lumOff val="25000"/>
                  </a:schemeClr>
                </a:solidFill>
              </a:rPr>
              <a:t> </a:t>
            </a:r>
            <a:r>
              <a:rPr lang="en-GB" sz="1400" dirty="0" err="1">
                <a:solidFill>
                  <a:schemeClr val="tx1">
                    <a:lumMod val="75000"/>
                    <a:lumOff val="25000"/>
                  </a:schemeClr>
                </a:solidFill>
              </a:rPr>
              <a:t>quis</a:t>
            </a:r>
            <a:r>
              <a:rPr lang="en-GB" sz="1400" dirty="0">
                <a:solidFill>
                  <a:schemeClr val="tx1">
                    <a:lumMod val="75000"/>
                    <a:lumOff val="25000"/>
                  </a:schemeClr>
                </a:solidFill>
              </a:rPr>
              <a:t> </a:t>
            </a:r>
            <a:r>
              <a:rPr lang="en-GB" sz="1400" dirty="0" err="1">
                <a:solidFill>
                  <a:schemeClr val="tx1">
                    <a:lumMod val="75000"/>
                    <a:lumOff val="25000"/>
                  </a:schemeClr>
                </a:solidFill>
              </a:rPr>
              <a:t>felis</a:t>
            </a:r>
            <a:r>
              <a:rPr lang="en-GB" sz="1400" dirty="0">
                <a:solidFill>
                  <a:schemeClr val="tx1">
                    <a:lumMod val="75000"/>
                    <a:lumOff val="25000"/>
                  </a:schemeClr>
                </a:solidFill>
              </a:rPr>
              <a:t> </a:t>
            </a:r>
            <a:r>
              <a:rPr lang="en-GB" sz="1400" dirty="0" err="1">
                <a:solidFill>
                  <a:schemeClr val="tx1">
                    <a:lumMod val="75000"/>
                    <a:lumOff val="25000"/>
                  </a:schemeClr>
                </a:solidFill>
              </a:rPr>
              <a:t>ut</a:t>
            </a:r>
            <a:r>
              <a:rPr lang="en-GB" sz="1400" dirty="0">
                <a:solidFill>
                  <a:schemeClr val="tx1">
                    <a:lumMod val="75000"/>
                    <a:lumOff val="25000"/>
                  </a:schemeClr>
                </a:solidFill>
              </a:rPr>
              <a:t> </a:t>
            </a:r>
            <a:r>
              <a:rPr lang="en-GB" sz="1400" dirty="0" err="1">
                <a:solidFill>
                  <a:schemeClr val="tx1">
                    <a:lumMod val="75000"/>
                    <a:lumOff val="25000"/>
                  </a:schemeClr>
                </a:solidFill>
              </a:rPr>
              <a:t>massa</a:t>
            </a:r>
            <a:r>
              <a:rPr lang="en-GB" sz="1400" dirty="0">
                <a:solidFill>
                  <a:schemeClr val="tx1">
                    <a:lumMod val="75000"/>
                    <a:lumOff val="25000"/>
                  </a:schemeClr>
                </a:solidFill>
              </a:rPr>
              <a:t> </a:t>
            </a:r>
            <a:r>
              <a:rPr lang="en-GB" sz="1400" dirty="0" err="1">
                <a:solidFill>
                  <a:schemeClr val="tx1">
                    <a:lumMod val="75000"/>
                    <a:lumOff val="25000"/>
                  </a:schemeClr>
                </a:solidFill>
              </a:rPr>
              <a:t>condimentum</a:t>
            </a:r>
            <a:r>
              <a:rPr lang="en-GB" sz="1400" dirty="0">
                <a:solidFill>
                  <a:schemeClr val="tx1">
                    <a:lumMod val="75000"/>
                    <a:lumOff val="25000"/>
                  </a:schemeClr>
                </a:solidFill>
              </a:rPr>
              <a:t> </a:t>
            </a:r>
            <a:r>
              <a:rPr lang="en-GB" sz="1400" dirty="0" err="1">
                <a:solidFill>
                  <a:schemeClr val="tx1">
                    <a:lumMod val="75000"/>
                    <a:lumOff val="25000"/>
                  </a:schemeClr>
                </a:solidFill>
              </a:rPr>
              <a:t>ultrices</a:t>
            </a:r>
            <a:r>
              <a:rPr lang="en-GB" sz="1400" dirty="0">
                <a:solidFill>
                  <a:schemeClr val="tx1">
                    <a:lumMod val="75000"/>
                    <a:lumOff val="25000"/>
                  </a:schemeClr>
                </a:solidFill>
              </a:rPr>
              <a:t>. </a:t>
            </a:r>
            <a:r>
              <a:rPr lang="en-GB" sz="1400" dirty="0" err="1">
                <a:solidFill>
                  <a:schemeClr val="tx1">
                    <a:lumMod val="75000"/>
                    <a:lumOff val="25000"/>
                  </a:schemeClr>
                </a:solidFill>
              </a:rPr>
              <a:t>Vivamus</a:t>
            </a:r>
            <a:r>
              <a:rPr lang="en-GB" sz="1400" dirty="0">
                <a:solidFill>
                  <a:schemeClr val="tx1">
                    <a:lumMod val="75000"/>
                    <a:lumOff val="25000"/>
                  </a:schemeClr>
                </a:solidFill>
              </a:rPr>
              <a:t> </a:t>
            </a:r>
            <a:r>
              <a:rPr lang="en-GB" sz="1400" dirty="0" err="1">
                <a:solidFill>
                  <a:schemeClr val="tx1">
                    <a:lumMod val="75000"/>
                    <a:lumOff val="25000"/>
                  </a:schemeClr>
                </a:solidFill>
              </a:rPr>
              <a:t>sagittis</a:t>
            </a:r>
            <a:r>
              <a:rPr lang="en-GB" sz="1400" dirty="0">
                <a:solidFill>
                  <a:schemeClr val="tx1">
                    <a:lumMod val="75000"/>
                    <a:lumOff val="25000"/>
                  </a:schemeClr>
                </a:solidFill>
              </a:rPr>
              <a:t> </a:t>
            </a:r>
            <a:r>
              <a:rPr lang="en-GB" sz="1400" dirty="0" err="1">
                <a:solidFill>
                  <a:schemeClr val="tx1">
                    <a:lumMod val="75000"/>
                    <a:lumOff val="25000"/>
                  </a:schemeClr>
                </a:solidFill>
              </a:rPr>
              <a:t>iaculis</a:t>
            </a:r>
            <a:r>
              <a:rPr lang="en-GB" sz="1400" dirty="0">
                <a:solidFill>
                  <a:schemeClr val="tx1">
                    <a:lumMod val="75000"/>
                    <a:lumOff val="25000"/>
                  </a:schemeClr>
                </a:solidFill>
              </a:rPr>
              <a:t> </a:t>
            </a:r>
            <a:r>
              <a:rPr lang="en-GB" sz="1400" dirty="0" err="1">
                <a:solidFill>
                  <a:schemeClr val="tx1">
                    <a:lumMod val="75000"/>
                    <a:lumOff val="25000"/>
                  </a:schemeClr>
                </a:solidFill>
              </a:rPr>
              <a:t>nulla</a:t>
            </a:r>
            <a:r>
              <a:rPr lang="en-GB" sz="1400" dirty="0">
                <a:solidFill>
                  <a:schemeClr val="tx1">
                    <a:lumMod val="75000"/>
                    <a:lumOff val="25000"/>
                  </a:schemeClr>
                </a:solidFill>
              </a:rPr>
              <a:t>, sit.</a:t>
            </a:r>
          </a:p>
        </p:txBody>
      </p:sp>
    </p:spTree>
    <p:extLst>
      <p:ext uri="{BB962C8B-B14F-4D97-AF65-F5344CB8AC3E}">
        <p14:creationId xmlns:p14="http://schemas.microsoft.com/office/powerpoint/2010/main" val="1627508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4">
            <a:extLst>
              <a:ext uri="{FF2B5EF4-FFF2-40B4-BE49-F238E27FC236}">
                <a16:creationId xmlns:a16="http://schemas.microsoft.com/office/drawing/2014/main" id="{070834BD-D805-4224-8EE5-45AC75945E69}"/>
              </a:ext>
            </a:extLst>
          </p:cNvPr>
          <p:cNvSpPr txBox="1">
            <a:spLocks/>
          </p:cNvSpPr>
          <p:nvPr/>
        </p:nvSpPr>
        <p:spPr>
          <a:xfrm>
            <a:off x="8258345" y="3845246"/>
            <a:ext cx="3463456" cy="1858064"/>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lnSpc>
                <a:spcPts val="1800"/>
              </a:lnSpc>
            </a:pPr>
            <a:r>
              <a:rPr lang="en-GB" sz="1500" i="1" dirty="0">
                <a:solidFill>
                  <a:schemeClr val="tx1">
                    <a:lumMod val="65000"/>
                    <a:lumOff val="35000"/>
                  </a:schemeClr>
                </a:solidFill>
                <a:latin typeface="Georgia" panose="02040502050405020303" pitchFamily="18" charset="0"/>
              </a:rPr>
              <a:t>Lorem ipsum </a:t>
            </a:r>
            <a:r>
              <a:rPr lang="en-GB" sz="1500" i="1" dirty="0" err="1">
                <a:solidFill>
                  <a:schemeClr val="tx1">
                    <a:lumMod val="65000"/>
                    <a:lumOff val="35000"/>
                  </a:schemeClr>
                </a:solidFill>
                <a:latin typeface="Georgia" panose="02040502050405020303" pitchFamily="18" charset="0"/>
              </a:rPr>
              <a:t>dolor</a:t>
            </a:r>
            <a:r>
              <a:rPr lang="en-GB" sz="1500" i="1" dirty="0">
                <a:solidFill>
                  <a:schemeClr val="tx1">
                    <a:lumMod val="65000"/>
                    <a:lumOff val="35000"/>
                  </a:schemeClr>
                </a:solidFill>
                <a:latin typeface="Georgia" panose="02040502050405020303" pitchFamily="18" charset="0"/>
              </a:rPr>
              <a:t> sit </a:t>
            </a:r>
            <a:r>
              <a:rPr lang="en-GB" sz="1500" i="1" dirty="0" err="1">
                <a:solidFill>
                  <a:schemeClr val="tx1">
                    <a:lumMod val="65000"/>
                    <a:lumOff val="35000"/>
                  </a:schemeClr>
                </a:solidFill>
                <a:latin typeface="Georgia" panose="02040502050405020303" pitchFamily="18" charset="0"/>
              </a:rPr>
              <a:t>amet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consectetur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adipiscing</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elit</a:t>
            </a:r>
            <a:r>
              <a:rPr lang="en-GB" sz="1500" i="1" dirty="0">
                <a:solidFill>
                  <a:schemeClr val="tx1">
                    <a:lumMod val="65000"/>
                    <a:lumOff val="35000"/>
                  </a:schemeClr>
                </a:solidFill>
                <a:latin typeface="Georgia" panose="02040502050405020303" pitchFamily="18" charset="0"/>
              </a:rPr>
              <a:t>. Morbi </a:t>
            </a:r>
            <a:r>
              <a:rPr lang="en-GB" sz="1500" i="1" dirty="0" err="1">
                <a:solidFill>
                  <a:schemeClr val="tx1">
                    <a:lumMod val="65000"/>
                    <a:lumOff val="35000"/>
                  </a:schemeClr>
                </a:solidFill>
                <a:latin typeface="Georgia" panose="02040502050405020303" pitchFamily="18" charset="0"/>
              </a:rPr>
              <a:t>porttitor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eu</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mauris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eget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varius</a:t>
            </a:r>
            <a:r>
              <a:rPr lang="en-GB" sz="1500" i="1" dirty="0">
                <a:solidFill>
                  <a:schemeClr val="tx1">
                    <a:lumMod val="65000"/>
                    <a:lumOff val="35000"/>
                  </a:schemeClr>
                </a:solidFill>
                <a:latin typeface="Georgia" panose="02040502050405020303" pitchFamily="18" charset="0"/>
              </a:rPr>
              <a:t>. Nunc </a:t>
            </a:r>
            <a:r>
              <a:rPr lang="en-GB" sz="1500" i="1" dirty="0" err="1">
                <a:solidFill>
                  <a:schemeClr val="tx1">
                    <a:lumMod val="65000"/>
                    <a:lumOff val="35000"/>
                  </a:schemeClr>
                </a:solidFill>
                <a:latin typeface="Georgia" panose="02040502050405020303" pitchFamily="18" charset="0"/>
              </a:rPr>
              <a:t>interdum</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condimentum</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tellus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sed</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molestie</a:t>
            </a:r>
            <a:r>
              <a:rPr lang="en-GB" sz="1500" i="1" dirty="0">
                <a:solidFill>
                  <a:schemeClr val="tx1">
                    <a:lumMod val="65000"/>
                    <a:lumOff val="35000"/>
                  </a:schemeClr>
                </a:solidFill>
                <a:latin typeface="Georgia" panose="02040502050405020303" pitchFamily="18" charset="0"/>
              </a:rPr>
              <a:t> lorem </a:t>
            </a:r>
            <a:r>
              <a:rPr lang="en-GB" sz="1500" i="1" dirty="0" err="1">
                <a:solidFill>
                  <a:schemeClr val="tx1">
                    <a:lumMod val="65000"/>
                    <a:lumOff val="35000"/>
                  </a:schemeClr>
                </a:solidFill>
                <a:latin typeface="Georgia" panose="02040502050405020303" pitchFamily="18" charset="0"/>
              </a:rPr>
              <a:t>congue</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eu</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Pellentesque</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sagittis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imperdiet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est</a:t>
            </a:r>
            <a:r>
              <a:rPr lang="en-GB" sz="1500" i="1" dirty="0">
                <a:solidFill>
                  <a:schemeClr val="tx1">
                    <a:lumMod val="65000"/>
                    <a:lumOff val="35000"/>
                  </a:schemeClr>
                </a:solidFill>
                <a:latin typeface="Georgia" panose="02040502050405020303" pitchFamily="18" charset="0"/>
              </a:rPr>
              <a:t> in </a:t>
            </a:r>
            <a:r>
              <a:rPr lang="en-GB" sz="1500" i="1" dirty="0" err="1">
                <a:solidFill>
                  <a:schemeClr val="tx1">
                    <a:lumMod val="65000"/>
                    <a:lumOff val="35000"/>
                  </a:schemeClr>
                </a:solidFill>
                <a:latin typeface="Georgia" panose="02040502050405020303" pitchFamily="18" charset="0"/>
              </a:rPr>
              <a:t>congue</a:t>
            </a:r>
            <a:r>
              <a:rPr lang="en-GB" sz="1500" i="1" dirty="0">
                <a:solidFill>
                  <a:schemeClr val="tx1">
                    <a:lumMod val="65000"/>
                    <a:lumOff val="35000"/>
                  </a:schemeClr>
                </a:solidFill>
                <a:latin typeface="Georgia" panose="02040502050405020303" pitchFamily="18" charset="0"/>
              </a:rPr>
              <a:t>. Proin </a:t>
            </a:r>
            <a:r>
              <a:rPr lang="en-GB" sz="1500" i="1" dirty="0" err="1">
                <a:solidFill>
                  <a:schemeClr val="tx1">
                    <a:lumMod val="65000"/>
                    <a:lumOff val="35000"/>
                  </a:schemeClr>
                </a:solidFill>
                <a:latin typeface="Georgia" panose="02040502050405020303" pitchFamily="18" charset="0"/>
              </a:rPr>
              <a:t>quis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nibh</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egestas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venenatis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nulla</a:t>
            </a:r>
            <a:r>
              <a:rPr lang="en-GB" sz="1500" i="1" dirty="0">
                <a:solidFill>
                  <a:schemeClr val="tx1">
                    <a:lumMod val="65000"/>
                    <a:lumOff val="35000"/>
                  </a:schemeClr>
                </a:solidFill>
                <a:latin typeface="Georgia" panose="02040502050405020303" pitchFamily="18" charset="0"/>
              </a:rPr>
              <a:t>.</a:t>
            </a:r>
          </a:p>
        </p:txBody>
      </p:sp>
      <p:sp>
        <p:nvSpPr>
          <p:cNvPr id="29" name="Title 4">
            <a:extLst>
              <a:ext uri="{FF2B5EF4-FFF2-40B4-BE49-F238E27FC236}">
                <a16:creationId xmlns:a16="http://schemas.microsoft.com/office/drawing/2014/main" id="{EA0A2F02-B00D-4B10-B815-E5A66EA3F5CD}"/>
              </a:ext>
            </a:extLst>
          </p:cNvPr>
          <p:cNvSpPr txBox="1">
            <a:spLocks/>
          </p:cNvSpPr>
          <p:nvPr/>
        </p:nvSpPr>
        <p:spPr>
          <a:xfrm>
            <a:off x="4179259" y="3838522"/>
            <a:ext cx="3618521" cy="2111802"/>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lnSpc>
                <a:spcPts val="1800"/>
              </a:lnSpc>
            </a:pPr>
            <a:r>
              <a:rPr lang="en-GB" sz="1500" i="1" dirty="0">
                <a:solidFill>
                  <a:schemeClr val="tx1">
                    <a:lumMod val="65000"/>
                    <a:lumOff val="35000"/>
                  </a:schemeClr>
                </a:solidFill>
                <a:latin typeface="Georgia" panose="02040502050405020303" pitchFamily="18" charset="0"/>
              </a:rPr>
              <a:t>Lorem ipsum </a:t>
            </a:r>
            <a:r>
              <a:rPr lang="en-GB" sz="1500" i="1" dirty="0" err="1">
                <a:solidFill>
                  <a:schemeClr val="tx1">
                    <a:lumMod val="65000"/>
                    <a:lumOff val="35000"/>
                  </a:schemeClr>
                </a:solidFill>
                <a:latin typeface="Georgia" panose="02040502050405020303" pitchFamily="18" charset="0"/>
              </a:rPr>
              <a:t>dolor</a:t>
            </a:r>
            <a:r>
              <a:rPr lang="en-GB" sz="1500" i="1" dirty="0">
                <a:solidFill>
                  <a:schemeClr val="tx1">
                    <a:lumMod val="65000"/>
                    <a:lumOff val="35000"/>
                  </a:schemeClr>
                </a:solidFill>
                <a:latin typeface="Georgia" panose="02040502050405020303" pitchFamily="18" charset="0"/>
              </a:rPr>
              <a:t> sit </a:t>
            </a:r>
            <a:r>
              <a:rPr lang="en-GB" sz="1500" i="1" dirty="0" err="1">
                <a:solidFill>
                  <a:schemeClr val="tx1">
                    <a:lumMod val="65000"/>
                    <a:lumOff val="35000"/>
                  </a:schemeClr>
                </a:solidFill>
                <a:latin typeface="Georgia" panose="02040502050405020303" pitchFamily="18" charset="0"/>
              </a:rPr>
              <a:t>amet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consectetur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adipiscing</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elit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Curabitur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efficitur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varius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nibh</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eu</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faucibus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Suspendisse</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finibus</a:t>
            </a:r>
            <a:r>
              <a:rPr lang="en-GB" sz="1500" i="1" dirty="0">
                <a:solidFill>
                  <a:schemeClr val="tx1">
                    <a:lumMod val="65000"/>
                    <a:lumOff val="35000"/>
                  </a:schemeClr>
                </a:solidFill>
                <a:latin typeface="Georgia" panose="02040502050405020303" pitchFamily="18" charset="0"/>
              </a:rPr>
              <a:t> mi </a:t>
            </a:r>
            <a:r>
              <a:rPr lang="en-GB" sz="1500" i="1" dirty="0" err="1">
                <a:solidFill>
                  <a:schemeClr val="tx1">
                    <a:lumMod val="65000"/>
                    <a:lumOff val="35000"/>
                  </a:schemeClr>
                </a:solidFill>
                <a:latin typeface="Georgia" panose="02040502050405020303" pitchFamily="18" charset="0"/>
              </a:rPr>
              <a:t>quis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arcu</a:t>
            </a:r>
            <a:r>
              <a:rPr lang="en-GB" sz="1500" i="1" dirty="0">
                <a:solidFill>
                  <a:schemeClr val="tx1">
                    <a:lumMod val="65000"/>
                    <a:lumOff val="35000"/>
                  </a:schemeClr>
                </a:solidFill>
                <a:latin typeface="Georgia" panose="02040502050405020303" pitchFamily="18" charset="0"/>
              </a:rPr>
              <a:t> maximus </a:t>
            </a:r>
            <a:r>
              <a:rPr lang="en-GB" sz="1500" i="1" dirty="0" err="1">
                <a:solidFill>
                  <a:schemeClr val="tx1">
                    <a:lumMod val="65000"/>
                    <a:lumOff val="35000"/>
                  </a:schemeClr>
                </a:solidFill>
                <a:latin typeface="Georgia" panose="02040502050405020303" pitchFamily="18" charset="0"/>
              </a:rPr>
              <a:t>egestas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Suspendisse</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faucibus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tincidunt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hendrerit</a:t>
            </a:r>
            <a:r>
              <a:rPr lang="en-GB" sz="1500" i="1" dirty="0">
                <a:solidFill>
                  <a:schemeClr val="tx1">
                    <a:lumMod val="65000"/>
                    <a:lumOff val="35000"/>
                  </a:schemeClr>
                </a:solidFill>
                <a:latin typeface="Georgia" panose="02040502050405020303" pitchFamily="18" charset="0"/>
              </a:rPr>
              <a:t>. Donec convallis eros </a:t>
            </a:r>
            <a:r>
              <a:rPr lang="en-GB" sz="1500" i="1" dirty="0" err="1">
                <a:solidFill>
                  <a:schemeClr val="tx1">
                    <a:lumMod val="65000"/>
                    <a:lumOff val="35000"/>
                  </a:schemeClr>
                </a:solidFill>
                <a:latin typeface="Georgia" panose="02040502050405020303" pitchFamily="18" charset="0"/>
              </a:rPr>
              <a:t>metus</a:t>
            </a:r>
            <a:r>
              <a:rPr lang="en-GB" sz="1500" i="1" dirty="0">
                <a:solidFill>
                  <a:schemeClr val="tx1">
                    <a:lumMod val="65000"/>
                    <a:lumOff val="35000"/>
                  </a:schemeClr>
                </a:solidFill>
                <a:latin typeface="Georgia" panose="02040502050405020303" pitchFamily="18" charset="0"/>
              </a:rPr>
              <a:t>. Integer </a:t>
            </a:r>
            <a:r>
              <a:rPr lang="en-GB" sz="1500" i="1" dirty="0" err="1">
                <a:solidFill>
                  <a:schemeClr val="tx1">
                    <a:lumMod val="65000"/>
                    <a:lumOff val="35000"/>
                  </a:schemeClr>
                </a:solidFill>
                <a:latin typeface="Georgia" panose="02040502050405020303" pitchFamily="18" charset="0"/>
              </a:rPr>
              <a:t>massa</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neque</a:t>
            </a:r>
            <a:r>
              <a:rPr lang="en-GB" sz="1500" i="1" dirty="0">
                <a:solidFill>
                  <a:schemeClr val="tx1">
                    <a:lumMod val="65000"/>
                    <a:lumOff val="35000"/>
                  </a:schemeClr>
                </a:solidFill>
                <a:latin typeface="Georgia" panose="02040502050405020303" pitchFamily="18" charset="0"/>
              </a:rPr>
              <a:t>, cursus in </a:t>
            </a:r>
            <a:r>
              <a:rPr lang="en-GB" sz="1500" i="1" dirty="0" err="1">
                <a:solidFill>
                  <a:schemeClr val="tx1">
                    <a:lumMod val="65000"/>
                    <a:lumOff val="35000"/>
                  </a:schemeClr>
                </a:solidFill>
                <a:latin typeface="Georgia" panose="02040502050405020303" pitchFamily="18" charset="0"/>
              </a:rPr>
              <a:t>laoreet</a:t>
            </a:r>
            <a:r>
              <a:rPr lang="en-GB" sz="1500" i="1" dirty="0">
                <a:solidFill>
                  <a:schemeClr val="tx1">
                    <a:lumMod val="65000"/>
                    <a:lumOff val="35000"/>
                  </a:schemeClr>
                </a:solidFill>
                <a:latin typeface="Georgia" panose="02040502050405020303" pitchFamily="18" charset="0"/>
              </a:rPr>
              <a:t> et, </a:t>
            </a:r>
            <a:r>
              <a:rPr lang="en-GB" sz="1500" i="1" dirty="0" err="1">
                <a:solidFill>
                  <a:schemeClr val="tx1">
                    <a:lumMod val="65000"/>
                    <a:lumOff val="35000"/>
                  </a:schemeClr>
                </a:solidFill>
                <a:latin typeface="Georgia" panose="02040502050405020303" pitchFamily="18" charset="0"/>
              </a:rPr>
              <a:t>sollicitudin</a:t>
            </a:r>
            <a:r>
              <a:rPr lang="en-GB" sz="1500" i="1" dirty="0">
                <a:solidFill>
                  <a:schemeClr val="tx1">
                    <a:lumMod val="65000"/>
                    <a:lumOff val="35000"/>
                  </a:schemeClr>
                </a:solidFill>
                <a:latin typeface="Georgia" panose="02040502050405020303" pitchFamily="18" charset="0"/>
              </a:rPr>
              <a:t> id </a:t>
            </a:r>
            <a:r>
              <a:rPr lang="en-GB" sz="1500" i="1" dirty="0" err="1">
                <a:solidFill>
                  <a:schemeClr val="tx1">
                    <a:lumMod val="65000"/>
                    <a:lumOff val="35000"/>
                  </a:schemeClr>
                </a:solidFill>
                <a:latin typeface="Georgia" panose="02040502050405020303" pitchFamily="18" charset="0"/>
              </a:rPr>
              <a:t>erat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Curabitur</a:t>
            </a:r>
            <a:r>
              <a:rPr lang="en-GB" sz="1500" i="1" dirty="0">
                <a:solidFill>
                  <a:schemeClr val="tx1">
                    <a:lumMod val="65000"/>
                    <a:lumOff val="35000"/>
                  </a:schemeClr>
                </a:solidFill>
                <a:latin typeface="Georgia" panose="02040502050405020303" pitchFamily="18" charset="0"/>
              </a:rPr>
              <a:t>.</a:t>
            </a:r>
          </a:p>
        </p:txBody>
      </p:sp>
      <p:sp>
        <p:nvSpPr>
          <p:cNvPr id="32" name="Title 4">
            <a:extLst>
              <a:ext uri="{FF2B5EF4-FFF2-40B4-BE49-F238E27FC236}">
                <a16:creationId xmlns:a16="http://schemas.microsoft.com/office/drawing/2014/main" id="{190F8ECF-2A8C-441E-9CFE-88404916361C}"/>
              </a:ext>
            </a:extLst>
          </p:cNvPr>
          <p:cNvSpPr txBox="1">
            <a:spLocks/>
          </p:cNvSpPr>
          <p:nvPr/>
        </p:nvSpPr>
        <p:spPr>
          <a:xfrm>
            <a:off x="471749" y="3845246"/>
            <a:ext cx="3254720" cy="1894166"/>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lnSpc>
                <a:spcPts val="1800"/>
              </a:lnSpc>
            </a:pPr>
            <a:r>
              <a:rPr lang="en-GB" sz="1500" i="1" dirty="0">
                <a:solidFill>
                  <a:schemeClr val="tx1">
                    <a:lumMod val="65000"/>
                    <a:lumOff val="35000"/>
                  </a:schemeClr>
                </a:solidFill>
                <a:latin typeface="Georgia" panose="02040502050405020303" pitchFamily="18" charset="0"/>
              </a:rPr>
              <a:t>Lorem ipsum </a:t>
            </a:r>
            <a:r>
              <a:rPr lang="en-GB" sz="1500" i="1" dirty="0" err="1">
                <a:solidFill>
                  <a:schemeClr val="tx1">
                    <a:lumMod val="65000"/>
                    <a:lumOff val="35000"/>
                  </a:schemeClr>
                </a:solidFill>
                <a:latin typeface="Georgia" panose="02040502050405020303" pitchFamily="18" charset="0"/>
              </a:rPr>
              <a:t>dolor</a:t>
            </a:r>
            <a:r>
              <a:rPr lang="en-GB" sz="1500" i="1" dirty="0">
                <a:solidFill>
                  <a:schemeClr val="tx1">
                    <a:lumMod val="65000"/>
                    <a:lumOff val="35000"/>
                  </a:schemeClr>
                </a:solidFill>
                <a:latin typeface="Georgia" panose="02040502050405020303" pitchFamily="18" charset="0"/>
              </a:rPr>
              <a:t> sit </a:t>
            </a:r>
            <a:r>
              <a:rPr lang="en-GB" sz="1500" i="1" dirty="0" err="1">
                <a:solidFill>
                  <a:schemeClr val="tx1">
                    <a:lumMod val="65000"/>
                    <a:lumOff val="35000"/>
                  </a:schemeClr>
                </a:solidFill>
                <a:latin typeface="Georgia" panose="02040502050405020303" pitchFamily="18" charset="0"/>
              </a:rPr>
              <a:t>amet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consectetur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adipiscing</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elit</a:t>
            </a:r>
            <a:r>
              <a:rPr lang="en-GB" sz="1500" i="1" dirty="0">
                <a:solidFill>
                  <a:schemeClr val="tx1">
                    <a:lumMod val="65000"/>
                    <a:lumOff val="35000"/>
                  </a:schemeClr>
                </a:solidFill>
                <a:latin typeface="Georgia" panose="02040502050405020303" pitchFamily="18" charset="0"/>
              </a:rPr>
              <a:t>. Morbi in </a:t>
            </a:r>
            <a:r>
              <a:rPr lang="en-GB" sz="1500" i="1" dirty="0" err="1">
                <a:solidFill>
                  <a:schemeClr val="tx1">
                    <a:lumMod val="65000"/>
                    <a:lumOff val="35000"/>
                  </a:schemeClr>
                </a:solidFill>
                <a:latin typeface="Georgia" panose="02040502050405020303" pitchFamily="18" charset="0"/>
              </a:rPr>
              <a:t>sodales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tortor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ut</a:t>
            </a:r>
            <a:r>
              <a:rPr lang="en-GB" sz="1500" i="1" dirty="0">
                <a:solidFill>
                  <a:schemeClr val="tx1">
                    <a:lumMod val="65000"/>
                    <a:lumOff val="35000"/>
                  </a:schemeClr>
                </a:solidFill>
                <a:latin typeface="Georgia" panose="02040502050405020303" pitchFamily="18" charset="0"/>
              </a:rPr>
              <a:t> pulvinar lorem. Ut auctor id </a:t>
            </a:r>
            <a:r>
              <a:rPr lang="en-GB" sz="1500" i="1" dirty="0" err="1">
                <a:solidFill>
                  <a:schemeClr val="tx1">
                    <a:lumMod val="65000"/>
                    <a:lumOff val="35000"/>
                  </a:schemeClr>
                </a:solidFill>
                <a:latin typeface="Georgia" panose="02040502050405020303" pitchFamily="18" charset="0"/>
              </a:rPr>
              <a:t>purus</a:t>
            </a:r>
            <a:r>
              <a:rPr lang="en-GB" sz="1500" i="1" dirty="0">
                <a:solidFill>
                  <a:schemeClr val="tx1">
                    <a:lumMod val="65000"/>
                    <a:lumOff val="35000"/>
                  </a:schemeClr>
                </a:solidFill>
                <a:latin typeface="Georgia" panose="02040502050405020303" pitchFamily="18" charset="0"/>
              </a:rPr>
              <a:t> a tempus. </a:t>
            </a:r>
            <a:r>
              <a:rPr lang="en-GB" sz="1500" i="1" dirty="0" err="1">
                <a:solidFill>
                  <a:schemeClr val="tx1">
                    <a:lumMod val="65000"/>
                    <a:lumOff val="35000"/>
                  </a:schemeClr>
                </a:solidFill>
                <a:latin typeface="Georgia" panose="02040502050405020303" pitchFamily="18" charset="0"/>
              </a:rPr>
              <a:t>Quisque</a:t>
            </a:r>
            <a:r>
              <a:rPr lang="en-GB" sz="1500" i="1" dirty="0">
                <a:solidFill>
                  <a:schemeClr val="tx1">
                    <a:lumMod val="65000"/>
                    <a:lumOff val="35000"/>
                  </a:schemeClr>
                </a:solidFill>
                <a:latin typeface="Georgia" panose="02040502050405020303" pitchFamily="18" charset="0"/>
              </a:rPr>
              <a:t> convallis </a:t>
            </a:r>
            <a:r>
              <a:rPr lang="en-GB" sz="1500" i="1" dirty="0" err="1">
                <a:solidFill>
                  <a:schemeClr val="tx1">
                    <a:lumMod val="65000"/>
                    <a:lumOff val="35000"/>
                  </a:schemeClr>
                </a:solidFill>
                <a:latin typeface="Georgia" panose="02040502050405020303" pitchFamily="18" charset="0"/>
              </a:rPr>
              <a:t>ultricies</a:t>
            </a:r>
            <a:r>
              <a:rPr lang="en-GB" sz="1500" i="1" dirty="0">
                <a:solidFill>
                  <a:schemeClr val="tx1">
                    <a:lumMod val="65000"/>
                    <a:lumOff val="35000"/>
                  </a:schemeClr>
                </a:solidFill>
                <a:latin typeface="Georgia" panose="02040502050405020303" pitchFamily="18" charset="0"/>
              </a:rPr>
              <a:t> magna, sit </a:t>
            </a:r>
            <a:r>
              <a:rPr lang="en-GB" sz="1500" i="1" dirty="0" err="1">
                <a:solidFill>
                  <a:schemeClr val="tx1">
                    <a:lumMod val="65000"/>
                    <a:lumOff val="35000"/>
                  </a:schemeClr>
                </a:solidFill>
                <a:latin typeface="Georgia" panose="02040502050405020303" pitchFamily="18" charset="0"/>
              </a:rPr>
              <a:t>amet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ullamcorper</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urna</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mattis</a:t>
            </a:r>
            <a:r>
              <a:rPr lang="en-GB" sz="1500" i="1" dirty="0">
                <a:solidFill>
                  <a:schemeClr val="tx1">
                    <a:lumMod val="65000"/>
                    <a:lumOff val="35000"/>
                  </a:schemeClr>
                </a:solidFill>
                <a:latin typeface="Georgia" panose="02040502050405020303" pitchFamily="18" charset="0"/>
              </a:rPr>
              <a:t> sit </a:t>
            </a:r>
            <a:r>
              <a:rPr lang="en-GB" sz="1500" i="1" dirty="0" err="1">
                <a:solidFill>
                  <a:schemeClr val="tx1">
                    <a:lumMod val="65000"/>
                    <a:lumOff val="35000"/>
                  </a:schemeClr>
                </a:solidFill>
                <a:latin typeface="Georgia" panose="02040502050405020303" pitchFamily="18" charset="0"/>
              </a:rPr>
              <a:t>amet</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Mauris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faucibus</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vel</a:t>
            </a:r>
            <a:r>
              <a:rPr lang="en-GB" sz="1500" i="1" dirty="0">
                <a:solidFill>
                  <a:schemeClr val="tx1">
                    <a:lumMod val="65000"/>
                    <a:lumOff val="35000"/>
                  </a:schemeClr>
                </a:solidFill>
                <a:latin typeface="Georgia" panose="02040502050405020303" pitchFamily="18" charset="0"/>
              </a:rPr>
              <a:t> </a:t>
            </a:r>
            <a:r>
              <a:rPr lang="en-GB" sz="1500" i="1" dirty="0" err="1">
                <a:solidFill>
                  <a:schemeClr val="tx1">
                    <a:lumMod val="65000"/>
                    <a:lumOff val="35000"/>
                  </a:schemeClr>
                </a:solidFill>
                <a:latin typeface="Georgia" panose="02040502050405020303" pitchFamily="18" charset="0"/>
              </a:rPr>
              <a:t>nunc</a:t>
            </a:r>
            <a:r>
              <a:rPr lang="en-GB" sz="1500" i="1" dirty="0">
                <a:solidFill>
                  <a:schemeClr val="tx1">
                    <a:lumMod val="65000"/>
                    <a:lumOff val="35000"/>
                  </a:schemeClr>
                </a:solidFill>
                <a:latin typeface="Georgia" panose="02040502050405020303" pitchFamily="18" charset="0"/>
              </a:rPr>
              <a:t> at </a:t>
            </a:r>
            <a:r>
              <a:rPr lang="en-GB" sz="1500" i="1" dirty="0" err="1">
                <a:solidFill>
                  <a:schemeClr val="tx1">
                    <a:lumMod val="65000"/>
                    <a:lumOff val="35000"/>
                  </a:schemeClr>
                </a:solidFill>
                <a:latin typeface="Georgia" panose="02040502050405020303" pitchFamily="18" charset="0"/>
              </a:rPr>
              <a:t>congue</a:t>
            </a:r>
            <a:r>
              <a:rPr lang="en-GB" sz="1500" i="1" dirty="0">
                <a:solidFill>
                  <a:schemeClr val="tx1">
                    <a:lumMod val="65000"/>
                    <a:lumOff val="35000"/>
                  </a:schemeClr>
                </a:solidFill>
                <a:latin typeface="Georgia" panose="02040502050405020303" pitchFamily="18" charset="0"/>
              </a:rPr>
              <a:t>.</a:t>
            </a:r>
          </a:p>
        </p:txBody>
      </p:sp>
      <p:sp>
        <p:nvSpPr>
          <p:cNvPr id="39" name="Title 4">
            <a:extLst>
              <a:ext uri="{FF2B5EF4-FFF2-40B4-BE49-F238E27FC236}">
                <a16:creationId xmlns:a16="http://schemas.microsoft.com/office/drawing/2014/main" id="{99AFE2E8-329B-4ECE-842B-5E8942988A46}"/>
              </a:ext>
            </a:extLst>
          </p:cNvPr>
          <p:cNvSpPr txBox="1">
            <a:spLocks/>
          </p:cNvSpPr>
          <p:nvPr/>
        </p:nvSpPr>
        <p:spPr>
          <a:xfrm>
            <a:off x="332422" y="3198770"/>
            <a:ext cx="3533374" cy="494319"/>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solidFill>
                <a:latin typeface="Arial" panose="020B0604020202020204" pitchFamily="34" charset="0"/>
                <a:cs typeface="Arial" panose="020B0604020202020204" pitchFamily="34" charset="0"/>
              </a:rPr>
              <a:t>Title one</a:t>
            </a:r>
            <a:endParaRPr lang="en-GB" sz="1600" b="1" dirty="0">
              <a:solidFill>
                <a:schemeClr val="tx1"/>
              </a:solidFill>
            </a:endParaRPr>
          </a:p>
        </p:txBody>
      </p:sp>
      <p:sp>
        <p:nvSpPr>
          <p:cNvPr id="40" name="Title 4">
            <a:extLst>
              <a:ext uri="{FF2B5EF4-FFF2-40B4-BE49-F238E27FC236}">
                <a16:creationId xmlns:a16="http://schemas.microsoft.com/office/drawing/2014/main" id="{F32EF107-780F-4DCE-804E-9D245796D662}"/>
              </a:ext>
            </a:extLst>
          </p:cNvPr>
          <p:cNvSpPr txBox="1">
            <a:spLocks/>
          </p:cNvSpPr>
          <p:nvPr/>
        </p:nvSpPr>
        <p:spPr>
          <a:xfrm>
            <a:off x="4138058" y="3198769"/>
            <a:ext cx="3533374" cy="494319"/>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solidFill>
                <a:latin typeface="Arial" panose="020B0604020202020204" pitchFamily="34" charset="0"/>
                <a:cs typeface="Arial" panose="020B0604020202020204" pitchFamily="34" charset="0"/>
              </a:rPr>
              <a:t>Title two</a:t>
            </a:r>
            <a:endParaRPr lang="en-GB" sz="1600" b="1" dirty="0">
              <a:solidFill>
                <a:schemeClr val="tx1"/>
              </a:solidFill>
            </a:endParaRPr>
          </a:p>
        </p:txBody>
      </p:sp>
      <p:sp>
        <p:nvSpPr>
          <p:cNvPr id="41" name="Title 4">
            <a:extLst>
              <a:ext uri="{FF2B5EF4-FFF2-40B4-BE49-F238E27FC236}">
                <a16:creationId xmlns:a16="http://schemas.microsoft.com/office/drawing/2014/main" id="{BAA63150-F2F9-445F-8719-DB97010C952B}"/>
              </a:ext>
            </a:extLst>
          </p:cNvPr>
          <p:cNvSpPr txBox="1">
            <a:spLocks/>
          </p:cNvSpPr>
          <p:nvPr/>
        </p:nvSpPr>
        <p:spPr>
          <a:xfrm>
            <a:off x="8188427" y="3210309"/>
            <a:ext cx="3533374" cy="494319"/>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solidFill>
                <a:latin typeface="Arial" panose="020B0604020202020204" pitchFamily="34" charset="0"/>
                <a:cs typeface="Arial" panose="020B0604020202020204" pitchFamily="34" charset="0"/>
              </a:rPr>
              <a:t>Title three</a:t>
            </a:r>
            <a:endParaRPr lang="en-GB" sz="1600" b="1" dirty="0">
              <a:solidFill>
                <a:schemeClr val="tx1"/>
              </a:solidFill>
            </a:endParaRPr>
          </a:p>
        </p:txBody>
      </p:sp>
      <p:pic>
        <p:nvPicPr>
          <p:cNvPr id="42" name="Graphic 41">
            <a:extLst>
              <a:ext uri="{FF2B5EF4-FFF2-40B4-BE49-F238E27FC236}">
                <a16:creationId xmlns:a16="http://schemas.microsoft.com/office/drawing/2014/main" id="{CACE6C83-00BB-45EA-80EE-90645139AD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2595" y="1621032"/>
            <a:ext cx="1265037" cy="1104680"/>
          </a:xfrm>
          <a:prstGeom prst="rect">
            <a:avLst/>
          </a:prstGeom>
        </p:spPr>
      </p:pic>
      <p:pic>
        <p:nvPicPr>
          <p:cNvPr id="43" name="Graphic 42">
            <a:extLst>
              <a:ext uri="{FF2B5EF4-FFF2-40B4-BE49-F238E27FC236}">
                <a16:creationId xmlns:a16="http://schemas.microsoft.com/office/drawing/2014/main" id="{ED329C16-9C65-435A-BF33-14276A7C85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77823" y="1413489"/>
            <a:ext cx="1457006" cy="1426332"/>
          </a:xfrm>
          <a:prstGeom prst="rect">
            <a:avLst/>
          </a:prstGeom>
        </p:spPr>
      </p:pic>
      <p:cxnSp>
        <p:nvCxnSpPr>
          <p:cNvPr id="47" name="Straight Connector 46">
            <a:extLst>
              <a:ext uri="{FF2B5EF4-FFF2-40B4-BE49-F238E27FC236}">
                <a16:creationId xmlns:a16="http://schemas.microsoft.com/office/drawing/2014/main" id="{3A29D6F2-CEFD-479B-B18B-7EFBA851DF3F}"/>
              </a:ext>
            </a:extLst>
          </p:cNvPr>
          <p:cNvCxnSpPr>
            <a:cxnSpLocks/>
          </p:cNvCxnSpPr>
          <p:nvPr/>
        </p:nvCxnSpPr>
        <p:spPr>
          <a:xfrm>
            <a:off x="8025268" y="1170773"/>
            <a:ext cx="0" cy="5005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7534AD3-4CD8-432B-AF4A-9456120D47F1}"/>
              </a:ext>
            </a:extLst>
          </p:cNvPr>
          <p:cNvCxnSpPr>
            <a:cxnSpLocks/>
          </p:cNvCxnSpPr>
          <p:nvPr/>
        </p:nvCxnSpPr>
        <p:spPr>
          <a:xfrm>
            <a:off x="4022527" y="1170773"/>
            <a:ext cx="0" cy="5005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84F98F7D-B161-4D99-B03D-E9630DD66B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7433" y="1491635"/>
            <a:ext cx="1103351" cy="1260973"/>
          </a:xfrm>
          <a:prstGeom prst="rect">
            <a:avLst/>
          </a:prstGeom>
        </p:spPr>
      </p:pic>
      <p:sp>
        <p:nvSpPr>
          <p:cNvPr id="4" name="Text Placeholder 3">
            <a:extLst>
              <a:ext uri="{FF2B5EF4-FFF2-40B4-BE49-F238E27FC236}">
                <a16:creationId xmlns:a16="http://schemas.microsoft.com/office/drawing/2014/main" id="{975756E4-6CE8-40D3-A5D6-27BF5907660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78560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8012428-D10C-4E77-8781-F700F6BBEA1C}"/>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3A36E59E-4D4A-4DFA-9139-DFC72F262ECC}"/>
              </a:ext>
            </a:extLst>
          </p:cNvPr>
          <p:cNvSpPr>
            <a:spLocks noGrp="1"/>
          </p:cNvSpPr>
          <p:nvPr>
            <p:ph type="body" sz="quarter" idx="11"/>
          </p:nvPr>
        </p:nvSpPr>
        <p:spPr/>
        <p:txBody>
          <a:bodyPr/>
          <a:lstStyle/>
          <a:p>
            <a:endParaRPr lang="en-US"/>
          </a:p>
        </p:txBody>
      </p:sp>
      <p:sp>
        <p:nvSpPr>
          <p:cNvPr id="7" name="Text Placeholder 6">
            <a:extLst>
              <a:ext uri="{FF2B5EF4-FFF2-40B4-BE49-F238E27FC236}">
                <a16:creationId xmlns:a16="http://schemas.microsoft.com/office/drawing/2014/main" id="{5E5325E9-B20A-43F5-AF8C-53E417707AD2}"/>
              </a:ext>
            </a:extLst>
          </p:cNvPr>
          <p:cNvSpPr>
            <a:spLocks noGrp="1"/>
          </p:cNvSpPr>
          <p:nvPr>
            <p:ph type="body" sz="quarter" idx="12"/>
          </p:nvPr>
        </p:nvSpPr>
        <p:spPr/>
        <p:txBody>
          <a:bodyPr/>
          <a:lstStyle/>
          <a:p>
            <a:endParaRPr lang="en-US" i="1" dirty="0">
              <a:latin typeface="Georgia" panose="02040502050405020303" pitchFamily="18" charset="0"/>
            </a:endParaRPr>
          </a:p>
        </p:txBody>
      </p:sp>
    </p:spTree>
    <p:extLst>
      <p:ext uri="{BB962C8B-B14F-4D97-AF65-F5344CB8AC3E}">
        <p14:creationId xmlns:p14="http://schemas.microsoft.com/office/powerpoint/2010/main" val="804138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2BD8029-39EC-42B4-8793-8CFE58A2FB6A}"/>
              </a:ext>
            </a:extLst>
          </p:cNvPr>
          <p:cNvSpPr>
            <a:spLocks noGrp="1"/>
          </p:cNvSpPr>
          <p:nvPr>
            <p:ph idx="1"/>
          </p:nvPr>
        </p:nvSpPr>
        <p:spPr/>
        <p:txBody>
          <a:bodyPr/>
          <a:lstStyle/>
          <a:p>
            <a:endParaRPr lang="en-US"/>
          </a:p>
        </p:txBody>
      </p:sp>
      <p:sp>
        <p:nvSpPr>
          <p:cNvPr id="5" name="Title 4">
            <a:extLst>
              <a:ext uri="{FF2B5EF4-FFF2-40B4-BE49-F238E27FC236}">
                <a16:creationId xmlns:a16="http://schemas.microsoft.com/office/drawing/2014/main" id="{1D91165D-664B-44E8-9D3C-EFA8C4375ADB}"/>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A9D67F80-9E3A-4BD0-83CD-51DB7DBD57B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6475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0"/>
          <p:cNvSpPr txBox="1">
            <a:spLocks/>
          </p:cNvSpPr>
          <p:nvPr/>
        </p:nvSpPr>
        <p:spPr>
          <a:xfrm>
            <a:off x="2893661" y="2788182"/>
            <a:ext cx="6404678" cy="778469"/>
          </a:xfrm>
          <a:prstGeom prst="rect">
            <a:avLst/>
          </a:prstGeom>
        </p:spPr>
        <p:txBody>
          <a:bodyPr vert="horz" wrap="square" lIns="60947" tIns="30473" rIns="60947" bIns="30473"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nSpc>
                <a:spcPct val="130000"/>
              </a:lnSpc>
            </a:pPr>
            <a:r>
              <a:rPr lang="en-US" sz="4000" dirty="0">
                <a:solidFill>
                  <a:schemeClr val="tx1"/>
                </a:solidFill>
                <a:latin typeface="+mj-lt"/>
                <a:cs typeface="Lato Light"/>
              </a:rPr>
              <a:t>Tables</a:t>
            </a:r>
          </a:p>
        </p:txBody>
      </p:sp>
    </p:spTree>
    <p:extLst>
      <p:ext uri="{BB962C8B-B14F-4D97-AF65-F5344CB8AC3E}">
        <p14:creationId xmlns:p14="http://schemas.microsoft.com/office/powerpoint/2010/main" val="3499637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0A7A-A34B-47F6-91E6-42A62B837CCA}"/>
              </a:ext>
            </a:extLst>
          </p:cNvPr>
          <p:cNvSpPr>
            <a:spLocks noGrp="1"/>
          </p:cNvSpPr>
          <p:nvPr>
            <p:ph type="title"/>
          </p:nvPr>
        </p:nvSpPr>
        <p:spPr>
          <a:xfrm>
            <a:off x="733425" y="1233709"/>
            <a:ext cx="10313024" cy="338554"/>
          </a:xfrm>
        </p:spPr>
        <p:txBody>
          <a:bodyPr/>
          <a:lstStyle/>
          <a:p>
            <a:r>
              <a:rPr lang="en-GB" dirty="0"/>
              <a:t>Placeholder text for slide title</a:t>
            </a:r>
            <a:endParaRPr lang="en-US" dirty="0"/>
          </a:p>
        </p:txBody>
      </p:sp>
      <p:graphicFrame>
        <p:nvGraphicFramePr>
          <p:cNvPr id="4" name="Table 4">
            <a:extLst>
              <a:ext uri="{FF2B5EF4-FFF2-40B4-BE49-F238E27FC236}">
                <a16:creationId xmlns:a16="http://schemas.microsoft.com/office/drawing/2014/main" id="{082A6E96-4AC8-4218-99EC-8F99AE6D51D3}"/>
              </a:ext>
            </a:extLst>
          </p:cNvPr>
          <p:cNvGraphicFramePr>
            <a:graphicFrameLocks noGrp="1"/>
          </p:cNvGraphicFramePr>
          <p:nvPr>
            <p:ph type="pic" idx="1"/>
            <p:extLst>
              <p:ext uri="{D42A27DB-BD31-4B8C-83A1-F6EECF244321}">
                <p14:modId xmlns:p14="http://schemas.microsoft.com/office/powerpoint/2010/main" val="3619456514"/>
              </p:ext>
            </p:extLst>
          </p:nvPr>
        </p:nvGraphicFramePr>
        <p:xfrm>
          <a:off x="900105" y="2379133"/>
          <a:ext cx="10585471" cy="3108608"/>
        </p:xfrm>
        <a:graphic>
          <a:graphicData uri="http://schemas.openxmlformats.org/drawingml/2006/table">
            <a:tbl>
              <a:tblPr firstRow="1" bandRow="1">
                <a:tableStyleId>{5C22544A-7EE6-4342-B048-85BDC9FD1C3A}</a:tableStyleId>
              </a:tblPr>
              <a:tblGrid>
                <a:gridCol w="1466760">
                  <a:extLst>
                    <a:ext uri="{9D8B030D-6E8A-4147-A177-3AD203B41FA5}">
                      <a16:colId xmlns:a16="http://schemas.microsoft.com/office/drawing/2014/main" val="1089537862"/>
                    </a:ext>
                  </a:extLst>
                </a:gridCol>
                <a:gridCol w="2975787">
                  <a:extLst>
                    <a:ext uri="{9D8B030D-6E8A-4147-A177-3AD203B41FA5}">
                      <a16:colId xmlns:a16="http://schemas.microsoft.com/office/drawing/2014/main" val="1227688836"/>
                    </a:ext>
                  </a:extLst>
                </a:gridCol>
                <a:gridCol w="3421894">
                  <a:extLst>
                    <a:ext uri="{9D8B030D-6E8A-4147-A177-3AD203B41FA5}">
                      <a16:colId xmlns:a16="http://schemas.microsoft.com/office/drawing/2014/main" val="2294048792"/>
                    </a:ext>
                  </a:extLst>
                </a:gridCol>
                <a:gridCol w="2721030">
                  <a:extLst>
                    <a:ext uri="{9D8B030D-6E8A-4147-A177-3AD203B41FA5}">
                      <a16:colId xmlns:a16="http://schemas.microsoft.com/office/drawing/2014/main" val="1935815519"/>
                    </a:ext>
                  </a:extLst>
                </a:gridCol>
              </a:tblGrid>
              <a:tr h="758922">
                <a:tc>
                  <a:txBody>
                    <a:bodyPr/>
                    <a:lstStyle/>
                    <a:p>
                      <a:endParaRPr lang="en-US" sz="1400" dirty="0">
                        <a:solidFill>
                          <a:schemeClr val="tx1"/>
                        </a:solidFill>
                      </a:endParaRPr>
                    </a:p>
                  </a:txBody>
                  <a:tcPr marL="78874" marR="78874">
                    <a:lnT w="12700" cap="flat" cmpd="sng" algn="ctr">
                      <a:solidFill>
                        <a:srgbClr val="009CD6"/>
                      </a:solidFill>
                      <a:prstDash val="solid"/>
                      <a:round/>
                      <a:headEnd type="none" w="med" len="med"/>
                      <a:tailEnd type="none" w="med" len="med"/>
                    </a:lnT>
                    <a:lnB w="12700" cap="flat" cmpd="sng" algn="ctr">
                      <a:solidFill>
                        <a:srgbClr val="009CD6"/>
                      </a:solidFill>
                      <a:prstDash val="solid"/>
                      <a:round/>
                      <a:headEnd type="none" w="med" len="med"/>
                      <a:tailEnd type="none" w="med" len="med"/>
                    </a:lnB>
                    <a:solidFill>
                      <a:schemeClr val="accent6"/>
                    </a:solidFill>
                  </a:tcPr>
                </a:tc>
                <a:tc>
                  <a:txBody>
                    <a:bodyPr/>
                    <a:lstStyle/>
                    <a:p>
                      <a:r>
                        <a:rPr lang="en-US" sz="1400" dirty="0">
                          <a:solidFill>
                            <a:schemeClr val="tx1"/>
                          </a:solidFill>
                          <a:latin typeface="Arial" panose="020B0604020202020204" pitchFamily="34" charset="0"/>
                          <a:cs typeface="Arial" panose="020B0604020202020204" pitchFamily="34" charset="0"/>
                        </a:rPr>
                        <a:t>Content</a:t>
                      </a:r>
                    </a:p>
                    <a:p>
                      <a:r>
                        <a:rPr lang="en-US" sz="1400" b="0" dirty="0">
                          <a:solidFill>
                            <a:schemeClr val="tx1"/>
                          </a:solidFill>
                          <a:latin typeface="Arial" panose="020B0604020202020204" pitchFamily="34" charset="0"/>
                          <a:cs typeface="Arial" panose="020B0604020202020204" pitchFamily="34" charset="0"/>
                        </a:rPr>
                        <a:t>Child as receiver (of mass productions)</a:t>
                      </a:r>
                    </a:p>
                  </a:txBody>
                  <a:tcPr marL="78874" marR="78874">
                    <a:lnT w="12700" cap="flat" cmpd="sng" algn="ctr">
                      <a:solidFill>
                        <a:srgbClr val="009CD6"/>
                      </a:solidFill>
                      <a:prstDash val="solid"/>
                      <a:round/>
                      <a:headEnd type="none" w="med" len="med"/>
                      <a:tailEnd type="none" w="med" len="med"/>
                    </a:lnT>
                    <a:lnB w="12700" cap="flat" cmpd="sng" algn="ctr">
                      <a:solidFill>
                        <a:srgbClr val="009CD6"/>
                      </a:solidFill>
                      <a:prstDash val="solid"/>
                      <a:round/>
                      <a:headEnd type="none" w="med" len="med"/>
                      <a:tailEnd type="none" w="med" len="med"/>
                    </a:lnB>
                    <a:solidFill>
                      <a:schemeClr val="accent6"/>
                    </a:solidFill>
                  </a:tcPr>
                </a:tc>
                <a:tc>
                  <a:txBody>
                    <a:bodyPr/>
                    <a:lstStyle/>
                    <a:p>
                      <a:r>
                        <a:rPr lang="en-US" sz="1400" dirty="0">
                          <a:solidFill>
                            <a:schemeClr val="tx1"/>
                          </a:solidFill>
                          <a:latin typeface="Arial" panose="020B0604020202020204" pitchFamily="34" charset="0"/>
                          <a:cs typeface="Arial" panose="020B0604020202020204" pitchFamily="34" charset="0"/>
                        </a:rPr>
                        <a:t>Contact</a:t>
                      </a:r>
                    </a:p>
                    <a:p>
                      <a:r>
                        <a:rPr lang="en-US" sz="1400" b="0" dirty="0">
                          <a:solidFill>
                            <a:schemeClr val="tx1"/>
                          </a:solidFill>
                          <a:latin typeface="Arial" panose="020B0604020202020204" pitchFamily="34" charset="0"/>
                          <a:cs typeface="Arial" panose="020B0604020202020204" pitchFamily="34" charset="0"/>
                        </a:rPr>
                        <a:t>Child as participant (adult-initiated activity)</a:t>
                      </a:r>
                    </a:p>
                  </a:txBody>
                  <a:tcPr marL="78874" marR="78874">
                    <a:lnT w="12700" cap="flat" cmpd="sng" algn="ctr">
                      <a:solidFill>
                        <a:srgbClr val="009CD6"/>
                      </a:solidFill>
                      <a:prstDash val="solid"/>
                      <a:round/>
                      <a:headEnd type="none" w="med" len="med"/>
                      <a:tailEnd type="none" w="med" len="med"/>
                    </a:lnT>
                    <a:lnB w="12700" cap="flat" cmpd="sng" algn="ctr">
                      <a:solidFill>
                        <a:srgbClr val="009CD6"/>
                      </a:solidFill>
                      <a:prstDash val="solid"/>
                      <a:round/>
                      <a:headEnd type="none" w="med" len="med"/>
                      <a:tailEnd type="none" w="med" len="med"/>
                    </a:lnB>
                    <a:solidFill>
                      <a:schemeClr val="accent6"/>
                    </a:solidFill>
                  </a:tcPr>
                </a:tc>
                <a:tc>
                  <a:txBody>
                    <a:bodyPr/>
                    <a:lstStyle/>
                    <a:p>
                      <a:r>
                        <a:rPr lang="en-US" sz="1400" dirty="0">
                          <a:solidFill>
                            <a:schemeClr val="tx1"/>
                          </a:solidFill>
                          <a:latin typeface="Arial" panose="020B0604020202020204" pitchFamily="34" charset="0"/>
                          <a:cs typeface="Arial" panose="020B0604020202020204" pitchFamily="34" charset="0"/>
                        </a:rPr>
                        <a:t>Conduct </a:t>
                      </a:r>
                    </a:p>
                    <a:p>
                      <a:r>
                        <a:rPr lang="en-US" sz="1400" b="0" dirty="0">
                          <a:solidFill>
                            <a:schemeClr val="tx1"/>
                          </a:solidFill>
                          <a:latin typeface="Arial" panose="020B0604020202020204" pitchFamily="34" charset="0"/>
                          <a:cs typeface="Arial" panose="020B0604020202020204" pitchFamily="34" charset="0"/>
                        </a:rPr>
                        <a:t>Child as actor (perpetrator/victim)</a:t>
                      </a:r>
                    </a:p>
                  </a:txBody>
                  <a:tcPr marL="78874" marR="78874">
                    <a:lnT w="12700" cap="flat" cmpd="sng" algn="ctr">
                      <a:solidFill>
                        <a:srgbClr val="009CD6"/>
                      </a:solidFill>
                      <a:prstDash val="solid"/>
                      <a:round/>
                      <a:headEnd type="none" w="med" len="med"/>
                      <a:tailEnd type="none" w="med" len="med"/>
                    </a:lnT>
                    <a:lnB w="12700" cap="flat" cmpd="sng" algn="ctr">
                      <a:solidFill>
                        <a:srgbClr val="009CD6"/>
                      </a:solidFill>
                      <a:prstDash val="solid"/>
                      <a:round/>
                      <a:headEnd type="none" w="med" len="med"/>
                      <a:tailEnd type="none" w="med" len="med"/>
                    </a:lnB>
                    <a:solidFill>
                      <a:schemeClr val="accent6"/>
                    </a:solidFill>
                  </a:tcPr>
                </a:tc>
                <a:extLst>
                  <a:ext uri="{0D108BD9-81ED-4DB2-BD59-A6C34878D82A}">
                    <a16:rowId xmlns:a16="http://schemas.microsoft.com/office/drawing/2014/main" val="2406258005"/>
                  </a:ext>
                </a:extLst>
              </a:tr>
              <a:tr h="533497">
                <a:tc>
                  <a:txBody>
                    <a:bodyPr/>
                    <a:lstStyle/>
                    <a:p>
                      <a:r>
                        <a:rPr lang="en-US" sz="1400" b="1" dirty="0">
                          <a:latin typeface="Arial" panose="020B0604020202020204" pitchFamily="34" charset="0"/>
                          <a:cs typeface="Arial" panose="020B0604020202020204" pitchFamily="34" charset="0"/>
                        </a:rPr>
                        <a:t>Aggressive</a:t>
                      </a:r>
                    </a:p>
                  </a:txBody>
                  <a:tcPr marL="78874" marR="78874">
                    <a:lnT w="12700" cap="flat" cmpd="sng" algn="ctr">
                      <a:solidFill>
                        <a:srgbClr val="009CD6"/>
                      </a:solidFill>
                      <a:prstDash val="solid"/>
                      <a:round/>
                      <a:headEnd type="none" w="med" len="med"/>
                      <a:tailEnd type="none" w="med" len="med"/>
                    </a:lnT>
                    <a:solidFill>
                      <a:schemeClr val="bg1">
                        <a:lumMod val="95000"/>
                      </a:schemeClr>
                    </a:solidFill>
                  </a:tcPr>
                </a:tc>
                <a:tc>
                  <a:txBody>
                    <a:bodyPr/>
                    <a:lstStyle/>
                    <a:p>
                      <a:r>
                        <a:rPr lang="en-US" sz="1400" dirty="0">
                          <a:latin typeface="Arial" panose="020B0604020202020204" pitchFamily="34" charset="0"/>
                          <a:cs typeface="Arial" panose="020B0604020202020204" pitchFamily="34" charset="0"/>
                        </a:rPr>
                        <a:t>Violent/gory content</a:t>
                      </a:r>
                    </a:p>
                  </a:txBody>
                  <a:tcPr marL="78874" marR="78874">
                    <a:lnT w="12700" cap="flat" cmpd="sng" algn="ctr">
                      <a:solidFill>
                        <a:srgbClr val="009CD6"/>
                      </a:solidFill>
                      <a:prstDash val="solid"/>
                      <a:round/>
                      <a:headEnd type="none" w="med" len="med"/>
                      <a:tailEnd type="none" w="med" len="med"/>
                    </a:lnT>
                    <a:solidFill>
                      <a:schemeClr val="bg1">
                        <a:lumMod val="95000"/>
                      </a:schemeClr>
                    </a:solidFill>
                  </a:tcPr>
                </a:tc>
                <a:tc>
                  <a:txBody>
                    <a:bodyPr/>
                    <a:lstStyle/>
                    <a:p>
                      <a:r>
                        <a:rPr lang="en-US" sz="1400" dirty="0">
                          <a:latin typeface="Arial" panose="020B0604020202020204" pitchFamily="34" charset="0"/>
                          <a:cs typeface="Arial" panose="020B0604020202020204" pitchFamily="34" charset="0"/>
                        </a:rPr>
                        <a:t>Harassment, stalking</a:t>
                      </a:r>
                    </a:p>
                  </a:txBody>
                  <a:tcPr marL="78874" marR="78874">
                    <a:lnT w="12700" cap="flat" cmpd="sng" algn="ctr">
                      <a:solidFill>
                        <a:srgbClr val="009CD6"/>
                      </a:solidFill>
                      <a:prstDash val="solid"/>
                      <a:round/>
                      <a:headEnd type="none" w="med" len="med"/>
                      <a:tailEnd type="none" w="med" len="med"/>
                    </a:lnT>
                    <a:solidFill>
                      <a:schemeClr val="bg1">
                        <a:lumMod val="95000"/>
                      </a:schemeClr>
                    </a:solidFill>
                  </a:tcPr>
                </a:tc>
                <a:tc>
                  <a:txBody>
                    <a:bodyPr/>
                    <a:lstStyle/>
                    <a:p>
                      <a:r>
                        <a:rPr lang="en-US" sz="1400" dirty="0">
                          <a:latin typeface="Arial" panose="020B0604020202020204" pitchFamily="34" charset="0"/>
                          <a:cs typeface="Arial" panose="020B0604020202020204" pitchFamily="34" charset="0"/>
                        </a:rPr>
                        <a:t>Bullying, hostile peer activity</a:t>
                      </a:r>
                    </a:p>
                  </a:txBody>
                  <a:tcPr marL="78874" marR="78874">
                    <a:lnT w="12700" cap="flat" cmpd="sng" algn="ctr">
                      <a:solidFill>
                        <a:srgbClr val="009CD6"/>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565521625"/>
                  </a:ext>
                </a:extLst>
              </a:tr>
              <a:tr h="638430">
                <a:tc>
                  <a:txBody>
                    <a:bodyPr/>
                    <a:lstStyle/>
                    <a:p>
                      <a:r>
                        <a:rPr lang="en-US" sz="1400" b="1" dirty="0">
                          <a:latin typeface="Arial" panose="020B0604020202020204" pitchFamily="34" charset="0"/>
                          <a:cs typeface="Arial" panose="020B0604020202020204" pitchFamily="34" charset="0"/>
                        </a:rPr>
                        <a:t>Sexual</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Pornographic content</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‘Grooming’, sexual abuse on meeting strangers</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Sexual harassment, ‘sexting’</a:t>
                      </a:r>
                    </a:p>
                  </a:txBody>
                  <a:tcPr marL="78874" marR="78874">
                    <a:solidFill>
                      <a:schemeClr val="bg1">
                        <a:lumMod val="85000"/>
                      </a:schemeClr>
                    </a:solidFill>
                  </a:tcPr>
                </a:tc>
                <a:extLst>
                  <a:ext uri="{0D108BD9-81ED-4DB2-BD59-A6C34878D82A}">
                    <a16:rowId xmlns:a16="http://schemas.microsoft.com/office/drawing/2014/main" val="887103220"/>
                  </a:ext>
                </a:extLst>
              </a:tr>
              <a:tr h="640190">
                <a:tc>
                  <a:txBody>
                    <a:bodyPr/>
                    <a:lstStyle/>
                    <a:p>
                      <a:r>
                        <a:rPr lang="en-US" sz="1400" b="1" dirty="0">
                          <a:latin typeface="Arial" panose="020B0604020202020204" pitchFamily="34" charset="0"/>
                          <a:cs typeface="Arial" panose="020B0604020202020204" pitchFamily="34" charset="0"/>
                        </a:rPr>
                        <a:t>Values</a:t>
                      </a:r>
                    </a:p>
                  </a:txBody>
                  <a:tcPr marL="78874" marR="78874">
                    <a:solidFill>
                      <a:srgbClr val="F4F4F4"/>
                    </a:solidFill>
                  </a:tcPr>
                </a:tc>
                <a:tc>
                  <a:txBody>
                    <a:bodyPr/>
                    <a:lstStyle/>
                    <a:p>
                      <a:r>
                        <a:rPr lang="en-US" sz="1400" dirty="0">
                          <a:latin typeface="Arial" panose="020B0604020202020204" pitchFamily="34" charset="0"/>
                          <a:cs typeface="Arial" panose="020B0604020202020204" pitchFamily="34" charset="0"/>
                        </a:rPr>
                        <a:t>Racist/hateful content</a:t>
                      </a:r>
                    </a:p>
                  </a:txBody>
                  <a:tcPr marL="78874" marR="78874">
                    <a:solidFill>
                      <a:srgbClr val="F4F4F4"/>
                    </a:solidFill>
                  </a:tcPr>
                </a:tc>
                <a:tc>
                  <a:txBody>
                    <a:bodyPr/>
                    <a:lstStyle/>
                    <a:p>
                      <a:r>
                        <a:rPr lang="en-US" sz="1400" dirty="0">
                          <a:latin typeface="Arial" panose="020B0604020202020204" pitchFamily="34" charset="0"/>
                          <a:cs typeface="Arial" panose="020B0604020202020204" pitchFamily="34" charset="0"/>
                        </a:rPr>
                        <a:t>Ideological persuasion</a:t>
                      </a:r>
                    </a:p>
                  </a:txBody>
                  <a:tcPr marL="78874" marR="78874">
                    <a:solidFill>
                      <a:srgbClr val="F4F4F4"/>
                    </a:solidFill>
                  </a:tcPr>
                </a:tc>
                <a:tc>
                  <a:txBody>
                    <a:bodyPr/>
                    <a:lstStyle/>
                    <a:p>
                      <a:r>
                        <a:rPr lang="en-US" sz="1400" dirty="0">
                          <a:latin typeface="Arial" panose="020B0604020202020204" pitchFamily="34" charset="0"/>
                          <a:cs typeface="Arial" panose="020B0604020202020204" pitchFamily="34" charset="0"/>
                        </a:rPr>
                        <a:t>Potentially harmful user-generated content</a:t>
                      </a:r>
                    </a:p>
                  </a:txBody>
                  <a:tcPr marL="78874" marR="78874">
                    <a:solidFill>
                      <a:srgbClr val="F4F4F4"/>
                    </a:solidFill>
                  </a:tcPr>
                </a:tc>
                <a:extLst>
                  <a:ext uri="{0D108BD9-81ED-4DB2-BD59-A6C34878D82A}">
                    <a16:rowId xmlns:a16="http://schemas.microsoft.com/office/drawing/2014/main" val="3427868463"/>
                  </a:ext>
                </a:extLst>
              </a:tr>
              <a:tr h="537569">
                <a:tc>
                  <a:txBody>
                    <a:bodyPr/>
                    <a:lstStyle/>
                    <a:p>
                      <a:r>
                        <a:rPr lang="en-US" sz="1400" b="1" dirty="0">
                          <a:latin typeface="Arial" panose="020B0604020202020204" pitchFamily="34" charset="0"/>
                          <a:cs typeface="Arial" panose="020B0604020202020204" pitchFamily="34" charset="0"/>
                        </a:rPr>
                        <a:t>Commercial</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Advertising, embedded marketing</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Personal data exploitation and misuse</a:t>
                      </a:r>
                    </a:p>
                  </a:txBody>
                  <a:tcPr marL="78874" marR="78874">
                    <a:solidFill>
                      <a:schemeClr val="bg1">
                        <a:lumMod val="85000"/>
                      </a:schemeClr>
                    </a:solidFill>
                  </a:tcPr>
                </a:tc>
                <a:tc>
                  <a:txBody>
                    <a:bodyPr/>
                    <a:lstStyle/>
                    <a:p>
                      <a:r>
                        <a:rPr lang="en-US" sz="1400" dirty="0">
                          <a:latin typeface="Arial" panose="020B0604020202020204" pitchFamily="34" charset="0"/>
                          <a:cs typeface="Arial" panose="020B0604020202020204" pitchFamily="34" charset="0"/>
                        </a:rPr>
                        <a:t>Gambling, copyright infringement</a:t>
                      </a:r>
                    </a:p>
                  </a:txBody>
                  <a:tcPr marL="78874" marR="78874">
                    <a:solidFill>
                      <a:schemeClr val="bg1">
                        <a:lumMod val="85000"/>
                      </a:schemeClr>
                    </a:solidFill>
                  </a:tcPr>
                </a:tc>
                <a:extLst>
                  <a:ext uri="{0D108BD9-81ED-4DB2-BD59-A6C34878D82A}">
                    <a16:rowId xmlns:a16="http://schemas.microsoft.com/office/drawing/2014/main" val="3375691673"/>
                  </a:ext>
                </a:extLst>
              </a:tr>
            </a:tbl>
          </a:graphicData>
        </a:graphic>
      </p:graphicFrame>
      <p:sp>
        <p:nvSpPr>
          <p:cNvPr id="8" name="Text Placeholder 7">
            <a:extLst>
              <a:ext uri="{FF2B5EF4-FFF2-40B4-BE49-F238E27FC236}">
                <a16:creationId xmlns:a16="http://schemas.microsoft.com/office/drawing/2014/main" id="{4FEB2474-E4FB-427B-A4B1-49B256905CDE}"/>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851261D2-FDDC-4F47-84F4-CF4AF6C9B738}"/>
              </a:ext>
            </a:extLst>
          </p:cNvPr>
          <p:cNvSpPr txBox="1"/>
          <p:nvPr/>
        </p:nvSpPr>
        <p:spPr>
          <a:xfrm>
            <a:off x="725413" y="1726678"/>
            <a:ext cx="5340213"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Table no.: </a:t>
            </a:r>
            <a:r>
              <a:rPr lang="en-US" sz="1600" dirty="0">
                <a:latin typeface="Arial" panose="020B0604020202020204" pitchFamily="34" charset="0"/>
                <a:cs typeface="Arial" panose="020B0604020202020204" pitchFamily="34" charset="0"/>
              </a:rPr>
              <a:t>Table name goes here</a:t>
            </a:r>
          </a:p>
        </p:txBody>
      </p:sp>
      <p:sp>
        <p:nvSpPr>
          <p:cNvPr id="7" name="TextBox 6">
            <a:extLst>
              <a:ext uri="{FF2B5EF4-FFF2-40B4-BE49-F238E27FC236}">
                <a16:creationId xmlns:a16="http://schemas.microsoft.com/office/drawing/2014/main" id="{4A8FD177-7DF4-47DF-AA8E-345E77DD3409}"/>
              </a:ext>
            </a:extLst>
          </p:cNvPr>
          <p:cNvSpPr txBox="1"/>
          <p:nvPr/>
        </p:nvSpPr>
        <p:spPr>
          <a:xfrm>
            <a:off x="900105" y="5670837"/>
            <a:ext cx="5340213" cy="261610"/>
          </a:xfrm>
          <a:prstGeom prst="rect">
            <a:avLst/>
          </a:prstGeom>
          <a:noFill/>
        </p:spPr>
        <p:txBody>
          <a:bodyPr wrap="square" rtlCol="0">
            <a:spAutoFit/>
          </a:bodyPr>
          <a:lstStyle/>
          <a:p>
            <a:r>
              <a:rPr lang="en-US" sz="1050" dirty="0">
                <a:solidFill>
                  <a:schemeClr val="accent4"/>
                </a:solidFill>
                <a:latin typeface="Arial" panose="020B0604020202020204" pitchFamily="34" charset="0"/>
                <a:cs typeface="Arial" panose="020B0604020202020204" pitchFamily="34" charset="0"/>
              </a:rPr>
              <a:t>Source: EU Kids Online (Livingstone, Haddon, </a:t>
            </a:r>
            <a:r>
              <a:rPr lang="en-US" sz="1050" dirty="0" err="1">
                <a:solidFill>
                  <a:schemeClr val="accent4"/>
                </a:solidFill>
                <a:latin typeface="Arial" panose="020B0604020202020204" pitchFamily="34" charset="0"/>
                <a:cs typeface="Arial" panose="020B0604020202020204" pitchFamily="34" charset="0"/>
              </a:rPr>
              <a:t>Görzig</a:t>
            </a:r>
            <a:r>
              <a:rPr lang="en-US" sz="1050" dirty="0">
                <a:solidFill>
                  <a:schemeClr val="accent4"/>
                </a:solidFill>
                <a:latin typeface="Arial" panose="020B0604020202020204" pitchFamily="34" charset="0"/>
                <a:cs typeface="Arial" panose="020B0604020202020204" pitchFamily="34" charset="0"/>
              </a:rPr>
              <a:t>, &amp; </a:t>
            </a:r>
            <a:r>
              <a:rPr lang="en-US" sz="1050" dirty="0" err="1">
                <a:solidFill>
                  <a:schemeClr val="accent4"/>
                </a:solidFill>
                <a:latin typeface="Arial" panose="020B0604020202020204" pitchFamily="34" charset="0"/>
                <a:cs typeface="Arial" panose="020B0604020202020204" pitchFamily="34" charset="0"/>
              </a:rPr>
              <a:t>Ólafsson</a:t>
            </a:r>
            <a:r>
              <a:rPr lang="en-US" sz="1050" dirty="0">
                <a:solidFill>
                  <a:schemeClr val="accent4"/>
                </a:solidFill>
                <a:latin typeface="Arial" panose="020B0604020202020204" pitchFamily="34" charset="0"/>
                <a:cs typeface="Arial" panose="020B0604020202020204" pitchFamily="34" charset="0"/>
              </a:rPr>
              <a:t>, 2010)</a:t>
            </a:r>
          </a:p>
        </p:txBody>
      </p:sp>
    </p:spTree>
    <p:extLst>
      <p:ext uri="{BB962C8B-B14F-4D97-AF65-F5344CB8AC3E}">
        <p14:creationId xmlns:p14="http://schemas.microsoft.com/office/powerpoint/2010/main" val="3087632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1288037" y="1857328"/>
            <a:ext cx="9581896" cy="38498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p>
        </p:txBody>
      </p:sp>
      <p:graphicFrame>
        <p:nvGraphicFramePr>
          <p:cNvPr id="81" name="Table 1"/>
          <p:cNvGraphicFramePr>
            <a:graphicFrameLocks noGrp="1"/>
          </p:cNvGraphicFramePr>
          <p:nvPr>
            <p:extLst>
              <p:ext uri="{D42A27DB-BD31-4B8C-83A1-F6EECF244321}">
                <p14:modId xmlns:p14="http://schemas.microsoft.com/office/powerpoint/2010/main" val="1332246383"/>
              </p:ext>
            </p:extLst>
          </p:nvPr>
        </p:nvGraphicFramePr>
        <p:xfrm>
          <a:off x="1288037" y="1950463"/>
          <a:ext cx="9581896" cy="3849811"/>
        </p:xfrm>
        <a:graphic>
          <a:graphicData uri="http://schemas.openxmlformats.org/drawingml/2006/table">
            <a:tbl>
              <a:tblPr firstRow="1" bandRow="1">
                <a:tableStyleId>{69012ECD-51FC-41F1-AA8D-1B2483CD663E}</a:tableStyleId>
              </a:tblPr>
              <a:tblGrid>
                <a:gridCol w="1141834">
                  <a:extLst>
                    <a:ext uri="{9D8B030D-6E8A-4147-A177-3AD203B41FA5}">
                      <a16:colId xmlns:a16="http://schemas.microsoft.com/office/drawing/2014/main" val="20000"/>
                    </a:ext>
                  </a:extLst>
                </a:gridCol>
                <a:gridCol w="1253640">
                  <a:extLst>
                    <a:ext uri="{9D8B030D-6E8A-4147-A177-3AD203B41FA5}">
                      <a16:colId xmlns:a16="http://schemas.microsoft.com/office/drawing/2014/main" val="20001"/>
                    </a:ext>
                  </a:extLst>
                </a:gridCol>
                <a:gridCol w="1197737">
                  <a:extLst>
                    <a:ext uri="{9D8B030D-6E8A-4147-A177-3AD203B41FA5}">
                      <a16:colId xmlns:a16="http://schemas.microsoft.com/office/drawing/2014/main" val="20002"/>
                    </a:ext>
                  </a:extLst>
                </a:gridCol>
                <a:gridCol w="1197737">
                  <a:extLst>
                    <a:ext uri="{9D8B030D-6E8A-4147-A177-3AD203B41FA5}">
                      <a16:colId xmlns:a16="http://schemas.microsoft.com/office/drawing/2014/main" val="20003"/>
                    </a:ext>
                  </a:extLst>
                </a:gridCol>
                <a:gridCol w="1197737">
                  <a:extLst>
                    <a:ext uri="{9D8B030D-6E8A-4147-A177-3AD203B41FA5}">
                      <a16:colId xmlns:a16="http://schemas.microsoft.com/office/drawing/2014/main" val="20004"/>
                    </a:ext>
                  </a:extLst>
                </a:gridCol>
                <a:gridCol w="1197737">
                  <a:extLst>
                    <a:ext uri="{9D8B030D-6E8A-4147-A177-3AD203B41FA5}">
                      <a16:colId xmlns:a16="http://schemas.microsoft.com/office/drawing/2014/main" val="20005"/>
                    </a:ext>
                  </a:extLst>
                </a:gridCol>
                <a:gridCol w="1197737">
                  <a:extLst>
                    <a:ext uri="{9D8B030D-6E8A-4147-A177-3AD203B41FA5}">
                      <a16:colId xmlns:a16="http://schemas.microsoft.com/office/drawing/2014/main" val="20006"/>
                    </a:ext>
                  </a:extLst>
                </a:gridCol>
                <a:gridCol w="1197737">
                  <a:extLst>
                    <a:ext uri="{9D8B030D-6E8A-4147-A177-3AD203B41FA5}">
                      <a16:colId xmlns:a16="http://schemas.microsoft.com/office/drawing/2014/main" val="20007"/>
                    </a:ext>
                  </a:extLst>
                </a:gridCol>
              </a:tblGrid>
              <a:tr h="549973">
                <a:tc>
                  <a:txBody>
                    <a:bodyPr/>
                    <a:lstStyle/>
                    <a:p>
                      <a:pPr algn="ctr"/>
                      <a:endParaRPr lang="en-US" sz="900" b="0" i="0" dirty="0">
                        <a:solidFill>
                          <a:schemeClr val="tx1"/>
                        </a:solidFill>
                        <a:latin typeface="Lato Light" charset="0"/>
                        <a:ea typeface="Lato Light" charset="0"/>
                        <a:cs typeface="Lato Light" charset="0"/>
                      </a:endParaRPr>
                    </a:p>
                    <a:p>
                      <a:pPr algn="ctr"/>
                      <a:endParaRPr lang="en-US" sz="1000" b="0" i="0" dirty="0">
                        <a:solidFill>
                          <a:schemeClr val="tx1"/>
                        </a:solidFill>
                        <a:latin typeface="Lato Light" charset="0"/>
                        <a:ea typeface="Lato Light" charset="0"/>
                        <a:cs typeface="Lato Light" charset="0"/>
                      </a:endParaRP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lang="en-US" sz="1000" b="1" i="0" dirty="0">
                          <a:latin typeface="Arial" panose="020B0604020202020204" pitchFamily="34" charset="0"/>
                          <a:ea typeface="Lato Light" charset="0"/>
                          <a:cs typeface="Lato Light" charset="0"/>
                        </a:rPr>
                        <a:t>MONDAY</a:t>
                      </a: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TUESDAY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WEDNESDAY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THURSDAY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FRIDAY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SATURDAY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0F0F0"/>
                          </a:solidFill>
                          <a:effectLst/>
                          <a:uLnTx/>
                          <a:uFillTx/>
                          <a:latin typeface="Arial" panose="020B0604020202020204" pitchFamily="34" charset="0"/>
                          <a:ea typeface="Lato Light" charset="0"/>
                          <a:cs typeface="Lato Light" charset="0"/>
                        </a:rPr>
                        <a:t>SUNDAY</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94949"/>
                    </a:solidFill>
                  </a:tcPr>
                </a:tc>
                <a:extLst>
                  <a:ext uri="{0D108BD9-81ED-4DB2-BD59-A6C34878D82A}">
                    <a16:rowId xmlns:a16="http://schemas.microsoft.com/office/drawing/2014/main" val="10000"/>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01</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02</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03</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04</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05</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49973">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tx1"/>
                          </a:solidFill>
                          <a:effectLst/>
                          <a:uLnTx/>
                          <a:uFillTx/>
                          <a:latin typeface="Arial" panose="020B0604020202020204" pitchFamily="34" charset="0"/>
                          <a:ea typeface="Lato Light" charset="0"/>
                          <a:cs typeface="Lato Light" charset="0"/>
                        </a:rPr>
                        <a:t>SERVICE 06</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828403"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endParaRPr>
                    </a:p>
                    <a:p>
                      <a:pPr marL="0" marR="0" lvl="0" indent="0" algn="ctr" defTabSz="182840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64646"/>
                          </a:solidFill>
                          <a:effectLst/>
                          <a:uLnTx/>
                          <a:uFillTx/>
                          <a:latin typeface="Arial" panose="020B0604020202020204" pitchFamily="34" charset="0"/>
                          <a:ea typeface="Lato Light" charset="0"/>
                          <a:cs typeface="Lato Light" charset="0"/>
                        </a:rPr>
                        <a:t>152.574 €</a:t>
                      </a:r>
                    </a:p>
                  </a:txBody>
                  <a:tcPr marL="41965" marR="41965" marT="20982" marB="209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11" name="Title 10">
            <a:extLst>
              <a:ext uri="{FF2B5EF4-FFF2-40B4-BE49-F238E27FC236}">
                <a16:creationId xmlns:a16="http://schemas.microsoft.com/office/drawing/2014/main" id="{F21CBCE3-55CE-4F8C-A5B1-A64EAD374AFC}"/>
              </a:ext>
            </a:extLst>
          </p:cNvPr>
          <p:cNvSpPr>
            <a:spLocks noGrp="1"/>
          </p:cNvSpPr>
          <p:nvPr>
            <p:ph type="title"/>
          </p:nvPr>
        </p:nvSpPr>
        <p:spPr/>
        <p:txBody>
          <a:bodyPr/>
          <a:lstStyle/>
          <a:p>
            <a:r>
              <a:rPr lang="en-US" dirty="0"/>
              <a:t>Simple table</a:t>
            </a:r>
          </a:p>
        </p:txBody>
      </p:sp>
      <p:sp>
        <p:nvSpPr>
          <p:cNvPr id="7" name="Text Placeholder 6">
            <a:extLst>
              <a:ext uri="{FF2B5EF4-FFF2-40B4-BE49-F238E27FC236}">
                <a16:creationId xmlns:a16="http://schemas.microsoft.com/office/drawing/2014/main" id="{751E7F59-EFAF-497F-9856-52BC7460D44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3350422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0"/>
          <p:cNvSpPr txBox="1">
            <a:spLocks/>
          </p:cNvSpPr>
          <p:nvPr/>
        </p:nvSpPr>
        <p:spPr>
          <a:xfrm>
            <a:off x="2893661" y="2748854"/>
            <a:ext cx="6404678" cy="778469"/>
          </a:xfrm>
          <a:prstGeom prst="rect">
            <a:avLst/>
          </a:prstGeom>
        </p:spPr>
        <p:txBody>
          <a:bodyPr vert="horz" wrap="square" lIns="60947" tIns="30473" rIns="60947" bIns="30473"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nSpc>
                <a:spcPct val="130000"/>
              </a:lnSpc>
            </a:pPr>
            <a:r>
              <a:rPr lang="en-US" sz="4000" dirty="0">
                <a:solidFill>
                  <a:schemeClr val="tx1"/>
                </a:solidFill>
                <a:latin typeface="+mj-lt"/>
                <a:cs typeface="Lato Light"/>
              </a:rPr>
              <a:t>Graphs &amp; infographics</a:t>
            </a:r>
          </a:p>
        </p:txBody>
      </p:sp>
    </p:spTree>
    <p:extLst>
      <p:ext uri="{BB962C8B-B14F-4D97-AF65-F5344CB8AC3E}">
        <p14:creationId xmlns:p14="http://schemas.microsoft.com/office/powerpoint/2010/main" val="35339185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40A3-FA65-4128-95C7-CA7E71EBDA6D}"/>
              </a:ext>
            </a:extLst>
          </p:cNvPr>
          <p:cNvSpPr>
            <a:spLocks noGrp="1"/>
          </p:cNvSpPr>
          <p:nvPr>
            <p:ph type="title"/>
          </p:nvPr>
        </p:nvSpPr>
        <p:spPr/>
        <p:txBody>
          <a:bodyPr/>
          <a:lstStyle/>
          <a:p>
            <a:r>
              <a:rPr lang="en-US" b="1" dirty="0"/>
              <a:t>Figure 1: </a:t>
            </a:r>
            <a:r>
              <a:rPr lang="en-US" dirty="0"/>
              <a:t>Figure title</a:t>
            </a:r>
          </a:p>
        </p:txBody>
      </p:sp>
      <p:sp>
        <p:nvSpPr>
          <p:cNvPr id="11" name="Text Placeholder 10">
            <a:extLst>
              <a:ext uri="{FF2B5EF4-FFF2-40B4-BE49-F238E27FC236}">
                <a16:creationId xmlns:a16="http://schemas.microsoft.com/office/drawing/2014/main" id="{44576A79-2FC4-4F41-8FC5-B291DC263451}"/>
              </a:ext>
            </a:extLst>
          </p:cNvPr>
          <p:cNvSpPr>
            <a:spLocks noGrp="1"/>
          </p:cNvSpPr>
          <p:nvPr>
            <p:ph type="body" sz="quarter" idx="10"/>
          </p:nvPr>
        </p:nvSpPr>
        <p:spPr/>
        <p:txBody>
          <a:bodyPr/>
          <a:lstStyle/>
          <a:p>
            <a:endParaRPr lang="en-US"/>
          </a:p>
        </p:txBody>
      </p:sp>
      <p:sp>
        <p:nvSpPr>
          <p:cNvPr id="28" name="Oval 27" hidden="1">
            <a:extLst>
              <a:ext uri="{FF2B5EF4-FFF2-40B4-BE49-F238E27FC236}">
                <a16:creationId xmlns:a16="http://schemas.microsoft.com/office/drawing/2014/main" id="{CFDCE6FD-8611-4249-A4E4-A123571AEC1F}"/>
              </a:ext>
            </a:extLst>
          </p:cNvPr>
          <p:cNvSpPr/>
          <p:nvPr/>
        </p:nvSpPr>
        <p:spPr>
          <a:xfrm>
            <a:off x="328961" y="1393903"/>
            <a:ext cx="2129883" cy="212988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E450E3D-4433-4E17-A571-872A356CF9CD}"/>
              </a:ext>
            </a:extLst>
          </p:cNvPr>
          <p:cNvSpPr txBox="1"/>
          <p:nvPr/>
        </p:nvSpPr>
        <p:spPr>
          <a:xfrm>
            <a:off x="9093064" y="4720272"/>
            <a:ext cx="2233749" cy="658385"/>
          </a:xfrm>
          <a:prstGeom prst="rect">
            <a:avLst/>
          </a:prstGeom>
          <a:noFill/>
        </p:spPr>
        <p:txBody>
          <a:bodyPr wrap="square" rtlCol="0">
            <a:spAutoFit/>
          </a:bodyPr>
          <a:lstStyle/>
          <a:p>
            <a:pPr>
              <a:lnSpc>
                <a:spcPts val="1300"/>
              </a:lnSpc>
              <a:spcBef>
                <a:spcPts val="600"/>
              </a:spcBef>
            </a:pPr>
            <a:r>
              <a:rPr lang="en-US" sz="1050" dirty="0">
                <a:solidFill>
                  <a:schemeClr val="bg2">
                    <a:lumMod val="25000"/>
                  </a:schemeClr>
                </a:solidFill>
                <a:latin typeface="Arial" panose="020B0604020202020204" pitchFamily="34" charset="0"/>
                <a:cs typeface="Arial" panose="020B0604020202020204" pitchFamily="34" charset="0"/>
              </a:rPr>
              <a:t>Source: International Telecommunication Union.</a:t>
            </a:r>
          </a:p>
          <a:p>
            <a:pPr>
              <a:lnSpc>
                <a:spcPts val="1300"/>
              </a:lnSpc>
              <a:spcBef>
                <a:spcPts val="600"/>
              </a:spcBef>
            </a:pPr>
            <a:r>
              <a:rPr lang="en-US" sz="1050" dirty="0">
                <a:solidFill>
                  <a:schemeClr val="bg2">
                    <a:lumMod val="25000"/>
                  </a:schemeClr>
                </a:solidFill>
                <a:latin typeface="Arial" panose="020B0604020202020204" pitchFamily="34" charset="0"/>
                <a:cs typeface="Arial" panose="020B0604020202020204" pitchFamily="34" charset="0"/>
              </a:rPr>
              <a:t>Notes: *denotes estimates. </a:t>
            </a:r>
          </a:p>
        </p:txBody>
      </p:sp>
      <p:sp>
        <p:nvSpPr>
          <p:cNvPr id="6" name="Textfeld 79">
            <a:extLst>
              <a:ext uri="{FF2B5EF4-FFF2-40B4-BE49-F238E27FC236}">
                <a16:creationId xmlns:a16="http://schemas.microsoft.com/office/drawing/2014/main" id="{9904E604-E7B5-4273-BC21-6B8D3A00AE24}"/>
              </a:ext>
            </a:extLst>
          </p:cNvPr>
          <p:cNvSpPr txBox="1"/>
          <p:nvPr/>
        </p:nvSpPr>
        <p:spPr>
          <a:xfrm>
            <a:off x="844196" y="4941743"/>
            <a:ext cx="447777" cy="246221"/>
          </a:xfrm>
          <a:prstGeom prst="rect">
            <a:avLst/>
          </a:prstGeom>
          <a:noFill/>
        </p:spPr>
        <p:txBody>
          <a:bodyPr wrap="square" rtlCol="0">
            <a:spAutoFit/>
          </a:bodyPr>
          <a:lstStyle/>
          <a:p>
            <a:r>
              <a:rPr lang="de-DE" sz="1000" dirty="0">
                <a:solidFill>
                  <a:schemeClr val="tx1">
                    <a:lumMod val="95000"/>
                    <a:lumOff val="5000"/>
                  </a:schemeClr>
                </a:solidFill>
                <a:latin typeface="Arial" panose="020B0604020202020204" pitchFamily="34" charset="0"/>
              </a:rPr>
              <a:t>10</a:t>
            </a:r>
            <a:r>
              <a:rPr lang="de-DE" sz="1000" dirty="0">
                <a:solidFill>
                  <a:schemeClr val="tx1">
                    <a:lumMod val="95000"/>
                    <a:lumOff val="5000"/>
                    <a:alpha val="50000"/>
                  </a:schemeClr>
                </a:solidFill>
                <a:latin typeface="Arial" panose="020B0604020202020204" pitchFamily="34" charset="0"/>
              </a:rPr>
              <a:t> </a:t>
            </a:r>
          </a:p>
        </p:txBody>
      </p:sp>
      <p:sp>
        <p:nvSpPr>
          <p:cNvPr id="7" name="Textfeld 80">
            <a:extLst>
              <a:ext uri="{FF2B5EF4-FFF2-40B4-BE49-F238E27FC236}">
                <a16:creationId xmlns:a16="http://schemas.microsoft.com/office/drawing/2014/main" id="{399077A1-C93B-424B-8066-35C2EB4766A8}"/>
              </a:ext>
            </a:extLst>
          </p:cNvPr>
          <p:cNvSpPr txBox="1"/>
          <p:nvPr/>
        </p:nvSpPr>
        <p:spPr>
          <a:xfrm>
            <a:off x="844196" y="4432439"/>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30 </a:t>
            </a:r>
          </a:p>
        </p:txBody>
      </p:sp>
      <p:sp>
        <p:nvSpPr>
          <p:cNvPr id="8" name="Textfeld 81">
            <a:extLst>
              <a:ext uri="{FF2B5EF4-FFF2-40B4-BE49-F238E27FC236}">
                <a16:creationId xmlns:a16="http://schemas.microsoft.com/office/drawing/2014/main" id="{69B6F3B8-4BDF-4FC2-BA9E-9D4082F661D7}"/>
              </a:ext>
            </a:extLst>
          </p:cNvPr>
          <p:cNvSpPr txBox="1"/>
          <p:nvPr/>
        </p:nvSpPr>
        <p:spPr>
          <a:xfrm>
            <a:off x="844196" y="4686069"/>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20 </a:t>
            </a:r>
          </a:p>
        </p:txBody>
      </p:sp>
      <p:sp>
        <p:nvSpPr>
          <p:cNvPr id="9" name="Textfeld 82">
            <a:extLst>
              <a:ext uri="{FF2B5EF4-FFF2-40B4-BE49-F238E27FC236}">
                <a16:creationId xmlns:a16="http://schemas.microsoft.com/office/drawing/2014/main" id="{D487D74B-F82D-489D-8829-33D1B79C711E}"/>
              </a:ext>
            </a:extLst>
          </p:cNvPr>
          <p:cNvSpPr txBox="1"/>
          <p:nvPr/>
        </p:nvSpPr>
        <p:spPr>
          <a:xfrm>
            <a:off x="844196" y="4180502"/>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40 </a:t>
            </a:r>
          </a:p>
        </p:txBody>
      </p:sp>
      <p:sp>
        <p:nvSpPr>
          <p:cNvPr id="10" name="Textfeld 83">
            <a:extLst>
              <a:ext uri="{FF2B5EF4-FFF2-40B4-BE49-F238E27FC236}">
                <a16:creationId xmlns:a16="http://schemas.microsoft.com/office/drawing/2014/main" id="{D53851DA-7C9F-4C71-BBFD-54F23F5C898B}"/>
              </a:ext>
            </a:extLst>
          </p:cNvPr>
          <p:cNvSpPr txBox="1"/>
          <p:nvPr/>
        </p:nvSpPr>
        <p:spPr>
          <a:xfrm>
            <a:off x="844196" y="3950960"/>
            <a:ext cx="350756" cy="246221"/>
          </a:xfrm>
          <a:prstGeom prst="rect">
            <a:avLst/>
          </a:prstGeom>
          <a:noFill/>
        </p:spPr>
        <p:txBody>
          <a:bodyPr wrap="square" rtlCol="0">
            <a:spAutoFit/>
          </a:bodyPr>
          <a:lstStyle/>
          <a:p>
            <a:r>
              <a:rPr lang="de-DE" sz="1000" dirty="0">
                <a:latin typeface="Arial" panose="020B0604020202020204" pitchFamily="34" charset="0"/>
              </a:rPr>
              <a:t>50 </a:t>
            </a:r>
          </a:p>
        </p:txBody>
      </p:sp>
      <p:sp>
        <p:nvSpPr>
          <p:cNvPr id="12" name="Textfeld 84">
            <a:extLst>
              <a:ext uri="{FF2B5EF4-FFF2-40B4-BE49-F238E27FC236}">
                <a16:creationId xmlns:a16="http://schemas.microsoft.com/office/drawing/2014/main" id="{153D09E0-7116-40EB-82C7-F6C989AC0410}"/>
              </a:ext>
            </a:extLst>
          </p:cNvPr>
          <p:cNvSpPr txBox="1"/>
          <p:nvPr/>
        </p:nvSpPr>
        <p:spPr>
          <a:xfrm>
            <a:off x="844196" y="3736785"/>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60</a:t>
            </a:r>
          </a:p>
        </p:txBody>
      </p:sp>
      <p:sp>
        <p:nvSpPr>
          <p:cNvPr id="13" name="Textfeld 85">
            <a:extLst>
              <a:ext uri="{FF2B5EF4-FFF2-40B4-BE49-F238E27FC236}">
                <a16:creationId xmlns:a16="http://schemas.microsoft.com/office/drawing/2014/main" id="{9F329CE8-5F23-43FD-8661-F76B095AAA16}"/>
              </a:ext>
            </a:extLst>
          </p:cNvPr>
          <p:cNvSpPr txBox="1"/>
          <p:nvPr/>
        </p:nvSpPr>
        <p:spPr>
          <a:xfrm>
            <a:off x="844196" y="3507472"/>
            <a:ext cx="350756" cy="246221"/>
          </a:xfrm>
          <a:prstGeom prst="rect">
            <a:avLst/>
          </a:prstGeom>
          <a:noFill/>
        </p:spPr>
        <p:txBody>
          <a:bodyPr wrap="square" rtlCol="0">
            <a:spAutoFit/>
          </a:bodyPr>
          <a:lstStyle/>
          <a:p>
            <a:r>
              <a:rPr lang="de-DE" sz="1000" dirty="0">
                <a:solidFill>
                  <a:schemeClr val="tx1">
                    <a:lumMod val="95000"/>
                    <a:lumOff val="5000"/>
                  </a:schemeClr>
                </a:solidFill>
                <a:latin typeface="Arial" panose="020B0604020202020204" pitchFamily="34" charset="0"/>
              </a:rPr>
              <a:t>70</a:t>
            </a:r>
            <a:r>
              <a:rPr lang="de-DE" sz="1000" dirty="0">
                <a:solidFill>
                  <a:schemeClr val="tx1">
                    <a:lumMod val="75000"/>
                    <a:lumOff val="25000"/>
                  </a:schemeClr>
                </a:solidFill>
                <a:latin typeface="Arial" panose="020B0604020202020204" pitchFamily="34" charset="0"/>
              </a:rPr>
              <a:t> </a:t>
            </a:r>
          </a:p>
        </p:txBody>
      </p:sp>
      <p:sp>
        <p:nvSpPr>
          <p:cNvPr id="14" name="Textfeld 86">
            <a:extLst>
              <a:ext uri="{FF2B5EF4-FFF2-40B4-BE49-F238E27FC236}">
                <a16:creationId xmlns:a16="http://schemas.microsoft.com/office/drawing/2014/main" id="{09B973EB-C234-4446-BA85-8CBDD9398A02}"/>
              </a:ext>
            </a:extLst>
          </p:cNvPr>
          <p:cNvSpPr txBox="1"/>
          <p:nvPr/>
        </p:nvSpPr>
        <p:spPr>
          <a:xfrm>
            <a:off x="844196" y="3274784"/>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80 </a:t>
            </a:r>
          </a:p>
        </p:txBody>
      </p:sp>
      <p:sp>
        <p:nvSpPr>
          <p:cNvPr id="15" name="Textfeld 87">
            <a:extLst>
              <a:ext uri="{FF2B5EF4-FFF2-40B4-BE49-F238E27FC236}">
                <a16:creationId xmlns:a16="http://schemas.microsoft.com/office/drawing/2014/main" id="{69A211B6-F13B-4B0E-8E4F-E7F1C8BDE795}"/>
              </a:ext>
            </a:extLst>
          </p:cNvPr>
          <p:cNvSpPr txBox="1"/>
          <p:nvPr/>
        </p:nvSpPr>
        <p:spPr>
          <a:xfrm>
            <a:off x="844196" y="3055360"/>
            <a:ext cx="350756"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90 </a:t>
            </a:r>
          </a:p>
        </p:txBody>
      </p:sp>
      <p:sp>
        <p:nvSpPr>
          <p:cNvPr id="16" name="Textfeld 88">
            <a:extLst>
              <a:ext uri="{FF2B5EF4-FFF2-40B4-BE49-F238E27FC236}">
                <a16:creationId xmlns:a16="http://schemas.microsoft.com/office/drawing/2014/main" id="{5BF54CD5-D1F3-4C50-AF1E-B7E25FE837A8}"/>
              </a:ext>
            </a:extLst>
          </p:cNvPr>
          <p:cNvSpPr txBox="1"/>
          <p:nvPr/>
        </p:nvSpPr>
        <p:spPr>
          <a:xfrm>
            <a:off x="844196" y="2836613"/>
            <a:ext cx="447777" cy="246221"/>
          </a:xfrm>
          <a:prstGeom prst="rect">
            <a:avLst/>
          </a:prstGeom>
          <a:noFill/>
        </p:spPr>
        <p:txBody>
          <a:bodyPr wrap="square" rtlCol="0">
            <a:spAutoFit/>
          </a:bodyPr>
          <a:lstStyle/>
          <a:p>
            <a:r>
              <a:rPr lang="de-DE" sz="1000" dirty="0">
                <a:solidFill>
                  <a:schemeClr val="tx1">
                    <a:lumMod val="75000"/>
                    <a:lumOff val="25000"/>
                  </a:schemeClr>
                </a:solidFill>
                <a:latin typeface="Arial" panose="020B0604020202020204" pitchFamily="34" charset="0"/>
              </a:rPr>
              <a:t>100</a:t>
            </a:r>
          </a:p>
        </p:txBody>
      </p:sp>
      <p:grpSp>
        <p:nvGrpSpPr>
          <p:cNvPr id="17" name="Gruppieren 1">
            <a:extLst>
              <a:ext uri="{FF2B5EF4-FFF2-40B4-BE49-F238E27FC236}">
                <a16:creationId xmlns:a16="http://schemas.microsoft.com/office/drawing/2014/main" id="{077650E6-18C5-4EA9-A602-30944D5A7683}"/>
              </a:ext>
            </a:extLst>
          </p:cNvPr>
          <p:cNvGrpSpPr/>
          <p:nvPr/>
        </p:nvGrpSpPr>
        <p:grpSpPr>
          <a:xfrm>
            <a:off x="1570510" y="1955029"/>
            <a:ext cx="1010377" cy="3536087"/>
            <a:chOff x="6329438" y="3320648"/>
            <a:chExt cx="2020754" cy="7072174"/>
          </a:xfrm>
          <a:effectLst/>
        </p:grpSpPr>
        <p:cxnSp>
          <p:nvCxnSpPr>
            <p:cNvPr id="18" name="Gerader Verbinder 38">
              <a:extLst>
                <a:ext uri="{FF2B5EF4-FFF2-40B4-BE49-F238E27FC236}">
                  <a16:creationId xmlns:a16="http://schemas.microsoft.com/office/drawing/2014/main" id="{1BE71CDD-D977-4102-B55F-372F3DA4A150}"/>
                </a:ext>
              </a:extLst>
            </p:cNvPr>
            <p:cNvCxnSpPr/>
            <p:nvPr/>
          </p:nvCxnSpPr>
          <p:spPr>
            <a:xfrm flipV="1">
              <a:off x="7654362" y="4762578"/>
              <a:ext cx="0" cy="3430390"/>
            </a:xfrm>
            <a:prstGeom prst="line">
              <a:avLst/>
            </a:prstGeom>
            <a:ln>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19" name="Textfeld 78">
              <a:extLst>
                <a:ext uri="{FF2B5EF4-FFF2-40B4-BE49-F238E27FC236}">
                  <a16:creationId xmlns:a16="http://schemas.microsoft.com/office/drawing/2014/main" id="{72812659-88F6-4A48-9907-77139D0B03DC}"/>
                </a:ext>
              </a:extLst>
            </p:cNvPr>
            <p:cNvSpPr txBox="1"/>
            <p:nvPr/>
          </p:nvSpPr>
          <p:spPr>
            <a:xfrm>
              <a:off x="6329438" y="9900380"/>
              <a:ext cx="2020754" cy="492442"/>
            </a:xfrm>
            <a:prstGeom prst="rect">
              <a:avLst/>
            </a:prstGeom>
            <a:noFill/>
          </p:spPr>
          <p:txBody>
            <a:bodyPr wrap="square" rtlCol="0">
              <a:spAutoFit/>
            </a:bodyPr>
            <a:lstStyle/>
            <a:p>
              <a:pPr algn="ctr"/>
              <a:r>
                <a:rPr lang="de-DE" sz="1000" dirty="0">
                  <a:latin typeface="Arial" panose="020B0604020202020204" pitchFamily="34" charset="0"/>
                </a:rPr>
                <a:t>2012</a:t>
              </a:r>
            </a:p>
          </p:txBody>
        </p:sp>
        <p:sp>
          <p:nvSpPr>
            <p:cNvPr id="20" name="Rechteck 93">
              <a:extLst>
                <a:ext uri="{FF2B5EF4-FFF2-40B4-BE49-F238E27FC236}">
                  <a16:creationId xmlns:a16="http://schemas.microsoft.com/office/drawing/2014/main" id="{1D6B7D5E-7E76-4D61-A7BF-97E6DB42A08F}"/>
                </a:ext>
              </a:extLst>
            </p:cNvPr>
            <p:cNvSpPr/>
            <p:nvPr/>
          </p:nvSpPr>
          <p:spPr>
            <a:xfrm rot="10800000">
              <a:off x="6811338" y="6776930"/>
              <a:ext cx="311438" cy="291600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21" name="Rechteck 94">
              <a:extLst>
                <a:ext uri="{FF2B5EF4-FFF2-40B4-BE49-F238E27FC236}">
                  <a16:creationId xmlns:a16="http://schemas.microsoft.com/office/drawing/2014/main" id="{7763D8F2-AE2B-4F17-8896-CB344EC8D653}"/>
                </a:ext>
              </a:extLst>
            </p:cNvPr>
            <p:cNvSpPr/>
            <p:nvPr/>
          </p:nvSpPr>
          <p:spPr>
            <a:xfrm rot="10800000">
              <a:off x="7152540" y="6439392"/>
              <a:ext cx="311438" cy="325354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22" name="Rechteck 95">
              <a:extLst>
                <a:ext uri="{FF2B5EF4-FFF2-40B4-BE49-F238E27FC236}">
                  <a16:creationId xmlns:a16="http://schemas.microsoft.com/office/drawing/2014/main" id="{D8023F13-2CA7-4B47-B670-220D9C172893}"/>
                </a:ext>
              </a:extLst>
            </p:cNvPr>
            <p:cNvSpPr/>
            <p:nvPr/>
          </p:nvSpPr>
          <p:spPr>
            <a:xfrm rot="10800000">
              <a:off x="7493743" y="6735164"/>
              <a:ext cx="311438" cy="295776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23" name="Textfeld 108">
              <a:extLst>
                <a:ext uri="{FF2B5EF4-FFF2-40B4-BE49-F238E27FC236}">
                  <a16:creationId xmlns:a16="http://schemas.microsoft.com/office/drawing/2014/main" id="{E2F48EEB-B6A8-477C-948F-1F038FF356BD}"/>
                </a:ext>
              </a:extLst>
            </p:cNvPr>
            <p:cNvSpPr txBox="1"/>
            <p:nvPr/>
          </p:nvSpPr>
          <p:spPr>
            <a:xfrm rot="16200000">
              <a:off x="7026998" y="3701792"/>
              <a:ext cx="1254730" cy="492442"/>
            </a:xfrm>
            <a:prstGeom prst="rect">
              <a:avLst/>
            </a:prstGeom>
            <a:noFill/>
          </p:spPr>
          <p:txBody>
            <a:bodyPr wrap="square" rtlCol="0">
              <a:spAutoFit/>
            </a:bodyPr>
            <a:lstStyle/>
            <a:p>
              <a:pPr algn="ctr"/>
              <a:r>
                <a:rPr lang="de-DE" sz="1000" dirty="0">
                  <a:latin typeface="Arial" panose="020B0604020202020204" pitchFamily="34" charset="0"/>
                </a:rPr>
                <a:t>57 %</a:t>
              </a:r>
            </a:p>
          </p:txBody>
        </p:sp>
      </p:grpSp>
      <p:grpSp>
        <p:nvGrpSpPr>
          <p:cNvPr id="24" name="Gruppieren 2">
            <a:extLst>
              <a:ext uri="{FF2B5EF4-FFF2-40B4-BE49-F238E27FC236}">
                <a16:creationId xmlns:a16="http://schemas.microsoft.com/office/drawing/2014/main" id="{B09FAD6F-0A7A-4A41-BF6B-C65CFF2DC656}"/>
              </a:ext>
            </a:extLst>
          </p:cNvPr>
          <p:cNvGrpSpPr/>
          <p:nvPr/>
        </p:nvGrpSpPr>
        <p:grpSpPr>
          <a:xfrm>
            <a:off x="2824782" y="1955029"/>
            <a:ext cx="1010377" cy="3538545"/>
            <a:chOff x="8837983" y="3320648"/>
            <a:chExt cx="2020754" cy="7077090"/>
          </a:xfrm>
        </p:grpSpPr>
        <p:cxnSp>
          <p:nvCxnSpPr>
            <p:cNvPr id="25" name="Gerader Verbinder 39">
              <a:extLst>
                <a:ext uri="{FF2B5EF4-FFF2-40B4-BE49-F238E27FC236}">
                  <a16:creationId xmlns:a16="http://schemas.microsoft.com/office/drawing/2014/main" id="{85212A36-0AEF-49E2-B559-5DCA23799A0D}"/>
                </a:ext>
              </a:extLst>
            </p:cNvPr>
            <p:cNvCxnSpPr/>
            <p:nvPr/>
          </p:nvCxnSpPr>
          <p:spPr>
            <a:xfrm flipV="1">
              <a:off x="10150427" y="4762578"/>
              <a:ext cx="0" cy="3430390"/>
            </a:xfrm>
            <a:prstGeom prst="line">
              <a:avLst/>
            </a:prstGeom>
            <a:ln>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26" name="Textfeld 89">
              <a:extLst>
                <a:ext uri="{FF2B5EF4-FFF2-40B4-BE49-F238E27FC236}">
                  <a16:creationId xmlns:a16="http://schemas.microsoft.com/office/drawing/2014/main" id="{6AD2E4B3-6C02-44F0-86A7-C5A881D8275C}"/>
                </a:ext>
              </a:extLst>
            </p:cNvPr>
            <p:cNvSpPr txBox="1"/>
            <p:nvPr/>
          </p:nvSpPr>
          <p:spPr>
            <a:xfrm>
              <a:off x="8837983" y="9905296"/>
              <a:ext cx="2020754" cy="492442"/>
            </a:xfrm>
            <a:prstGeom prst="rect">
              <a:avLst/>
            </a:prstGeom>
            <a:noFill/>
          </p:spPr>
          <p:txBody>
            <a:bodyPr wrap="square" rtlCol="0">
              <a:spAutoFit/>
            </a:bodyPr>
            <a:lstStyle/>
            <a:p>
              <a:pPr algn="ctr"/>
              <a:r>
                <a:rPr lang="de-DE" sz="1000" dirty="0">
                  <a:latin typeface="Arial" panose="020B0604020202020204" pitchFamily="34" charset="0"/>
                </a:rPr>
                <a:t>2013</a:t>
              </a:r>
            </a:p>
          </p:txBody>
        </p:sp>
        <p:sp>
          <p:nvSpPr>
            <p:cNvPr id="27" name="Rechteck 96">
              <a:extLst>
                <a:ext uri="{FF2B5EF4-FFF2-40B4-BE49-F238E27FC236}">
                  <a16:creationId xmlns:a16="http://schemas.microsoft.com/office/drawing/2014/main" id="{47AF4924-FFC2-497F-A7BC-6F821AEEF449}"/>
                </a:ext>
              </a:extLst>
            </p:cNvPr>
            <p:cNvSpPr/>
            <p:nvPr/>
          </p:nvSpPr>
          <p:spPr>
            <a:xfrm rot="10800000">
              <a:off x="9320807" y="6735164"/>
              <a:ext cx="311438" cy="2957766"/>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29" name="Rechteck 97">
              <a:extLst>
                <a:ext uri="{FF2B5EF4-FFF2-40B4-BE49-F238E27FC236}">
                  <a16:creationId xmlns:a16="http://schemas.microsoft.com/office/drawing/2014/main" id="{FD2EFAE0-5E6C-4E26-85D7-3B3AD921B217}"/>
                </a:ext>
              </a:extLst>
            </p:cNvPr>
            <p:cNvSpPr/>
            <p:nvPr/>
          </p:nvSpPr>
          <p:spPr>
            <a:xfrm rot="10800000">
              <a:off x="9662009" y="6439392"/>
              <a:ext cx="311438" cy="325354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30" name="Rechteck 98">
              <a:extLst>
                <a:ext uri="{FF2B5EF4-FFF2-40B4-BE49-F238E27FC236}">
                  <a16:creationId xmlns:a16="http://schemas.microsoft.com/office/drawing/2014/main" id="{B35CADA9-2C8B-4CAA-939B-D360EEC81487}"/>
                </a:ext>
              </a:extLst>
            </p:cNvPr>
            <p:cNvSpPr/>
            <p:nvPr/>
          </p:nvSpPr>
          <p:spPr>
            <a:xfrm rot="10800000">
              <a:off x="10003212" y="5362467"/>
              <a:ext cx="311438" cy="4330467"/>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31" name="Textfeld 109">
              <a:extLst>
                <a:ext uri="{FF2B5EF4-FFF2-40B4-BE49-F238E27FC236}">
                  <a16:creationId xmlns:a16="http://schemas.microsoft.com/office/drawing/2014/main" id="{E1329DEC-6BBD-48ED-91FA-65A4801010FD}"/>
                </a:ext>
              </a:extLst>
            </p:cNvPr>
            <p:cNvSpPr txBox="1"/>
            <p:nvPr/>
          </p:nvSpPr>
          <p:spPr>
            <a:xfrm rot="16200000">
              <a:off x="9523063" y="3701792"/>
              <a:ext cx="1254730" cy="492442"/>
            </a:xfrm>
            <a:prstGeom prst="rect">
              <a:avLst/>
            </a:prstGeom>
            <a:noFill/>
          </p:spPr>
          <p:txBody>
            <a:bodyPr wrap="square" rtlCol="0">
              <a:spAutoFit/>
            </a:bodyPr>
            <a:lstStyle/>
            <a:p>
              <a:pPr algn="ctr"/>
              <a:r>
                <a:rPr lang="de-DE" sz="1000" dirty="0">
                  <a:latin typeface="Arial" panose="020B0604020202020204" pitchFamily="34" charset="0"/>
                </a:rPr>
                <a:t>87 %</a:t>
              </a:r>
            </a:p>
          </p:txBody>
        </p:sp>
      </p:grpSp>
      <p:grpSp>
        <p:nvGrpSpPr>
          <p:cNvPr id="32" name="Gruppieren 3">
            <a:extLst>
              <a:ext uri="{FF2B5EF4-FFF2-40B4-BE49-F238E27FC236}">
                <a16:creationId xmlns:a16="http://schemas.microsoft.com/office/drawing/2014/main" id="{5D9142A1-4815-42D0-B3D1-3EAD2B7A6F93}"/>
              </a:ext>
            </a:extLst>
          </p:cNvPr>
          <p:cNvGrpSpPr/>
          <p:nvPr/>
        </p:nvGrpSpPr>
        <p:grpSpPr>
          <a:xfrm>
            <a:off x="4149936" y="1955027"/>
            <a:ext cx="1010377" cy="3535442"/>
            <a:chOff x="11488290" y="3320648"/>
            <a:chExt cx="2020754" cy="7070883"/>
          </a:xfrm>
        </p:grpSpPr>
        <p:cxnSp>
          <p:nvCxnSpPr>
            <p:cNvPr id="33" name="Gerader Verbinder 40">
              <a:extLst>
                <a:ext uri="{FF2B5EF4-FFF2-40B4-BE49-F238E27FC236}">
                  <a16:creationId xmlns:a16="http://schemas.microsoft.com/office/drawing/2014/main" id="{D231E151-81CE-4449-8DDA-8676EC041587}"/>
                </a:ext>
              </a:extLst>
            </p:cNvPr>
            <p:cNvCxnSpPr/>
            <p:nvPr/>
          </p:nvCxnSpPr>
          <p:spPr>
            <a:xfrm flipV="1">
              <a:off x="12823462" y="4762578"/>
              <a:ext cx="0" cy="3430390"/>
            </a:xfrm>
            <a:prstGeom prst="line">
              <a:avLst/>
            </a:prstGeom>
            <a:ln>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34" name="Textfeld 90">
              <a:extLst>
                <a:ext uri="{FF2B5EF4-FFF2-40B4-BE49-F238E27FC236}">
                  <a16:creationId xmlns:a16="http://schemas.microsoft.com/office/drawing/2014/main" id="{49633D09-6AB3-4FDB-A10D-ACE2A2AA9E9A}"/>
                </a:ext>
              </a:extLst>
            </p:cNvPr>
            <p:cNvSpPr txBox="1"/>
            <p:nvPr/>
          </p:nvSpPr>
          <p:spPr>
            <a:xfrm>
              <a:off x="11488290" y="9899089"/>
              <a:ext cx="2020754" cy="492442"/>
            </a:xfrm>
            <a:prstGeom prst="rect">
              <a:avLst/>
            </a:prstGeom>
            <a:noFill/>
          </p:spPr>
          <p:txBody>
            <a:bodyPr wrap="square" rtlCol="0">
              <a:spAutoFit/>
            </a:bodyPr>
            <a:lstStyle/>
            <a:p>
              <a:pPr algn="ctr"/>
              <a:r>
                <a:rPr lang="de-DE" sz="1000" dirty="0">
                  <a:latin typeface="Arial" panose="020B0604020202020204" pitchFamily="34" charset="0"/>
                </a:rPr>
                <a:t>2014</a:t>
              </a:r>
            </a:p>
          </p:txBody>
        </p:sp>
        <p:sp>
          <p:nvSpPr>
            <p:cNvPr id="35" name="Rechteck 99">
              <a:extLst>
                <a:ext uri="{FF2B5EF4-FFF2-40B4-BE49-F238E27FC236}">
                  <a16:creationId xmlns:a16="http://schemas.microsoft.com/office/drawing/2014/main" id="{41A50788-E648-4192-829A-7B5D55A05F65}"/>
                </a:ext>
              </a:extLst>
            </p:cNvPr>
            <p:cNvSpPr/>
            <p:nvPr/>
          </p:nvSpPr>
          <p:spPr>
            <a:xfrm rot="10800000">
              <a:off x="11984408" y="5756148"/>
              <a:ext cx="311438" cy="3936787"/>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36" name="Rechteck 100">
              <a:extLst>
                <a:ext uri="{FF2B5EF4-FFF2-40B4-BE49-F238E27FC236}">
                  <a16:creationId xmlns:a16="http://schemas.microsoft.com/office/drawing/2014/main" id="{DE51ABD6-3E96-46AD-BF0F-50F285BF7AB3}"/>
                </a:ext>
              </a:extLst>
            </p:cNvPr>
            <p:cNvSpPr/>
            <p:nvPr/>
          </p:nvSpPr>
          <p:spPr>
            <a:xfrm rot="10800000">
              <a:off x="12335134" y="6439392"/>
              <a:ext cx="311438" cy="325354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37" name="Rechteck 101">
              <a:extLst>
                <a:ext uri="{FF2B5EF4-FFF2-40B4-BE49-F238E27FC236}">
                  <a16:creationId xmlns:a16="http://schemas.microsoft.com/office/drawing/2014/main" id="{FBED6C8A-897C-4BCA-B9BA-1C05AEEB1375}"/>
                </a:ext>
              </a:extLst>
            </p:cNvPr>
            <p:cNvSpPr/>
            <p:nvPr/>
          </p:nvSpPr>
          <p:spPr>
            <a:xfrm rot="10800000">
              <a:off x="12685864" y="6735164"/>
              <a:ext cx="311438" cy="295776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38" name="Textfeld 110">
              <a:extLst>
                <a:ext uri="{FF2B5EF4-FFF2-40B4-BE49-F238E27FC236}">
                  <a16:creationId xmlns:a16="http://schemas.microsoft.com/office/drawing/2014/main" id="{4966C5B6-ED9F-468E-8FCD-FBB781FC9780}"/>
                </a:ext>
              </a:extLst>
            </p:cNvPr>
            <p:cNvSpPr txBox="1"/>
            <p:nvPr/>
          </p:nvSpPr>
          <p:spPr>
            <a:xfrm rot="16200000">
              <a:off x="12196096" y="3701792"/>
              <a:ext cx="1254730" cy="492442"/>
            </a:xfrm>
            <a:prstGeom prst="rect">
              <a:avLst/>
            </a:prstGeom>
            <a:noFill/>
          </p:spPr>
          <p:txBody>
            <a:bodyPr wrap="square" rtlCol="0">
              <a:spAutoFit/>
            </a:bodyPr>
            <a:lstStyle/>
            <a:p>
              <a:pPr algn="ctr"/>
              <a:r>
                <a:rPr lang="de-DE" sz="1000" dirty="0">
                  <a:latin typeface="Arial" panose="020B0604020202020204" pitchFamily="34" charset="0"/>
                </a:rPr>
                <a:t>56 %</a:t>
              </a:r>
            </a:p>
          </p:txBody>
        </p:sp>
      </p:grpSp>
      <p:grpSp>
        <p:nvGrpSpPr>
          <p:cNvPr id="39" name="Gruppieren 4">
            <a:extLst>
              <a:ext uri="{FF2B5EF4-FFF2-40B4-BE49-F238E27FC236}">
                <a16:creationId xmlns:a16="http://schemas.microsoft.com/office/drawing/2014/main" id="{B2448C4D-4B3F-455B-8212-B59E83F4D385}"/>
              </a:ext>
            </a:extLst>
          </p:cNvPr>
          <p:cNvGrpSpPr/>
          <p:nvPr/>
        </p:nvGrpSpPr>
        <p:grpSpPr>
          <a:xfrm>
            <a:off x="5475089" y="1955027"/>
            <a:ext cx="1010377" cy="3535442"/>
            <a:chOff x="14138596" y="3320648"/>
            <a:chExt cx="2020754" cy="7070883"/>
          </a:xfrm>
        </p:grpSpPr>
        <p:cxnSp>
          <p:nvCxnSpPr>
            <p:cNvPr id="40" name="Gerader Verbinder 41">
              <a:extLst>
                <a:ext uri="{FF2B5EF4-FFF2-40B4-BE49-F238E27FC236}">
                  <a16:creationId xmlns:a16="http://schemas.microsoft.com/office/drawing/2014/main" id="{F91E4B60-E47F-4317-893E-8B14A3569B27}"/>
                </a:ext>
              </a:extLst>
            </p:cNvPr>
            <p:cNvCxnSpPr/>
            <p:nvPr/>
          </p:nvCxnSpPr>
          <p:spPr>
            <a:xfrm flipV="1">
              <a:off x="15496499" y="4762578"/>
              <a:ext cx="0" cy="3430390"/>
            </a:xfrm>
            <a:prstGeom prst="line">
              <a:avLst/>
            </a:prstGeom>
            <a:ln>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41" name="Textfeld 91">
              <a:extLst>
                <a:ext uri="{FF2B5EF4-FFF2-40B4-BE49-F238E27FC236}">
                  <a16:creationId xmlns:a16="http://schemas.microsoft.com/office/drawing/2014/main" id="{D8118519-C4A6-4569-9BD7-C855DF4E00A6}"/>
                </a:ext>
              </a:extLst>
            </p:cNvPr>
            <p:cNvSpPr txBox="1"/>
            <p:nvPr/>
          </p:nvSpPr>
          <p:spPr>
            <a:xfrm>
              <a:off x="14138596" y="9899089"/>
              <a:ext cx="2020754" cy="492442"/>
            </a:xfrm>
            <a:prstGeom prst="rect">
              <a:avLst/>
            </a:prstGeom>
            <a:noFill/>
          </p:spPr>
          <p:txBody>
            <a:bodyPr wrap="square" rtlCol="0">
              <a:spAutoFit/>
            </a:bodyPr>
            <a:lstStyle/>
            <a:p>
              <a:pPr algn="ctr"/>
              <a:r>
                <a:rPr lang="de-DE" sz="1000" dirty="0">
                  <a:latin typeface="Arial" panose="020B0604020202020204" pitchFamily="34" charset="0"/>
                </a:rPr>
                <a:t>2015</a:t>
              </a:r>
            </a:p>
          </p:txBody>
        </p:sp>
        <p:sp>
          <p:nvSpPr>
            <p:cNvPr id="42" name="Rechteck 102">
              <a:extLst>
                <a:ext uri="{FF2B5EF4-FFF2-40B4-BE49-F238E27FC236}">
                  <a16:creationId xmlns:a16="http://schemas.microsoft.com/office/drawing/2014/main" id="{88E6A760-1176-43E1-8503-D9DFDA356D8A}"/>
                </a:ext>
              </a:extLst>
            </p:cNvPr>
            <p:cNvSpPr/>
            <p:nvPr/>
          </p:nvSpPr>
          <p:spPr>
            <a:xfrm rot="10800000">
              <a:off x="14659275" y="6114037"/>
              <a:ext cx="311438" cy="3578897"/>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43" name="Rechteck 103">
              <a:extLst>
                <a:ext uri="{FF2B5EF4-FFF2-40B4-BE49-F238E27FC236}">
                  <a16:creationId xmlns:a16="http://schemas.microsoft.com/office/drawing/2014/main" id="{9FCF38BF-4672-4913-A313-1106ED34580F}"/>
                </a:ext>
              </a:extLst>
            </p:cNvPr>
            <p:cNvSpPr/>
            <p:nvPr/>
          </p:nvSpPr>
          <p:spPr>
            <a:xfrm rot="10800000">
              <a:off x="15005241" y="6439392"/>
              <a:ext cx="311438" cy="325354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44" name="Rechteck 104">
              <a:extLst>
                <a:ext uri="{FF2B5EF4-FFF2-40B4-BE49-F238E27FC236}">
                  <a16:creationId xmlns:a16="http://schemas.microsoft.com/office/drawing/2014/main" id="{BCF33973-9EC0-4456-8A52-5956951B5FD3}"/>
                </a:ext>
              </a:extLst>
            </p:cNvPr>
            <p:cNvSpPr/>
            <p:nvPr/>
          </p:nvSpPr>
          <p:spPr>
            <a:xfrm rot="10800000">
              <a:off x="15351207" y="6114037"/>
              <a:ext cx="311438" cy="3578897"/>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45" name="Textfeld 111">
              <a:extLst>
                <a:ext uri="{FF2B5EF4-FFF2-40B4-BE49-F238E27FC236}">
                  <a16:creationId xmlns:a16="http://schemas.microsoft.com/office/drawing/2014/main" id="{88191BF2-3D77-447E-AFE3-A0EE398EB90E}"/>
                </a:ext>
              </a:extLst>
            </p:cNvPr>
            <p:cNvSpPr txBox="1"/>
            <p:nvPr/>
          </p:nvSpPr>
          <p:spPr>
            <a:xfrm rot="16200000">
              <a:off x="14869134" y="3701792"/>
              <a:ext cx="1254730" cy="492442"/>
            </a:xfrm>
            <a:prstGeom prst="rect">
              <a:avLst/>
            </a:prstGeom>
            <a:noFill/>
          </p:spPr>
          <p:txBody>
            <a:bodyPr wrap="square" rtlCol="0">
              <a:spAutoFit/>
            </a:bodyPr>
            <a:lstStyle/>
            <a:p>
              <a:pPr algn="ctr"/>
              <a:r>
                <a:rPr lang="de-DE" sz="1000" dirty="0">
                  <a:latin typeface="Arial" panose="020B0604020202020204" pitchFamily="34" charset="0"/>
                </a:rPr>
                <a:t>67 %</a:t>
              </a:r>
            </a:p>
          </p:txBody>
        </p:sp>
      </p:grpSp>
      <p:grpSp>
        <p:nvGrpSpPr>
          <p:cNvPr id="46" name="Gruppieren 5">
            <a:extLst>
              <a:ext uri="{FF2B5EF4-FFF2-40B4-BE49-F238E27FC236}">
                <a16:creationId xmlns:a16="http://schemas.microsoft.com/office/drawing/2014/main" id="{DDBDC8BD-5AC2-446B-81FE-6337211E2AC9}"/>
              </a:ext>
            </a:extLst>
          </p:cNvPr>
          <p:cNvGrpSpPr/>
          <p:nvPr/>
        </p:nvGrpSpPr>
        <p:grpSpPr>
          <a:xfrm>
            <a:off x="6800241" y="1955027"/>
            <a:ext cx="1010377" cy="3523519"/>
            <a:chOff x="16788901" y="3320648"/>
            <a:chExt cx="2020754" cy="7047037"/>
          </a:xfrm>
        </p:grpSpPr>
        <p:cxnSp>
          <p:nvCxnSpPr>
            <p:cNvPr id="47" name="Gerader Verbinder 42">
              <a:extLst>
                <a:ext uri="{FF2B5EF4-FFF2-40B4-BE49-F238E27FC236}">
                  <a16:creationId xmlns:a16="http://schemas.microsoft.com/office/drawing/2014/main" id="{AED89D4E-CECF-4EE9-AAD7-AAC41D49DD0F}"/>
                </a:ext>
              </a:extLst>
            </p:cNvPr>
            <p:cNvCxnSpPr/>
            <p:nvPr/>
          </p:nvCxnSpPr>
          <p:spPr>
            <a:xfrm flipV="1">
              <a:off x="18118025" y="4762578"/>
              <a:ext cx="0" cy="3430390"/>
            </a:xfrm>
            <a:prstGeom prst="line">
              <a:avLst/>
            </a:prstGeom>
            <a:ln>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48" name="Textfeld 92">
              <a:extLst>
                <a:ext uri="{FF2B5EF4-FFF2-40B4-BE49-F238E27FC236}">
                  <a16:creationId xmlns:a16="http://schemas.microsoft.com/office/drawing/2014/main" id="{9156D3B9-2E1B-4F41-857C-084D4BD4B52A}"/>
                </a:ext>
              </a:extLst>
            </p:cNvPr>
            <p:cNvSpPr txBox="1"/>
            <p:nvPr/>
          </p:nvSpPr>
          <p:spPr>
            <a:xfrm>
              <a:off x="16788901" y="9875243"/>
              <a:ext cx="2020754" cy="492442"/>
            </a:xfrm>
            <a:prstGeom prst="rect">
              <a:avLst/>
            </a:prstGeom>
            <a:noFill/>
          </p:spPr>
          <p:txBody>
            <a:bodyPr wrap="square" rtlCol="0">
              <a:spAutoFit/>
            </a:bodyPr>
            <a:lstStyle/>
            <a:p>
              <a:pPr algn="ctr"/>
              <a:r>
                <a:rPr lang="de-DE" sz="1000" dirty="0">
                  <a:latin typeface="Arial" panose="020B0604020202020204" pitchFamily="34" charset="0"/>
                </a:rPr>
                <a:t>2016</a:t>
              </a:r>
            </a:p>
          </p:txBody>
        </p:sp>
        <p:sp>
          <p:nvSpPr>
            <p:cNvPr id="49" name="Rechteck 105">
              <a:extLst>
                <a:ext uri="{FF2B5EF4-FFF2-40B4-BE49-F238E27FC236}">
                  <a16:creationId xmlns:a16="http://schemas.microsoft.com/office/drawing/2014/main" id="{EA0444C9-A07D-4069-816D-1866AE2C4539}"/>
                </a:ext>
              </a:extLst>
            </p:cNvPr>
            <p:cNvSpPr/>
            <p:nvPr/>
          </p:nvSpPr>
          <p:spPr>
            <a:xfrm rot="10800000">
              <a:off x="17294966" y="6439390"/>
              <a:ext cx="311438" cy="3253543"/>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0" name="Rechteck 106">
              <a:extLst>
                <a:ext uri="{FF2B5EF4-FFF2-40B4-BE49-F238E27FC236}">
                  <a16:creationId xmlns:a16="http://schemas.microsoft.com/office/drawing/2014/main" id="{275BBA5E-E4AD-479A-9FAD-3B2A507040E9}"/>
                </a:ext>
              </a:extLst>
            </p:cNvPr>
            <p:cNvSpPr/>
            <p:nvPr/>
          </p:nvSpPr>
          <p:spPr>
            <a:xfrm rot="10800000">
              <a:off x="17640933" y="5756147"/>
              <a:ext cx="311438" cy="3936787"/>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1" name="Rechteck 107">
              <a:extLst>
                <a:ext uri="{FF2B5EF4-FFF2-40B4-BE49-F238E27FC236}">
                  <a16:creationId xmlns:a16="http://schemas.microsoft.com/office/drawing/2014/main" id="{0587C568-01BD-404C-B493-00D1024225D8}"/>
                </a:ext>
              </a:extLst>
            </p:cNvPr>
            <p:cNvSpPr/>
            <p:nvPr/>
          </p:nvSpPr>
          <p:spPr>
            <a:xfrm rot="10800000">
              <a:off x="17986899" y="5362466"/>
              <a:ext cx="311438" cy="4330467"/>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2" name="Textfeld 112">
              <a:extLst>
                <a:ext uri="{FF2B5EF4-FFF2-40B4-BE49-F238E27FC236}">
                  <a16:creationId xmlns:a16="http://schemas.microsoft.com/office/drawing/2014/main" id="{06D88FE7-EE76-4559-837F-108E3CCADF68}"/>
                </a:ext>
              </a:extLst>
            </p:cNvPr>
            <p:cNvSpPr txBox="1"/>
            <p:nvPr/>
          </p:nvSpPr>
          <p:spPr>
            <a:xfrm rot="16200000">
              <a:off x="17490659" y="3701792"/>
              <a:ext cx="1254730" cy="492442"/>
            </a:xfrm>
            <a:prstGeom prst="rect">
              <a:avLst/>
            </a:prstGeom>
            <a:noFill/>
          </p:spPr>
          <p:txBody>
            <a:bodyPr wrap="square" rtlCol="0">
              <a:spAutoFit/>
            </a:bodyPr>
            <a:lstStyle/>
            <a:p>
              <a:pPr algn="ctr"/>
              <a:r>
                <a:rPr lang="de-DE" sz="1000" dirty="0">
                  <a:latin typeface="Arial" panose="020B0604020202020204" pitchFamily="34" charset="0"/>
                </a:rPr>
                <a:t>89 %</a:t>
              </a:r>
            </a:p>
          </p:txBody>
        </p:sp>
      </p:grpSp>
      <p:grpSp>
        <p:nvGrpSpPr>
          <p:cNvPr id="53" name="Gruppieren 6">
            <a:extLst>
              <a:ext uri="{FF2B5EF4-FFF2-40B4-BE49-F238E27FC236}">
                <a16:creationId xmlns:a16="http://schemas.microsoft.com/office/drawing/2014/main" id="{5F755B91-0A34-4AA2-8B24-C656C95CED86}"/>
              </a:ext>
            </a:extLst>
          </p:cNvPr>
          <p:cNvGrpSpPr/>
          <p:nvPr/>
        </p:nvGrpSpPr>
        <p:grpSpPr>
          <a:xfrm>
            <a:off x="9143990" y="3129169"/>
            <a:ext cx="1790696" cy="1117278"/>
            <a:chOff x="19838380" y="6059465"/>
            <a:chExt cx="3581392" cy="2234556"/>
          </a:xfrm>
        </p:grpSpPr>
        <p:sp>
          <p:nvSpPr>
            <p:cNvPr id="54" name="Textfeld 77">
              <a:extLst>
                <a:ext uri="{FF2B5EF4-FFF2-40B4-BE49-F238E27FC236}">
                  <a16:creationId xmlns:a16="http://schemas.microsoft.com/office/drawing/2014/main" id="{1D795DF9-5780-4661-A9AF-33C257C246BF}"/>
                </a:ext>
              </a:extLst>
            </p:cNvPr>
            <p:cNvSpPr txBox="1">
              <a:spLocks noChangeAspect="1"/>
            </p:cNvSpPr>
            <p:nvPr/>
          </p:nvSpPr>
          <p:spPr>
            <a:xfrm>
              <a:off x="19838412" y="6059465"/>
              <a:ext cx="431568" cy="492442"/>
            </a:xfrm>
            <a:prstGeom prst="rect">
              <a:avLst/>
            </a:prstGeom>
            <a:solidFill>
              <a:schemeClr val="accent3"/>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55" name="Textfeld 78">
              <a:extLst>
                <a:ext uri="{FF2B5EF4-FFF2-40B4-BE49-F238E27FC236}">
                  <a16:creationId xmlns:a16="http://schemas.microsoft.com/office/drawing/2014/main" id="{436C24DA-3342-4DB0-94E7-FE21D64107D6}"/>
                </a:ext>
              </a:extLst>
            </p:cNvPr>
            <p:cNvSpPr txBox="1"/>
            <p:nvPr/>
          </p:nvSpPr>
          <p:spPr>
            <a:xfrm>
              <a:off x="20301426" y="6059465"/>
              <a:ext cx="3118346" cy="492442"/>
            </a:xfrm>
            <a:prstGeom prst="rect">
              <a:avLst/>
            </a:prstGeom>
            <a:noFill/>
          </p:spPr>
          <p:txBody>
            <a:bodyPr wrap="square" rtlCol="0">
              <a:spAutoFit/>
            </a:bodyPr>
            <a:lstStyle/>
            <a:p>
              <a:r>
                <a:rPr lang="de-DE" sz="1000" dirty="0">
                  <a:solidFill>
                    <a:schemeClr val="bg2">
                      <a:lumMod val="50000"/>
                    </a:schemeClr>
                  </a:solidFill>
                  <a:latin typeface="Arial" panose="020B0604020202020204" pitchFamily="34" charset="0"/>
                </a:rPr>
                <a:t>Category 4</a:t>
              </a:r>
            </a:p>
          </p:txBody>
        </p:sp>
        <p:sp>
          <p:nvSpPr>
            <p:cNvPr id="56" name="Textfeld 79">
              <a:extLst>
                <a:ext uri="{FF2B5EF4-FFF2-40B4-BE49-F238E27FC236}">
                  <a16:creationId xmlns:a16="http://schemas.microsoft.com/office/drawing/2014/main" id="{2ADEED0E-46DF-4281-8A21-74B26704720B}"/>
                </a:ext>
              </a:extLst>
            </p:cNvPr>
            <p:cNvSpPr txBox="1">
              <a:spLocks noChangeAspect="1"/>
            </p:cNvSpPr>
            <p:nvPr/>
          </p:nvSpPr>
          <p:spPr>
            <a:xfrm>
              <a:off x="19838380" y="7801579"/>
              <a:ext cx="431568" cy="492442"/>
            </a:xfrm>
            <a:prstGeom prst="rect">
              <a:avLst/>
            </a:prstGeom>
            <a:solidFill>
              <a:schemeClr val="accent1"/>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57" name="Textfeld 98">
              <a:extLst>
                <a:ext uri="{FF2B5EF4-FFF2-40B4-BE49-F238E27FC236}">
                  <a16:creationId xmlns:a16="http://schemas.microsoft.com/office/drawing/2014/main" id="{BEED82AC-46BE-4E78-8345-73BB6592E5AF}"/>
                </a:ext>
              </a:extLst>
            </p:cNvPr>
            <p:cNvSpPr txBox="1"/>
            <p:nvPr/>
          </p:nvSpPr>
          <p:spPr>
            <a:xfrm>
              <a:off x="20301394" y="7801579"/>
              <a:ext cx="3118346" cy="492442"/>
            </a:xfrm>
            <a:prstGeom prst="rect">
              <a:avLst/>
            </a:prstGeom>
            <a:noFill/>
          </p:spPr>
          <p:txBody>
            <a:bodyPr wrap="square" rtlCol="0">
              <a:spAutoFit/>
            </a:bodyPr>
            <a:lstStyle/>
            <a:p>
              <a:r>
                <a:rPr lang="de-DE" sz="1000" dirty="0">
                  <a:solidFill>
                    <a:schemeClr val="bg2">
                      <a:lumMod val="50000"/>
                    </a:schemeClr>
                  </a:solidFill>
                  <a:latin typeface="Arial" panose="020B0604020202020204" pitchFamily="34" charset="0"/>
                </a:rPr>
                <a:t>Category 3</a:t>
              </a:r>
            </a:p>
          </p:txBody>
        </p:sp>
        <p:sp>
          <p:nvSpPr>
            <p:cNvPr id="58" name="Textfeld 99">
              <a:extLst>
                <a:ext uri="{FF2B5EF4-FFF2-40B4-BE49-F238E27FC236}">
                  <a16:creationId xmlns:a16="http://schemas.microsoft.com/office/drawing/2014/main" id="{6420F507-D070-46B2-8A18-457D06D0D5F6}"/>
                </a:ext>
              </a:extLst>
            </p:cNvPr>
            <p:cNvSpPr txBox="1">
              <a:spLocks noChangeAspect="1"/>
            </p:cNvSpPr>
            <p:nvPr/>
          </p:nvSpPr>
          <p:spPr>
            <a:xfrm>
              <a:off x="19849948" y="6918579"/>
              <a:ext cx="431568" cy="492442"/>
            </a:xfrm>
            <a:prstGeom prst="rect">
              <a:avLst/>
            </a:prstGeom>
            <a:solidFill>
              <a:schemeClr val="accent4"/>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59" name="Textfeld 100">
              <a:extLst>
                <a:ext uri="{FF2B5EF4-FFF2-40B4-BE49-F238E27FC236}">
                  <a16:creationId xmlns:a16="http://schemas.microsoft.com/office/drawing/2014/main" id="{FDEAEB89-BCF3-483E-AFB2-3E886F328E64}"/>
                </a:ext>
              </a:extLst>
            </p:cNvPr>
            <p:cNvSpPr txBox="1"/>
            <p:nvPr/>
          </p:nvSpPr>
          <p:spPr>
            <a:xfrm>
              <a:off x="20312962" y="6918579"/>
              <a:ext cx="2571094" cy="492442"/>
            </a:xfrm>
            <a:prstGeom prst="rect">
              <a:avLst/>
            </a:prstGeom>
            <a:noFill/>
          </p:spPr>
          <p:txBody>
            <a:bodyPr wrap="square" rtlCol="0">
              <a:spAutoFit/>
            </a:bodyPr>
            <a:lstStyle/>
            <a:p>
              <a:r>
                <a:rPr lang="de-DE" sz="1000" dirty="0">
                  <a:solidFill>
                    <a:schemeClr val="bg2">
                      <a:lumMod val="50000"/>
                    </a:schemeClr>
                  </a:solidFill>
                  <a:latin typeface="Arial" panose="020B0604020202020204" pitchFamily="34" charset="0"/>
                </a:rPr>
                <a:t>Category 1</a:t>
              </a:r>
            </a:p>
          </p:txBody>
        </p:sp>
      </p:grpSp>
    </p:spTree>
    <p:extLst>
      <p:ext uri="{BB962C8B-B14F-4D97-AF65-F5344CB8AC3E}">
        <p14:creationId xmlns:p14="http://schemas.microsoft.com/office/powerpoint/2010/main" val="805597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p:cNvGrpSpPr/>
          <p:nvPr/>
        </p:nvGrpSpPr>
        <p:grpSpPr>
          <a:xfrm>
            <a:off x="1189703" y="2209501"/>
            <a:ext cx="4598229" cy="1476606"/>
            <a:chOff x="2376227" y="3842006"/>
            <a:chExt cx="9196457" cy="2953212"/>
          </a:xfrm>
        </p:grpSpPr>
        <p:grpSp>
          <p:nvGrpSpPr>
            <p:cNvPr id="36" name="Group 39"/>
            <p:cNvGrpSpPr/>
            <p:nvPr/>
          </p:nvGrpSpPr>
          <p:grpSpPr>
            <a:xfrm>
              <a:off x="8619472" y="3842006"/>
              <a:ext cx="2953212" cy="2953212"/>
              <a:chOff x="1447864" y="1680671"/>
              <a:chExt cx="1256032" cy="1256032"/>
            </a:xfrm>
          </p:grpSpPr>
          <p:sp>
            <p:nvSpPr>
              <p:cNvPr id="37" name="Donut 51"/>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tx1"/>
                  </a:solidFill>
                </a:endParaRPr>
              </a:p>
            </p:txBody>
          </p:sp>
          <p:sp>
            <p:nvSpPr>
              <p:cNvPr id="47" name="Block Arc 52"/>
              <p:cNvSpPr/>
              <p:nvPr/>
            </p:nvSpPr>
            <p:spPr>
              <a:xfrm>
                <a:off x="1447864" y="1680671"/>
                <a:ext cx="1256032" cy="1256032"/>
              </a:xfrm>
              <a:prstGeom prst="blockArc">
                <a:avLst>
                  <a:gd name="adj1" fmla="val 7703148"/>
                  <a:gd name="adj2" fmla="val 3793687"/>
                  <a:gd name="adj3" fmla="val 11689"/>
                </a:avLst>
              </a:prstGeom>
              <a:solidFill>
                <a:srgbClr val="00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tx1"/>
                  </a:solidFill>
                </a:endParaRPr>
              </a:p>
            </p:txBody>
          </p:sp>
        </p:grpSp>
        <p:sp>
          <p:nvSpPr>
            <p:cNvPr id="62" name="Ellipse 61"/>
            <p:cNvSpPr/>
            <p:nvPr/>
          </p:nvSpPr>
          <p:spPr>
            <a:xfrm>
              <a:off x="9286070" y="4504374"/>
              <a:ext cx="1634944" cy="1634944"/>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b="1" dirty="0">
                  <a:solidFill>
                    <a:schemeClr val="tx1"/>
                  </a:solidFill>
                  <a:latin typeface="Arial" panose="020B0604020202020204" pitchFamily="34" charset="0"/>
                </a:rPr>
                <a:t>56 %</a:t>
              </a:r>
            </a:p>
          </p:txBody>
        </p:sp>
        <p:sp>
          <p:nvSpPr>
            <p:cNvPr id="66" name="Shape 615"/>
            <p:cNvSpPr/>
            <p:nvPr/>
          </p:nvSpPr>
          <p:spPr>
            <a:xfrm>
              <a:off x="2376227" y="5121856"/>
              <a:ext cx="5082409" cy="1047942"/>
            </a:xfrm>
            <a:prstGeom prst="rect">
              <a:avLst/>
            </a:prstGeom>
            <a:noFill/>
            <a:ln>
              <a:noFill/>
            </a:ln>
            <a:effectLst/>
          </p:spPr>
          <p:txBody>
            <a:bodyPr lIns="91412" tIns="45700" rIns="91412" bIns="45700" anchor="t" anchorCtr="0">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a:p>
              <a:pPr algn="r">
                <a:lnSpc>
                  <a:spcPct val="130000"/>
                </a:lnSpc>
                <a:buSzPct val="25000"/>
              </a:pPr>
              <a:r>
                <a:rPr lang="id-ID" sz="900" dirty="0">
                  <a:latin typeface="Arial" panose="020B0604020202020204" pitchFamily="34" charset="0"/>
                  <a:ea typeface="Roboto"/>
                  <a:cs typeface="Roboto"/>
                  <a:sym typeface="Roboto"/>
                </a:rPr>
                <a:t>.</a:t>
              </a:r>
            </a:p>
          </p:txBody>
        </p:sp>
        <p:sp>
          <p:nvSpPr>
            <p:cNvPr id="67" name="Shape 616"/>
            <p:cNvSpPr/>
            <p:nvPr/>
          </p:nvSpPr>
          <p:spPr>
            <a:xfrm>
              <a:off x="4369488" y="4415935"/>
              <a:ext cx="3089151" cy="800182"/>
            </a:xfrm>
            <a:prstGeom prst="rect">
              <a:avLst/>
            </a:prstGeom>
            <a:noFill/>
            <a:ln>
              <a:noFill/>
            </a:ln>
            <a:effectLst/>
          </p:spPr>
          <p:txBody>
            <a:bodyPr lIns="91412" tIns="45700" rIns="91412" bIns="45700" anchor="t" anchorCtr="0">
              <a:noAutofit/>
            </a:bodyPr>
            <a:lstStyle/>
            <a:p>
              <a:pPr algn="r">
                <a:lnSpc>
                  <a:spcPct val="130000"/>
                </a:lnSpc>
                <a:buSzPct val="25000"/>
              </a:pPr>
              <a:r>
                <a:rPr lang="en-US" sz="1501" b="1" dirty="0">
                  <a:latin typeface="Arial" panose="020B0604020202020204" pitchFamily="34" charset="0"/>
                  <a:ea typeface="Roboto"/>
                  <a:cs typeface="Roboto"/>
                  <a:sym typeface="Roboto"/>
                </a:rPr>
                <a:t>Cybersecurity</a:t>
              </a:r>
              <a:endParaRPr lang="id-ID" sz="1501" b="1" dirty="0">
                <a:latin typeface="Arial" panose="020B0604020202020204" pitchFamily="34" charset="0"/>
                <a:ea typeface="Roboto"/>
                <a:cs typeface="Roboto"/>
                <a:sym typeface="Roboto"/>
              </a:endParaRPr>
            </a:p>
          </p:txBody>
        </p:sp>
      </p:grpSp>
      <p:grpSp>
        <p:nvGrpSpPr>
          <p:cNvPr id="4" name="Gruppieren 3"/>
          <p:cNvGrpSpPr/>
          <p:nvPr/>
        </p:nvGrpSpPr>
        <p:grpSpPr>
          <a:xfrm>
            <a:off x="1189703" y="4137488"/>
            <a:ext cx="4598229" cy="1476606"/>
            <a:chOff x="2376227" y="7697979"/>
            <a:chExt cx="9196457" cy="2953212"/>
          </a:xfrm>
        </p:grpSpPr>
        <p:grpSp>
          <p:nvGrpSpPr>
            <p:cNvPr id="54" name="Group 4"/>
            <p:cNvGrpSpPr/>
            <p:nvPr/>
          </p:nvGrpSpPr>
          <p:grpSpPr>
            <a:xfrm>
              <a:off x="8619472" y="7697979"/>
              <a:ext cx="2953212" cy="2953212"/>
              <a:chOff x="1447864" y="1680671"/>
              <a:chExt cx="1256032" cy="1256032"/>
            </a:xfrm>
          </p:grpSpPr>
          <p:sp>
            <p:nvSpPr>
              <p:cNvPr id="55" name="Donut 2"/>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tx1"/>
                  </a:solidFill>
                </a:endParaRPr>
              </a:p>
            </p:txBody>
          </p:sp>
          <p:sp>
            <p:nvSpPr>
              <p:cNvPr id="56" name="Block Arc 1"/>
              <p:cNvSpPr/>
              <p:nvPr/>
            </p:nvSpPr>
            <p:spPr>
              <a:xfrm>
                <a:off x="1447864" y="1680671"/>
                <a:ext cx="1256032" cy="1256032"/>
              </a:xfrm>
              <a:prstGeom prst="blockArc">
                <a:avLst>
                  <a:gd name="adj1" fmla="val 5665317"/>
                  <a:gd name="adj2" fmla="val 0"/>
                  <a:gd name="adj3" fmla="val 11812"/>
                </a:avLst>
              </a:prstGeom>
              <a:solidFill>
                <a:srgbClr val="00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chemeClr val="tx1"/>
                  </a:solidFill>
                </a:endParaRPr>
              </a:p>
            </p:txBody>
          </p:sp>
        </p:grpSp>
        <p:sp>
          <p:nvSpPr>
            <p:cNvPr id="60" name="Ellipse 59"/>
            <p:cNvSpPr/>
            <p:nvPr/>
          </p:nvSpPr>
          <p:spPr>
            <a:xfrm>
              <a:off x="9233690" y="8306111"/>
              <a:ext cx="1707644" cy="1749246"/>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50" b="1" dirty="0">
                  <a:solidFill>
                    <a:schemeClr val="tx1"/>
                  </a:solidFill>
                  <a:latin typeface="Arial" panose="020B0604020202020204" pitchFamily="34" charset="0"/>
                </a:rPr>
                <a:t>63 %</a:t>
              </a:r>
            </a:p>
          </p:txBody>
        </p:sp>
        <p:sp>
          <p:nvSpPr>
            <p:cNvPr id="64" name="Shape 609"/>
            <p:cNvSpPr/>
            <p:nvPr/>
          </p:nvSpPr>
          <p:spPr>
            <a:xfrm>
              <a:off x="2376227" y="9086477"/>
              <a:ext cx="5082409" cy="1047942"/>
            </a:xfrm>
            <a:prstGeom prst="rect">
              <a:avLst/>
            </a:prstGeom>
            <a:noFill/>
            <a:ln>
              <a:noFill/>
            </a:ln>
            <a:effectLst/>
          </p:spPr>
          <p:txBody>
            <a:bodyPr lIns="91412" tIns="45700" rIns="91412" bIns="45700" anchor="t" anchorCtr="0">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65" name="Shape 610"/>
            <p:cNvSpPr/>
            <p:nvPr/>
          </p:nvSpPr>
          <p:spPr>
            <a:xfrm>
              <a:off x="3126202" y="8380552"/>
              <a:ext cx="4332436" cy="800182"/>
            </a:xfrm>
            <a:prstGeom prst="rect">
              <a:avLst/>
            </a:prstGeom>
            <a:noFill/>
            <a:ln>
              <a:noFill/>
            </a:ln>
            <a:effectLst/>
          </p:spPr>
          <p:txBody>
            <a:bodyPr lIns="91412" tIns="45700" rIns="91412" bIns="45700" anchor="t" anchorCtr="0">
              <a:noAutofit/>
            </a:bodyPr>
            <a:lstStyle/>
            <a:p>
              <a:pPr algn="r">
                <a:lnSpc>
                  <a:spcPct val="130000"/>
                </a:lnSpc>
                <a:buSzPct val="25000"/>
              </a:pPr>
              <a:r>
                <a:rPr lang="en-US" sz="1501" b="1" dirty="0">
                  <a:latin typeface="Arial" panose="020B0604020202020204" pitchFamily="34" charset="0"/>
                  <a:ea typeface="Roboto"/>
                  <a:cs typeface="Roboto"/>
                  <a:sym typeface="Roboto"/>
                </a:rPr>
                <a:t>Digital divide</a:t>
              </a:r>
              <a:endParaRPr lang="id-ID" sz="1501" dirty="0">
                <a:latin typeface="Arial" panose="020B0604020202020204" pitchFamily="34" charset="0"/>
                <a:ea typeface="Roboto"/>
                <a:cs typeface="Roboto"/>
                <a:sym typeface="Roboto"/>
              </a:endParaRPr>
            </a:p>
          </p:txBody>
        </p:sp>
      </p:grpSp>
      <p:grpSp>
        <p:nvGrpSpPr>
          <p:cNvPr id="3" name="Gruppieren 2"/>
          <p:cNvGrpSpPr/>
          <p:nvPr/>
        </p:nvGrpSpPr>
        <p:grpSpPr>
          <a:xfrm>
            <a:off x="6419746" y="2209501"/>
            <a:ext cx="4582550" cy="1476606"/>
            <a:chOff x="12836317" y="3842006"/>
            <a:chExt cx="9165100" cy="2953212"/>
          </a:xfrm>
        </p:grpSpPr>
        <p:grpSp>
          <p:nvGrpSpPr>
            <p:cNvPr id="48" name="Group 45"/>
            <p:cNvGrpSpPr/>
            <p:nvPr/>
          </p:nvGrpSpPr>
          <p:grpSpPr>
            <a:xfrm>
              <a:off x="12836317" y="3842006"/>
              <a:ext cx="2953212" cy="2953212"/>
              <a:chOff x="1447864" y="1680671"/>
              <a:chExt cx="1256032" cy="1256032"/>
            </a:xfrm>
          </p:grpSpPr>
          <p:sp>
            <p:nvSpPr>
              <p:cNvPr id="49" name="Donut 48"/>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tx1"/>
                  </a:solidFill>
                </a:endParaRPr>
              </a:p>
            </p:txBody>
          </p:sp>
          <p:sp>
            <p:nvSpPr>
              <p:cNvPr id="50" name="Block Arc 49"/>
              <p:cNvSpPr/>
              <p:nvPr/>
            </p:nvSpPr>
            <p:spPr>
              <a:xfrm>
                <a:off x="1447864" y="1680671"/>
                <a:ext cx="1256032" cy="1256032"/>
              </a:xfrm>
              <a:prstGeom prst="blockArc">
                <a:avLst>
                  <a:gd name="adj1" fmla="val 12982856"/>
                  <a:gd name="adj2" fmla="val 9513426"/>
                  <a:gd name="adj3" fmla="val 11542"/>
                </a:avLst>
              </a:prstGeom>
              <a:solidFill>
                <a:srgbClr val="00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chemeClr val="tx1"/>
                  </a:solidFill>
                </a:endParaRPr>
              </a:p>
            </p:txBody>
          </p:sp>
        </p:grpSp>
        <p:sp>
          <p:nvSpPr>
            <p:cNvPr id="63" name="Ellipse 62"/>
            <p:cNvSpPr/>
            <p:nvPr/>
          </p:nvSpPr>
          <p:spPr>
            <a:xfrm>
              <a:off x="13424759" y="4424624"/>
              <a:ext cx="1766346" cy="1766346"/>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b="1" dirty="0">
                  <a:solidFill>
                    <a:schemeClr val="tx1"/>
                  </a:solidFill>
                  <a:latin typeface="Arial" panose="020B0604020202020204" pitchFamily="34" charset="0"/>
                </a:rPr>
                <a:t>87 %</a:t>
              </a:r>
            </a:p>
          </p:txBody>
        </p:sp>
        <p:sp>
          <p:nvSpPr>
            <p:cNvPr id="78" name="Shape 615"/>
            <p:cNvSpPr/>
            <p:nvPr/>
          </p:nvSpPr>
          <p:spPr>
            <a:xfrm>
              <a:off x="16856783" y="5121856"/>
              <a:ext cx="5144634" cy="1047942"/>
            </a:xfrm>
            <a:prstGeom prst="rect">
              <a:avLst/>
            </a:prstGeom>
            <a:noFill/>
            <a:ln>
              <a:noFill/>
            </a:ln>
            <a:effectLst/>
          </p:spPr>
          <p:txBody>
            <a:bodyPr lIns="91412" tIns="45700" rIns="91412" bIns="4570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79" name="Shape 616"/>
            <p:cNvSpPr/>
            <p:nvPr/>
          </p:nvSpPr>
          <p:spPr>
            <a:xfrm>
              <a:off x="16856785" y="4415935"/>
              <a:ext cx="3089151" cy="800182"/>
            </a:xfrm>
            <a:prstGeom prst="rect">
              <a:avLst/>
            </a:prstGeom>
            <a:noFill/>
            <a:ln>
              <a:noFill/>
            </a:ln>
            <a:effectLst/>
          </p:spPr>
          <p:txBody>
            <a:bodyPr lIns="91412" tIns="45700" rIns="91412" bIns="45700" anchor="t" anchorCtr="0">
              <a:noAutofit/>
            </a:bodyPr>
            <a:lstStyle/>
            <a:p>
              <a:pPr>
                <a:lnSpc>
                  <a:spcPct val="130000"/>
                </a:lnSpc>
                <a:buSzPct val="25000"/>
              </a:pPr>
              <a:r>
                <a:rPr lang="en-US" sz="1501" b="1" dirty="0">
                  <a:latin typeface="Arial" panose="020B0604020202020204" pitchFamily="34" charset="0"/>
                  <a:ea typeface="Roboto"/>
                  <a:cs typeface="Roboto"/>
                  <a:sym typeface="Roboto"/>
                </a:rPr>
                <a:t>Cybersecurity</a:t>
              </a:r>
              <a:endParaRPr lang="id-ID" sz="1501" b="1" dirty="0">
                <a:latin typeface="Arial" panose="020B0604020202020204" pitchFamily="34" charset="0"/>
                <a:ea typeface="Roboto"/>
                <a:cs typeface="Roboto"/>
                <a:sym typeface="Roboto"/>
              </a:endParaRPr>
            </a:p>
          </p:txBody>
        </p:sp>
      </p:grpSp>
      <p:grpSp>
        <p:nvGrpSpPr>
          <p:cNvPr id="5" name="Gruppieren 4"/>
          <p:cNvGrpSpPr/>
          <p:nvPr/>
        </p:nvGrpSpPr>
        <p:grpSpPr>
          <a:xfrm>
            <a:off x="6419746" y="4137488"/>
            <a:ext cx="4759530" cy="1476606"/>
            <a:chOff x="12836317" y="7697979"/>
            <a:chExt cx="9519060" cy="2953212"/>
          </a:xfrm>
        </p:grpSpPr>
        <p:grpSp>
          <p:nvGrpSpPr>
            <p:cNvPr id="57" name="Group 31"/>
            <p:cNvGrpSpPr/>
            <p:nvPr/>
          </p:nvGrpSpPr>
          <p:grpSpPr>
            <a:xfrm>
              <a:off x="12836317" y="7697979"/>
              <a:ext cx="2953212" cy="2953212"/>
              <a:chOff x="1447864" y="1680671"/>
              <a:chExt cx="1256032" cy="1256032"/>
            </a:xfrm>
          </p:grpSpPr>
          <p:sp>
            <p:nvSpPr>
              <p:cNvPr id="58" name="Donut 32"/>
              <p:cNvSpPr/>
              <p:nvPr/>
            </p:nvSpPr>
            <p:spPr>
              <a:xfrm>
                <a:off x="1447864" y="1680671"/>
                <a:ext cx="1256032" cy="1256032"/>
              </a:xfrm>
              <a:prstGeom prst="donut">
                <a:avLst>
                  <a:gd name="adj" fmla="val 11686"/>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tx1"/>
                  </a:solidFill>
                </a:endParaRPr>
              </a:p>
            </p:txBody>
          </p:sp>
          <p:sp>
            <p:nvSpPr>
              <p:cNvPr id="59" name="Block Arc 33"/>
              <p:cNvSpPr/>
              <p:nvPr/>
            </p:nvSpPr>
            <p:spPr>
              <a:xfrm>
                <a:off x="1447864" y="1680671"/>
                <a:ext cx="1256032" cy="1256032"/>
              </a:xfrm>
              <a:prstGeom prst="blockArc">
                <a:avLst>
                  <a:gd name="adj1" fmla="val 12185138"/>
                  <a:gd name="adj2" fmla="val 9513426"/>
                  <a:gd name="adj3" fmla="val 11542"/>
                </a:avLst>
              </a:prstGeom>
              <a:solidFill>
                <a:srgbClr val="00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chemeClr val="tx1"/>
                  </a:solidFill>
                </a:endParaRPr>
              </a:p>
            </p:txBody>
          </p:sp>
        </p:grpSp>
        <p:sp>
          <p:nvSpPr>
            <p:cNvPr id="61" name="Ellipse 60"/>
            <p:cNvSpPr/>
            <p:nvPr/>
          </p:nvSpPr>
          <p:spPr>
            <a:xfrm>
              <a:off x="13461453" y="8339869"/>
              <a:ext cx="1690956" cy="1669430"/>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b="1" dirty="0">
                  <a:solidFill>
                    <a:schemeClr val="tx1"/>
                  </a:solidFill>
                  <a:latin typeface="Arial" panose="020B0604020202020204" pitchFamily="34" charset="0"/>
                </a:rPr>
                <a:t>88 %</a:t>
              </a:r>
            </a:p>
          </p:txBody>
        </p:sp>
        <p:sp>
          <p:nvSpPr>
            <p:cNvPr id="74" name="Shape 609"/>
            <p:cNvSpPr/>
            <p:nvPr/>
          </p:nvSpPr>
          <p:spPr>
            <a:xfrm>
              <a:off x="16856783" y="9086477"/>
              <a:ext cx="5498594" cy="1047942"/>
            </a:xfrm>
            <a:prstGeom prst="rect">
              <a:avLst/>
            </a:prstGeom>
            <a:noFill/>
            <a:ln>
              <a:noFill/>
            </a:ln>
            <a:effectLst/>
          </p:spPr>
          <p:txBody>
            <a:bodyPr lIns="91412" tIns="45700" rIns="91412" bIns="4570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77" name="Shape 610"/>
            <p:cNvSpPr/>
            <p:nvPr/>
          </p:nvSpPr>
          <p:spPr>
            <a:xfrm>
              <a:off x="16856785" y="8380552"/>
              <a:ext cx="4332436" cy="800182"/>
            </a:xfrm>
            <a:prstGeom prst="rect">
              <a:avLst/>
            </a:prstGeom>
            <a:noFill/>
            <a:ln>
              <a:noFill/>
            </a:ln>
            <a:effectLst/>
          </p:spPr>
          <p:txBody>
            <a:bodyPr lIns="91412" tIns="45700" rIns="91412" bIns="45700" anchor="t" anchorCtr="0">
              <a:noAutofit/>
            </a:bodyPr>
            <a:lstStyle/>
            <a:p>
              <a:pPr>
                <a:lnSpc>
                  <a:spcPct val="130000"/>
                </a:lnSpc>
                <a:buSzPct val="25000"/>
              </a:pPr>
              <a:r>
                <a:rPr lang="en-US" sz="1501" b="1" dirty="0">
                  <a:latin typeface="Arial" panose="020B0604020202020204" pitchFamily="34" charset="0"/>
                  <a:ea typeface="Roboto"/>
                  <a:cs typeface="Roboto"/>
                  <a:sym typeface="Roboto"/>
                </a:rPr>
                <a:t>Digital divide</a:t>
              </a:r>
              <a:endParaRPr lang="id-ID" sz="1501" b="1" dirty="0">
                <a:latin typeface="Arial" panose="020B0604020202020204" pitchFamily="34" charset="0"/>
                <a:ea typeface="Roboto"/>
                <a:cs typeface="Roboto"/>
                <a:sym typeface="Roboto"/>
              </a:endParaRPr>
            </a:p>
          </p:txBody>
        </p:sp>
      </p:grpSp>
      <p:sp>
        <p:nvSpPr>
          <p:cNvPr id="6" name="Title 5">
            <a:extLst>
              <a:ext uri="{FF2B5EF4-FFF2-40B4-BE49-F238E27FC236}">
                <a16:creationId xmlns:a16="http://schemas.microsoft.com/office/drawing/2014/main" id="{61C5D1E0-BF78-40DA-9DFE-7D928BA96676}"/>
              </a:ext>
            </a:extLst>
          </p:cNvPr>
          <p:cNvSpPr>
            <a:spLocks noGrp="1"/>
          </p:cNvSpPr>
          <p:nvPr>
            <p:ph type="title"/>
          </p:nvPr>
        </p:nvSpPr>
        <p:spPr/>
        <p:txBody>
          <a:bodyPr/>
          <a:lstStyle/>
          <a:p>
            <a:r>
              <a:rPr lang="en-US" dirty="0"/>
              <a:t>Graphics</a:t>
            </a:r>
          </a:p>
        </p:txBody>
      </p:sp>
      <p:sp>
        <p:nvSpPr>
          <p:cNvPr id="10" name="Text Placeholder 9">
            <a:extLst>
              <a:ext uri="{FF2B5EF4-FFF2-40B4-BE49-F238E27FC236}">
                <a16:creationId xmlns:a16="http://schemas.microsoft.com/office/drawing/2014/main" id="{8171EBFF-288F-432D-AD29-BAE4084867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93618157"/>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pieren 2"/>
          <p:cNvGrpSpPr/>
          <p:nvPr/>
        </p:nvGrpSpPr>
        <p:grpSpPr>
          <a:xfrm>
            <a:off x="1395947" y="2534663"/>
            <a:ext cx="2382414" cy="2489515"/>
            <a:chOff x="2873384" y="5832610"/>
            <a:chExt cx="4764828" cy="4979029"/>
          </a:xfrm>
        </p:grpSpPr>
        <p:sp>
          <p:nvSpPr>
            <p:cNvPr id="24" name="Freeform 6"/>
            <p:cNvSpPr>
              <a:spLocks/>
            </p:cNvSpPr>
            <p:nvPr/>
          </p:nvSpPr>
          <p:spPr bwMode="auto">
            <a:xfrm>
              <a:off x="6021451" y="6067418"/>
              <a:ext cx="608467" cy="606747"/>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25" name="Freeform 7"/>
            <p:cNvSpPr>
              <a:spLocks/>
            </p:cNvSpPr>
            <p:nvPr/>
          </p:nvSpPr>
          <p:spPr bwMode="auto">
            <a:xfrm>
              <a:off x="5304062" y="5832610"/>
              <a:ext cx="730535" cy="326854"/>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26" name="Freeform 8"/>
            <p:cNvSpPr>
              <a:spLocks/>
            </p:cNvSpPr>
            <p:nvPr/>
          </p:nvSpPr>
          <p:spPr bwMode="auto">
            <a:xfrm>
              <a:off x="6536018" y="6664773"/>
              <a:ext cx="326769" cy="726968"/>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27" name="Freeform 9"/>
            <p:cNvSpPr>
              <a:spLocks/>
            </p:cNvSpPr>
            <p:nvPr/>
          </p:nvSpPr>
          <p:spPr bwMode="auto">
            <a:xfrm>
              <a:off x="6536018" y="7466879"/>
              <a:ext cx="326769" cy="73072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28" name="Freeform 10"/>
            <p:cNvSpPr>
              <a:spLocks/>
            </p:cNvSpPr>
            <p:nvPr/>
          </p:nvSpPr>
          <p:spPr bwMode="auto">
            <a:xfrm>
              <a:off x="6021451" y="8184455"/>
              <a:ext cx="608467" cy="608626"/>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29" name="Freeform 11"/>
            <p:cNvSpPr>
              <a:spLocks/>
            </p:cNvSpPr>
            <p:nvPr/>
          </p:nvSpPr>
          <p:spPr bwMode="auto">
            <a:xfrm>
              <a:off x="5304062" y="8702912"/>
              <a:ext cx="730535" cy="323098"/>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0" name="Freeform 12"/>
            <p:cNvSpPr>
              <a:spLocks/>
            </p:cNvSpPr>
            <p:nvPr/>
          </p:nvSpPr>
          <p:spPr bwMode="auto">
            <a:xfrm>
              <a:off x="4502165" y="8702912"/>
              <a:ext cx="726779" cy="323098"/>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1" name="Freeform 13"/>
            <p:cNvSpPr>
              <a:spLocks/>
            </p:cNvSpPr>
            <p:nvPr/>
          </p:nvSpPr>
          <p:spPr bwMode="auto">
            <a:xfrm>
              <a:off x="3904965" y="8184455"/>
              <a:ext cx="606589" cy="608626"/>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2" name="Freeform 14"/>
            <p:cNvSpPr>
              <a:spLocks/>
            </p:cNvSpPr>
            <p:nvPr/>
          </p:nvSpPr>
          <p:spPr bwMode="auto">
            <a:xfrm>
              <a:off x="3670218" y="7466879"/>
              <a:ext cx="326769" cy="73072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3" name="Freeform 15"/>
            <p:cNvSpPr>
              <a:spLocks/>
            </p:cNvSpPr>
            <p:nvPr/>
          </p:nvSpPr>
          <p:spPr bwMode="auto">
            <a:xfrm>
              <a:off x="3670218" y="6664773"/>
              <a:ext cx="326769" cy="726968"/>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4" name="Freeform 16"/>
            <p:cNvSpPr>
              <a:spLocks/>
            </p:cNvSpPr>
            <p:nvPr/>
          </p:nvSpPr>
          <p:spPr bwMode="auto">
            <a:xfrm>
              <a:off x="3904965" y="6067418"/>
              <a:ext cx="606589" cy="606747"/>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5" name="Freeform 17"/>
            <p:cNvSpPr>
              <a:spLocks/>
            </p:cNvSpPr>
            <p:nvPr/>
          </p:nvSpPr>
          <p:spPr bwMode="auto">
            <a:xfrm>
              <a:off x="4502165" y="5832610"/>
              <a:ext cx="726779" cy="326854"/>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5" name="Ellipse 84"/>
            <p:cNvSpPr/>
            <p:nvPr/>
          </p:nvSpPr>
          <p:spPr>
            <a:xfrm>
              <a:off x="4725976" y="6867630"/>
              <a:ext cx="1025338" cy="1025338"/>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50" dirty="0">
                  <a:solidFill>
                    <a:schemeClr val="tx1"/>
                  </a:solidFill>
                  <a:latin typeface="Arial" panose="020B0604020202020204" pitchFamily="34" charset="0"/>
                </a:rPr>
                <a:t>01</a:t>
              </a:r>
            </a:p>
          </p:txBody>
        </p:sp>
        <p:sp>
          <p:nvSpPr>
            <p:cNvPr id="98" name="Textfeld 97"/>
            <p:cNvSpPr txBox="1"/>
            <p:nvPr/>
          </p:nvSpPr>
          <p:spPr>
            <a:xfrm>
              <a:off x="2873384" y="9575499"/>
              <a:ext cx="4764828" cy="646330"/>
            </a:xfrm>
            <a:prstGeom prst="rect">
              <a:avLst/>
            </a:prstGeom>
            <a:noFill/>
          </p:spPr>
          <p:txBody>
            <a:bodyPr wrap="square" rtlCol="0">
              <a:spAutoFit/>
            </a:bodyPr>
            <a:lstStyle/>
            <a:p>
              <a:pPr algn="ctr"/>
              <a:r>
                <a:rPr lang="de-DE" sz="1500" dirty="0">
                  <a:latin typeface="Arial" panose="020B0604020202020204" pitchFamily="34" charset="0"/>
                </a:rPr>
                <a:t>Discription </a:t>
              </a:r>
              <a:r>
                <a:rPr lang="de-DE" sz="1500" b="1" dirty="0">
                  <a:latin typeface="Arial" panose="020B0604020202020204" pitchFamily="34" charset="0"/>
                </a:rPr>
                <a:t>One</a:t>
              </a:r>
            </a:p>
          </p:txBody>
        </p:sp>
        <p:sp>
          <p:nvSpPr>
            <p:cNvPr id="99" name="Textfeld 98"/>
            <p:cNvSpPr txBox="1"/>
            <p:nvPr/>
          </p:nvSpPr>
          <p:spPr>
            <a:xfrm>
              <a:off x="3201394" y="10141327"/>
              <a:ext cx="4193090" cy="670312"/>
            </a:xfrm>
            <a:prstGeom prst="rect">
              <a:avLst/>
            </a:prstGeom>
            <a:noFill/>
          </p:spPr>
          <p:txBody>
            <a:bodyPr wrap="square" rtlCol="0">
              <a:spAutoFit/>
            </a:bodyPr>
            <a:lstStyle/>
            <a:p>
              <a:pPr algn="ctr">
                <a:lnSpc>
                  <a:spcPct val="150000"/>
                </a:lnSpc>
              </a:pPr>
              <a:r>
                <a:rPr lang="de-DE" sz="1200" dirty="0">
                  <a:latin typeface="Arial" panose="020B0604020202020204" pitchFamily="34" charset="0"/>
                </a:rPr>
                <a:t>Lorem ipsum dolor sit amet.</a:t>
              </a:r>
            </a:p>
          </p:txBody>
        </p:sp>
      </p:grpSp>
      <p:grpSp>
        <p:nvGrpSpPr>
          <p:cNvPr id="4" name="Gruppieren 3"/>
          <p:cNvGrpSpPr/>
          <p:nvPr/>
        </p:nvGrpSpPr>
        <p:grpSpPr>
          <a:xfrm>
            <a:off x="3694760" y="2534663"/>
            <a:ext cx="2382414" cy="2489515"/>
            <a:chOff x="7471010" y="5832610"/>
            <a:chExt cx="4764828" cy="4979029"/>
          </a:xfrm>
        </p:grpSpPr>
        <p:sp>
          <p:nvSpPr>
            <p:cNvPr id="36" name="Freeform 6"/>
            <p:cNvSpPr>
              <a:spLocks/>
            </p:cNvSpPr>
            <p:nvPr/>
          </p:nvSpPr>
          <p:spPr bwMode="auto">
            <a:xfrm>
              <a:off x="10603284" y="6067418"/>
              <a:ext cx="608467" cy="606747"/>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7" name="Freeform 7"/>
            <p:cNvSpPr>
              <a:spLocks/>
            </p:cNvSpPr>
            <p:nvPr/>
          </p:nvSpPr>
          <p:spPr bwMode="auto">
            <a:xfrm>
              <a:off x="9885895" y="5832610"/>
              <a:ext cx="730535" cy="326854"/>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38" name="Freeform 8"/>
            <p:cNvSpPr>
              <a:spLocks/>
            </p:cNvSpPr>
            <p:nvPr/>
          </p:nvSpPr>
          <p:spPr bwMode="auto">
            <a:xfrm>
              <a:off x="11117851" y="6664773"/>
              <a:ext cx="326769" cy="726968"/>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47" name="Freeform 9"/>
            <p:cNvSpPr>
              <a:spLocks/>
            </p:cNvSpPr>
            <p:nvPr/>
          </p:nvSpPr>
          <p:spPr bwMode="auto">
            <a:xfrm>
              <a:off x="11117851" y="7466879"/>
              <a:ext cx="326769" cy="73072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48" name="Freeform 10"/>
            <p:cNvSpPr>
              <a:spLocks/>
            </p:cNvSpPr>
            <p:nvPr/>
          </p:nvSpPr>
          <p:spPr bwMode="auto">
            <a:xfrm>
              <a:off x="10603284" y="8184455"/>
              <a:ext cx="608467" cy="608626"/>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49" name="Freeform 11"/>
            <p:cNvSpPr>
              <a:spLocks/>
            </p:cNvSpPr>
            <p:nvPr/>
          </p:nvSpPr>
          <p:spPr bwMode="auto">
            <a:xfrm>
              <a:off x="9885895" y="8702912"/>
              <a:ext cx="730535" cy="323098"/>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0" name="Freeform 12"/>
            <p:cNvSpPr>
              <a:spLocks/>
            </p:cNvSpPr>
            <p:nvPr/>
          </p:nvSpPr>
          <p:spPr bwMode="auto">
            <a:xfrm>
              <a:off x="9083998" y="8702912"/>
              <a:ext cx="726779" cy="323098"/>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4" name="Freeform 13"/>
            <p:cNvSpPr>
              <a:spLocks/>
            </p:cNvSpPr>
            <p:nvPr/>
          </p:nvSpPr>
          <p:spPr bwMode="auto">
            <a:xfrm>
              <a:off x="8486798" y="8184455"/>
              <a:ext cx="606589" cy="608626"/>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5" name="Freeform 14"/>
            <p:cNvSpPr>
              <a:spLocks/>
            </p:cNvSpPr>
            <p:nvPr/>
          </p:nvSpPr>
          <p:spPr bwMode="auto">
            <a:xfrm>
              <a:off x="8252051" y="7466879"/>
              <a:ext cx="326769" cy="73072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6" name="Freeform 15"/>
            <p:cNvSpPr>
              <a:spLocks/>
            </p:cNvSpPr>
            <p:nvPr/>
          </p:nvSpPr>
          <p:spPr bwMode="auto">
            <a:xfrm>
              <a:off x="8252051" y="6664773"/>
              <a:ext cx="326769" cy="726968"/>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7" name="Freeform 16"/>
            <p:cNvSpPr>
              <a:spLocks/>
            </p:cNvSpPr>
            <p:nvPr/>
          </p:nvSpPr>
          <p:spPr bwMode="auto">
            <a:xfrm>
              <a:off x="8486798" y="6067418"/>
              <a:ext cx="606589" cy="606747"/>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58" name="Freeform 17"/>
            <p:cNvSpPr>
              <a:spLocks/>
            </p:cNvSpPr>
            <p:nvPr/>
          </p:nvSpPr>
          <p:spPr bwMode="auto">
            <a:xfrm>
              <a:off x="9083998" y="5832610"/>
              <a:ext cx="726779" cy="326854"/>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95" name="Ellipse 94"/>
            <p:cNvSpPr/>
            <p:nvPr/>
          </p:nvSpPr>
          <p:spPr>
            <a:xfrm>
              <a:off x="9336248" y="6841210"/>
              <a:ext cx="1078176" cy="1078176"/>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dirty="0">
                  <a:solidFill>
                    <a:schemeClr val="tx1"/>
                  </a:solidFill>
                  <a:latin typeface="Arial" panose="020B0604020202020204" pitchFamily="34" charset="0"/>
                </a:rPr>
                <a:t>02</a:t>
              </a:r>
            </a:p>
          </p:txBody>
        </p:sp>
        <p:sp>
          <p:nvSpPr>
            <p:cNvPr id="100" name="Textfeld 99"/>
            <p:cNvSpPr txBox="1"/>
            <p:nvPr/>
          </p:nvSpPr>
          <p:spPr>
            <a:xfrm>
              <a:off x="7471010" y="9575499"/>
              <a:ext cx="4764828" cy="646330"/>
            </a:xfrm>
            <a:prstGeom prst="rect">
              <a:avLst/>
            </a:prstGeom>
            <a:noFill/>
          </p:spPr>
          <p:txBody>
            <a:bodyPr wrap="square" rtlCol="0">
              <a:spAutoFit/>
            </a:bodyPr>
            <a:lstStyle/>
            <a:p>
              <a:pPr algn="ctr"/>
              <a:r>
                <a:rPr lang="de-DE" sz="1500" dirty="0">
                  <a:latin typeface="Arial" panose="020B0604020202020204" pitchFamily="34" charset="0"/>
                </a:rPr>
                <a:t>Discription </a:t>
              </a:r>
              <a:r>
                <a:rPr lang="de-DE" sz="1500" b="1" dirty="0">
                  <a:latin typeface="Arial" panose="020B0604020202020204" pitchFamily="34" charset="0"/>
                </a:rPr>
                <a:t>Two</a:t>
              </a:r>
            </a:p>
          </p:txBody>
        </p:sp>
        <p:sp>
          <p:nvSpPr>
            <p:cNvPr id="101" name="Textfeld 100"/>
            <p:cNvSpPr txBox="1"/>
            <p:nvPr/>
          </p:nvSpPr>
          <p:spPr>
            <a:xfrm>
              <a:off x="7736174" y="10141327"/>
              <a:ext cx="4146258" cy="670312"/>
            </a:xfrm>
            <a:prstGeom prst="rect">
              <a:avLst/>
            </a:prstGeom>
            <a:noFill/>
          </p:spPr>
          <p:txBody>
            <a:bodyPr wrap="square" rtlCol="0">
              <a:spAutoFit/>
            </a:bodyPr>
            <a:lstStyle/>
            <a:p>
              <a:pPr algn="ctr">
                <a:lnSpc>
                  <a:spcPct val="150000"/>
                </a:lnSpc>
              </a:pPr>
              <a:r>
                <a:rPr lang="de-DE" sz="1200" dirty="0">
                  <a:latin typeface="Arial" panose="020B0604020202020204" pitchFamily="34" charset="0"/>
                </a:rPr>
                <a:t>Lorem ipsum dolor sit amet.</a:t>
              </a:r>
            </a:p>
          </p:txBody>
        </p:sp>
      </p:grpSp>
      <p:grpSp>
        <p:nvGrpSpPr>
          <p:cNvPr id="5" name="Gruppieren 4"/>
          <p:cNvGrpSpPr/>
          <p:nvPr/>
        </p:nvGrpSpPr>
        <p:grpSpPr>
          <a:xfrm>
            <a:off x="6047677" y="2534663"/>
            <a:ext cx="2382414" cy="2489515"/>
            <a:chOff x="12176844" y="5832610"/>
            <a:chExt cx="4764828" cy="4979029"/>
          </a:xfrm>
        </p:grpSpPr>
        <p:sp>
          <p:nvSpPr>
            <p:cNvPr id="59" name="Freeform 6"/>
            <p:cNvSpPr>
              <a:spLocks/>
            </p:cNvSpPr>
            <p:nvPr/>
          </p:nvSpPr>
          <p:spPr bwMode="auto">
            <a:xfrm>
              <a:off x="15296537" y="6067418"/>
              <a:ext cx="608467" cy="606747"/>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0" name="Freeform 7"/>
            <p:cNvSpPr>
              <a:spLocks/>
            </p:cNvSpPr>
            <p:nvPr/>
          </p:nvSpPr>
          <p:spPr bwMode="auto">
            <a:xfrm>
              <a:off x="14579148" y="5832610"/>
              <a:ext cx="730535" cy="326854"/>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1" name="Freeform 8"/>
            <p:cNvSpPr>
              <a:spLocks/>
            </p:cNvSpPr>
            <p:nvPr/>
          </p:nvSpPr>
          <p:spPr bwMode="auto">
            <a:xfrm>
              <a:off x="15811104" y="6664773"/>
              <a:ext cx="326769" cy="726968"/>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2" name="Freeform 9"/>
            <p:cNvSpPr>
              <a:spLocks/>
            </p:cNvSpPr>
            <p:nvPr/>
          </p:nvSpPr>
          <p:spPr bwMode="auto">
            <a:xfrm>
              <a:off x="15811104" y="7466879"/>
              <a:ext cx="326769" cy="73072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3" name="Freeform 10"/>
            <p:cNvSpPr>
              <a:spLocks/>
            </p:cNvSpPr>
            <p:nvPr/>
          </p:nvSpPr>
          <p:spPr bwMode="auto">
            <a:xfrm>
              <a:off x="15296537" y="8184455"/>
              <a:ext cx="608467" cy="608626"/>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4" name="Freeform 11"/>
            <p:cNvSpPr>
              <a:spLocks/>
            </p:cNvSpPr>
            <p:nvPr/>
          </p:nvSpPr>
          <p:spPr bwMode="auto">
            <a:xfrm>
              <a:off x="14579148" y="8702912"/>
              <a:ext cx="730535" cy="323098"/>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5" name="Freeform 12"/>
            <p:cNvSpPr>
              <a:spLocks/>
            </p:cNvSpPr>
            <p:nvPr/>
          </p:nvSpPr>
          <p:spPr bwMode="auto">
            <a:xfrm>
              <a:off x="13777251" y="8702912"/>
              <a:ext cx="726779" cy="323098"/>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6" name="Freeform 13"/>
            <p:cNvSpPr>
              <a:spLocks/>
            </p:cNvSpPr>
            <p:nvPr/>
          </p:nvSpPr>
          <p:spPr bwMode="auto">
            <a:xfrm>
              <a:off x="13180051" y="8184455"/>
              <a:ext cx="606589" cy="608626"/>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7" name="Freeform 14"/>
            <p:cNvSpPr>
              <a:spLocks/>
            </p:cNvSpPr>
            <p:nvPr/>
          </p:nvSpPr>
          <p:spPr bwMode="auto">
            <a:xfrm>
              <a:off x="12945304" y="7466879"/>
              <a:ext cx="326769" cy="73072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8" name="Freeform 15"/>
            <p:cNvSpPr>
              <a:spLocks/>
            </p:cNvSpPr>
            <p:nvPr/>
          </p:nvSpPr>
          <p:spPr bwMode="auto">
            <a:xfrm>
              <a:off x="12945304" y="6664773"/>
              <a:ext cx="326769" cy="726968"/>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69" name="Freeform 16"/>
            <p:cNvSpPr>
              <a:spLocks/>
            </p:cNvSpPr>
            <p:nvPr/>
          </p:nvSpPr>
          <p:spPr bwMode="auto">
            <a:xfrm>
              <a:off x="13180051" y="6067418"/>
              <a:ext cx="606589" cy="606747"/>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0" name="Freeform 17"/>
            <p:cNvSpPr>
              <a:spLocks/>
            </p:cNvSpPr>
            <p:nvPr/>
          </p:nvSpPr>
          <p:spPr bwMode="auto">
            <a:xfrm>
              <a:off x="13777251" y="5832610"/>
              <a:ext cx="726779" cy="326854"/>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96" name="Ellipse 95"/>
            <p:cNvSpPr/>
            <p:nvPr/>
          </p:nvSpPr>
          <p:spPr>
            <a:xfrm>
              <a:off x="14028920" y="6867628"/>
              <a:ext cx="1025338" cy="1025338"/>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dirty="0">
                  <a:solidFill>
                    <a:schemeClr val="tx1"/>
                  </a:solidFill>
                  <a:latin typeface="Arial" panose="020B0604020202020204" pitchFamily="34" charset="0"/>
                </a:rPr>
                <a:t>03</a:t>
              </a:r>
            </a:p>
          </p:txBody>
        </p:sp>
        <p:sp>
          <p:nvSpPr>
            <p:cNvPr id="102" name="Textfeld 101"/>
            <p:cNvSpPr txBox="1"/>
            <p:nvPr/>
          </p:nvSpPr>
          <p:spPr>
            <a:xfrm>
              <a:off x="12176844" y="9575499"/>
              <a:ext cx="4764828" cy="646330"/>
            </a:xfrm>
            <a:prstGeom prst="rect">
              <a:avLst/>
            </a:prstGeom>
            <a:noFill/>
          </p:spPr>
          <p:txBody>
            <a:bodyPr wrap="square" rtlCol="0">
              <a:spAutoFit/>
            </a:bodyPr>
            <a:lstStyle/>
            <a:p>
              <a:pPr algn="ctr"/>
              <a:r>
                <a:rPr lang="de-DE" sz="1500" dirty="0">
                  <a:latin typeface="Arial" panose="020B0604020202020204" pitchFamily="34" charset="0"/>
                </a:rPr>
                <a:t>Discription </a:t>
              </a:r>
              <a:r>
                <a:rPr lang="de-DE" sz="1500" b="1" dirty="0">
                  <a:latin typeface="Arial" panose="020B0604020202020204" pitchFamily="34" charset="0"/>
                </a:rPr>
                <a:t>Three</a:t>
              </a:r>
            </a:p>
          </p:txBody>
        </p:sp>
        <p:sp>
          <p:nvSpPr>
            <p:cNvPr id="103" name="Textfeld 102"/>
            <p:cNvSpPr txBox="1"/>
            <p:nvPr/>
          </p:nvSpPr>
          <p:spPr>
            <a:xfrm>
              <a:off x="12450266" y="10141327"/>
              <a:ext cx="4211618" cy="670312"/>
            </a:xfrm>
            <a:prstGeom prst="rect">
              <a:avLst/>
            </a:prstGeom>
            <a:noFill/>
          </p:spPr>
          <p:txBody>
            <a:bodyPr wrap="square" rtlCol="0">
              <a:spAutoFit/>
            </a:bodyPr>
            <a:lstStyle/>
            <a:p>
              <a:pPr algn="ctr">
                <a:lnSpc>
                  <a:spcPct val="150000"/>
                </a:lnSpc>
              </a:pPr>
              <a:r>
                <a:rPr lang="de-DE" sz="1200" dirty="0">
                  <a:latin typeface="Arial" panose="020B0604020202020204" pitchFamily="34" charset="0"/>
                </a:rPr>
                <a:t>Lorem ipsum dolor sit amet.</a:t>
              </a:r>
            </a:p>
          </p:txBody>
        </p:sp>
      </p:grpSp>
      <p:grpSp>
        <p:nvGrpSpPr>
          <p:cNvPr id="6" name="Gruppieren 5"/>
          <p:cNvGrpSpPr/>
          <p:nvPr/>
        </p:nvGrpSpPr>
        <p:grpSpPr>
          <a:xfrm>
            <a:off x="8366723" y="2534663"/>
            <a:ext cx="2382414" cy="2489515"/>
            <a:chOff x="16814936" y="5832610"/>
            <a:chExt cx="4764828" cy="4979029"/>
          </a:xfrm>
        </p:grpSpPr>
        <p:sp>
          <p:nvSpPr>
            <p:cNvPr id="71" name="Freeform 6"/>
            <p:cNvSpPr>
              <a:spLocks/>
            </p:cNvSpPr>
            <p:nvPr/>
          </p:nvSpPr>
          <p:spPr bwMode="auto">
            <a:xfrm>
              <a:off x="19895124" y="6067418"/>
              <a:ext cx="608467" cy="606747"/>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2" name="Freeform 7"/>
            <p:cNvSpPr>
              <a:spLocks/>
            </p:cNvSpPr>
            <p:nvPr/>
          </p:nvSpPr>
          <p:spPr bwMode="auto">
            <a:xfrm>
              <a:off x="19177735" y="5832610"/>
              <a:ext cx="730535" cy="326854"/>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3" name="Freeform 8"/>
            <p:cNvSpPr>
              <a:spLocks/>
            </p:cNvSpPr>
            <p:nvPr/>
          </p:nvSpPr>
          <p:spPr bwMode="auto">
            <a:xfrm>
              <a:off x="20409691" y="6664773"/>
              <a:ext cx="326769" cy="726968"/>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4" name="Freeform 9"/>
            <p:cNvSpPr>
              <a:spLocks/>
            </p:cNvSpPr>
            <p:nvPr/>
          </p:nvSpPr>
          <p:spPr bwMode="auto">
            <a:xfrm>
              <a:off x="20409691" y="7466879"/>
              <a:ext cx="326769" cy="73072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7" name="Freeform 10"/>
            <p:cNvSpPr>
              <a:spLocks/>
            </p:cNvSpPr>
            <p:nvPr/>
          </p:nvSpPr>
          <p:spPr bwMode="auto">
            <a:xfrm>
              <a:off x="19895124" y="8184455"/>
              <a:ext cx="608467" cy="608626"/>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8" name="Freeform 11"/>
            <p:cNvSpPr>
              <a:spLocks/>
            </p:cNvSpPr>
            <p:nvPr/>
          </p:nvSpPr>
          <p:spPr bwMode="auto">
            <a:xfrm>
              <a:off x="19177735" y="8702912"/>
              <a:ext cx="730535" cy="323098"/>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79" name="Freeform 12"/>
            <p:cNvSpPr>
              <a:spLocks/>
            </p:cNvSpPr>
            <p:nvPr/>
          </p:nvSpPr>
          <p:spPr bwMode="auto">
            <a:xfrm>
              <a:off x="18375838" y="8702912"/>
              <a:ext cx="726779" cy="323098"/>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0" name="Freeform 13"/>
            <p:cNvSpPr>
              <a:spLocks/>
            </p:cNvSpPr>
            <p:nvPr/>
          </p:nvSpPr>
          <p:spPr bwMode="auto">
            <a:xfrm>
              <a:off x="17778638" y="8184455"/>
              <a:ext cx="606589" cy="608626"/>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1" name="Freeform 14"/>
            <p:cNvSpPr>
              <a:spLocks/>
            </p:cNvSpPr>
            <p:nvPr/>
          </p:nvSpPr>
          <p:spPr bwMode="auto">
            <a:xfrm>
              <a:off x="17543891" y="7466879"/>
              <a:ext cx="326769" cy="73072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2" name="Freeform 15"/>
            <p:cNvSpPr>
              <a:spLocks/>
            </p:cNvSpPr>
            <p:nvPr/>
          </p:nvSpPr>
          <p:spPr bwMode="auto">
            <a:xfrm>
              <a:off x="17543891" y="6664773"/>
              <a:ext cx="326769" cy="726968"/>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accent1"/>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3" name="Freeform 16"/>
            <p:cNvSpPr>
              <a:spLocks/>
            </p:cNvSpPr>
            <p:nvPr/>
          </p:nvSpPr>
          <p:spPr bwMode="auto">
            <a:xfrm>
              <a:off x="17778638" y="6067418"/>
              <a:ext cx="606589" cy="606747"/>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84" name="Freeform 17"/>
            <p:cNvSpPr>
              <a:spLocks/>
            </p:cNvSpPr>
            <p:nvPr/>
          </p:nvSpPr>
          <p:spPr bwMode="auto">
            <a:xfrm>
              <a:off x="18375838" y="5832610"/>
              <a:ext cx="726779" cy="326854"/>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2"/>
            </a:solidFill>
            <a:ln>
              <a:noFill/>
            </a:ln>
          </p:spPr>
          <p:txBody>
            <a:bodyPr vert="horz" wrap="square" lIns="45720" tIns="22860" rIns="45720" bIns="22860" numCol="1" anchor="t" anchorCtr="0" compatLnSpc="1">
              <a:prstTxWarp prst="textNoShape">
                <a:avLst/>
              </a:prstTxWarp>
            </a:bodyPr>
            <a:lstStyle/>
            <a:p>
              <a:endParaRPr lang="id-ID" sz="900" dirty="0">
                <a:latin typeface="Arial" panose="020B0604020202020204" pitchFamily="34" charset="0"/>
              </a:endParaRPr>
            </a:p>
          </p:txBody>
        </p:sp>
        <p:sp>
          <p:nvSpPr>
            <p:cNvPr id="97" name="Ellipse 96"/>
            <p:cNvSpPr/>
            <p:nvPr/>
          </p:nvSpPr>
          <p:spPr>
            <a:xfrm>
              <a:off x="18627508" y="6881992"/>
              <a:ext cx="1025338" cy="1025338"/>
            </a:xfrm>
            <a:prstGeom prst="ellipse">
              <a:avLst/>
            </a:prstGeom>
            <a:no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de-DE" sz="1250" dirty="0">
                  <a:solidFill>
                    <a:schemeClr val="tx1"/>
                  </a:solidFill>
                  <a:latin typeface="Arial" panose="020B0604020202020204" pitchFamily="34" charset="0"/>
                </a:rPr>
                <a:t>04</a:t>
              </a:r>
            </a:p>
          </p:txBody>
        </p:sp>
        <p:sp>
          <p:nvSpPr>
            <p:cNvPr id="104" name="Textfeld 103"/>
            <p:cNvSpPr txBox="1"/>
            <p:nvPr/>
          </p:nvSpPr>
          <p:spPr>
            <a:xfrm>
              <a:off x="16814936" y="9575499"/>
              <a:ext cx="4764828" cy="646330"/>
            </a:xfrm>
            <a:prstGeom prst="rect">
              <a:avLst/>
            </a:prstGeom>
            <a:noFill/>
          </p:spPr>
          <p:txBody>
            <a:bodyPr wrap="square" rtlCol="0">
              <a:spAutoFit/>
            </a:bodyPr>
            <a:lstStyle/>
            <a:p>
              <a:pPr algn="ctr"/>
              <a:r>
                <a:rPr lang="de-DE" sz="1500" dirty="0">
                  <a:latin typeface="Arial" panose="020B0604020202020204" pitchFamily="34" charset="0"/>
                </a:rPr>
                <a:t>Discription </a:t>
              </a:r>
              <a:r>
                <a:rPr lang="de-DE" sz="1500" b="1" dirty="0">
                  <a:latin typeface="Arial" panose="020B0604020202020204" pitchFamily="34" charset="0"/>
                </a:rPr>
                <a:t>Four</a:t>
              </a:r>
            </a:p>
          </p:txBody>
        </p:sp>
        <p:sp>
          <p:nvSpPr>
            <p:cNvPr id="105" name="Textfeld 104"/>
            <p:cNvSpPr txBox="1"/>
            <p:nvPr/>
          </p:nvSpPr>
          <p:spPr>
            <a:xfrm>
              <a:off x="17121038" y="10141327"/>
              <a:ext cx="4152624" cy="670312"/>
            </a:xfrm>
            <a:prstGeom prst="rect">
              <a:avLst/>
            </a:prstGeom>
            <a:noFill/>
          </p:spPr>
          <p:txBody>
            <a:bodyPr wrap="square" rtlCol="0">
              <a:spAutoFit/>
            </a:bodyPr>
            <a:lstStyle/>
            <a:p>
              <a:pPr algn="ctr">
                <a:lnSpc>
                  <a:spcPct val="150000"/>
                </a:lnSpc>
              </a:pPr>
              <a:r>
                <a:rPr lang="de-DE" sz="1200" dirty="0">
                  <a:latin typeface="Arial" panose="020B0604020202020204" pitchFamily="34" charset="0"/>
                </a:rPr>
                <a:t>Lorem ipsum dolor sit amet.</a:t>
              </a:r>
            </a:p>
          </p:txBody>
        </p:sp>
      </p:grpSp>
      <p:sp>
        <p:nvSpPr>
          <p:cNvPr id="106" name="Textfeld 105"/>
          <p:cNvSpPr txBox="1"/>
          <p:nvPr/>
        </p:nvSpPr>
        <p:spPr>
          <a:xfrm>
            <a:off x="1644324" y="5466619"/>
            <a:ext cx="8865700" cy="477054"/>
          </a:xfrm>
          <a:prstGeom prst="rect">
            <a:avLst/>
          </a:prstGeom>
          <a:noFill/>
        </p:spPr>
        <p:txBody>
          <a:bodyPr wrap="square" rtlCol="0">
            <a:spAutoFit/>
          </a:bodyPr>
          <a:lstStyle/>
          <a:p>
            <a:pPr algn="ctr"/>
            <a:r>
              <a:rPr lang="en-US" sz="2500" dirty="0">
                <a:latin typeface="Arial" panose="020B0604020202020204" pitchFamily="34" charset="0"/>
              </a:rPr>
              <a:t>Connecting to a better world.</a:t>
            </a:r>
            <a:endParaRPr lang="de-DE" sz="2500" b="1" dirty="0">
              <a:latin typeface="Arial" panose="020B0604020202020204" pitchFamily="34" charset="0"/>
            </a:endParaRPr>
          </a:p>
        </p:txBody>
      </p:sp>
      <p:sp>
        <p:nvSpPr>
          <p:cNvPr id="2" name="Title 1">
            <a:extLst>
              <a:ext uri="{FF2B5EF4-FFF2-40B4-BE49-F238E27FC236}">
                <a16:creationId xmlns:a16="http://schemas.microsoft.com/office/drawing/2014/main" id="{1D15CE63-930D-40F0-91E1-2C85BE0CE48F}"/>
              </a:ext>
            </a:extLst>
          </p:cNvPr>
          <p:cNvSpPr>
            <a:spLocks noGrp="1"/>
          </p:cNvSpPr>
          <p:nvPr>
            <p:ph type="title"/>
          </p:nvPr>
        </p:nvSpPr>
        <p:spPr/>
        <p:txBody>
          <a:bodyPr/>
          <a:lstStyle/>
          <a:p>
            <a:endParaRPr lang="en-US"/>
          </a:p>
        </p:txBody>
      </p:sp>
      <p:sp>
        <p:nvSpPr>
          <p:cNvPr id="8" name="Text Placeholder 7">
            <a:extLst>
              <a:ext uri="{FF2B5EF4-FFF2-40B4-BE49-F238E27FC236}">
                <a16:creationId xmlns:a16="http://schemas.microsoft.com/office/drawing/2014/main" id="{CB9DEC73-A7C9-4220-BDF5-EB72818D227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33000368"/>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pieren 5"/>
          <p:cNvGrpSpPr/>
          <p:nvPr/>
        </p:nvGrpSpPr>
        <p:grpSpPr>
          <a:xfrm>
            <a:off x="4003302" y="2414205"/>
            <a:ext cx="4182907" cy="3137091"/>
            <a:chOff x="8003428" y="4462650"/>
            <a:chExt cx="8365814" cy="6274182"/>
          </a:xfrm>
        </p:grpSpPr>
        <p:sp>
          <p:nvSpPr>
            <p:cNvPr id="40" name="Textfeld 39"/>
            <p:cNvSpPr txBox="1"/>
            <p:nvPr/>
          </p:nvSpPr>
          <p:spPr>
            <a:xfrm>
              <a:off x="11776248" y="4462650"/>
              <a:ext cx="1713056" cy="461664"/>
            </a:xfrm>
            <a:prstGeom prst="rect">
              <a:avLst/>
            </a:prstGeom>
            <a:noFill/>
          </p:spPr>
          <p:txBody>
            <a:bodyPr wrap="square" rtlCol="0">
              <a:spAutoFit/>
            </a:bodyPr>
            <a:lstStyle/>
            <a:p>
              <a:r>
                <a:rPr lang="de-DE" sz="900" dirty="0">
                  <a:latin typeface="Arial" panose="020B0604020202020204" pitchFamily="34" charset="0"/>
                </a:rPr>
                <a:t>01   January</a:t>
              </a:r>
            </a:p>
          </p:txBody>
        </p:sp>
        <p:sp>
          <p:nvSpPr>
            <p:cNvPr id="46" name="Textfeld 45"/>
            <p:cNvSpPr txBox="1"/>
            <p:nvPr/>
          </p:nvSpPr>
          <p:spPr>
            <a:xfrm>
              <a:off x="11776246" y="5583870"/>
              <a:ext cx="1827066" cy="461664"/>
            </a:xfrm>
            <a:prstGeom prst="rect">
              <a:avLst/>
            </a:prstGeom>
            <a:noFill/>
          </p:spPr>
          <p:txBody>
            <a:bodyPr wrap="square" rtlCol="0">
              <a:spAutoFit/>
            </a:bodyPr>
            <a:lstStyle/>
            <a:p>
              <a:r>
                <a:rPr lang="de-DE" sz="900" dirty="0">
                  <a:latin typeface="Arial" panose="020B0604020202020204" pitchFamily="34" charset="0"/>
                </a:rPr>
                <a:t>02   February</a:t>
              </a:r>
            </a:p>
          </p:txBody>
        </p:sp>
        <p:sp>
          <p:nvSpPr>
            <p:cNvPr id="47" name="Textfeld 46"/>
            <p:cNvSpPr txBox="1"/>
            <p:nvPr/>
          </p:nvSpPr>
          <p:spPr>
            <a:xfrm>
              <a:off x="11776246" y="6706220"/>
              <a:ext cx="1518222" cy="461664"/>
            </a:xfrm>
            <a:prstGeom prst="rect">
              <a:avLst/>
            </a:prstGeom>
            <a:noFill/>
          </p:spPr>
          <p:txBody>
            <a:bodyPr wrap="square" rtlCol="0">
              <a:spAutoFit/>
            </a:bodyPr>
            <a:lstStyle/>
            <a:p>
              <a:r>
                <a:rPr lang="de-DE" sz="900" dirty="0">
                  <a:latin typeface="Arial" panose="020B0604020202020204" pitchFamily="34" charset="0"/>
                </a:rPr>
                <a:t>03   March</a:t>
              </a:r>
            </a:p>
          </p:txBody>
        </p:sp>
        <p:sp>
          <p:nvSpPr>
            <p:cNvPr id="48" name="Textfeld 47"/>
            <p:cNvSpPr txBox="1"/>
            <p:nvPr/>
          </p:nvSpPr>
          <p:spPr>
            <a:xfrm>
              <a:off x="11776246" y="7842648"/>
              <a:ext cx="1518222" cy="461664"/>
            </a:xfrm>
            <a:prstGeom prst="rect">
              <a:avLst/>
            </a:prstGeom>
            <a:noFill/>
          </p:spPr>
          <p:txBody>
            <a:bodyPr wrap="square" rtlCol="0">
              <a:spAutoFit/>
            </a:bodyPr>
            <a:lstStyle/>
            <a:p>
              <a:r>
                <a:rPr lang="de-DE" sz="900" dirty="0">
                  <a:latin typeface="Arial" panose="020B0604020202020204" pitchFamily="34" charset="0"/>
                </a:rPr>
                <a:t>04   April</a:t>
              </a:r>
            </a:p>
          </p:txBody>
        </p:sp>
        <p:sp>
          <p:nvSpPr>
            <p:cNvPr id="49" name="Textfeld 48"/>
            <p:cNvSpPr txBox="1"/>
            <p:nvPr/>
          </p:nvSpPr>
          <p:spPr>
            <a:xfrm>
              <a:off x="11776246" y="8958474"/>
              <a:ext cx="1518222" cy="461664"/>
            </a:xfrm>
            <a:prstGeom prst="rect">
              <a:avLst/>
            </a:prstGeom>
            <a:noFill/>
          </p:spPr>
          <p:txBody>
            <a:bodyPr wrap="square" rtlCol="0">
              <a:spAutoFit/>
            </a:bodyPr>
            <a:lstStyle/>
            <a:p>
              <a:r>
                <a:rPr lang="de-DE" sz="900" dirty="0">
                  <a:latin typeface="Arial" panose="020B0604020202020204" pitchFamily="34" charset="0"/>
                </a:rPr>
                <a:t>05   May</a:t>
              </a:r>
            </a:p>
          </p:txBody>
        </p:sp>
        <p:sp>
          <p:nvSpPr>
            <p:cNvPr id="50" name="Textfeld 49"/>
            <p:cNvSpPr txBox="1"/>
            <p:nvPr/>
          </p:nvSpPr>
          <p:spPr>
            <a:xfrm>
              <a:off x="11776246" y="10084390"/>
              <a:ext cx="1518222" cy="461664"/>
            </a:xfrm>
            <a:prstGeom prst="rect">
              <a:avLst/>
            </a:prstGeom>
            <a:noFill/>
          </p:spPr>
          <p:txBody>
            <a:bodyPr wrap="square" rtlCol="0">
              <a:spAutoFit/>
            </a:bodyPr>
            <a:lstStyle/>
            <a:p>
              <a:r>
                <a:rPr lang="de-DE" sz="900" dirty="0">
                  <a:latin typeface="Arial" panose="020B0604020202020204" pitchFamily="34" charset="0"/>
                </a:rPr>
                <a:t>06   June</a:t>
              </a:r>
            </a:p>
          </p:txBody>
        </p:sp>
        <p:sp>
          <p:nvSpPr>
            <p:cNvPr id="51" name="Rechteck 50"/>
            <p:cNvSpPr/>
            <p:nvPr/>
          </p:nvSpPr>
          <p:spPr>
            <a:xfrm rot="16200000">
              <a:off x="13172399" y="3877039"/>
              <a:ext cx="271123" cy="2218325"/>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3" name="Rechteck 52"/>
            <p:cNvSpPr/>
            <p:nvPr/>
          </p:nvSpPr>
          <p:spPr>
            <a:xfrm rot="16200000">
              <a:off x="14148455" y="4023990"/>
              <a:ext cx="271123" cy="4170450"/>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solidFill>
                  <a:schemeClr val="bg2">
                    <a:lumMod val="50000"/>
                  </a:schemeClr>
                </a:solidFill>
              </a:endParaRPr>
            </a:p>
          </p:txBody>
        </p:sp>
        <p:sp>
          <p:nvSpPr>
            <p:cNvPr id="54" name="Rechteck 53"/>
            <p:cNvSpPr/>
            <p:nvPr/>
          </p:nvSpPr>
          <p:spPr>
            <a:xfrm rot="16200000">
              <a:off x="13542120" y="5753346"/>
              <a:ext cx="271123" cy="2957766"/>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5" name="Rechteck 54"/>
            <p:cNvSpPr/>
            <p:nvPr/>
          </p:nvSpPr>
          <p:spPr>
            <a:xfrm rot="16200000">
              <a:off x="13758086" y="6654528"/>
              <a:ext cx="271123" cy="3401431"/>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6" name="Rechteck 55"/>
            <p:cNvSpPr/>
            <p:nvPr/>
          </p:nvSpPr>
          <p:spPr>
            <a:xfrm rot="16200000">
              <a:off x="13166539" y="8369094"/>
              <a:ext cx="271123" cy="2218325"/>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7" name="Rechteck 56"/>
            <p:cNvSpPr/>
            <p:nvPr/>
          </p:nvSpPr>
          <p:spPr>
            <a:xfrm rot="16200000">
              <a:off x="12944713" y="9713941"/>
              <a:ext cx="271123" cy="1774660"/>
            </a:xfrm>
            <a:prstGeom prst="rect">
              <a:avLst/>
            </a:prstGeom>
            <a:solidFill>
              <a:schemeClr val="tx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8" name="Rechteck 57"/>
            <p:cNvSpPr/>
            <p:nvPr/>
          </p:nvSpPr>
          <p:spPr>
            <a:xfrm rot="5400000">
              <a:off x="10504172" y="9067137"/>
              <a:ext cx="271123" cy="3068262"/>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59" name="Rechteck 58"/>
            <p:cNvSpPr/>
            <p:nvPr/>
          </p:nvSpPr>
          <p:spPr>
            <a:xfrm rot="5400000">
              <a:off x="9953091" y="7393029"/>
              <a:ext cx="271123" cy="4170450"/>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solidFill>
                  <a:schemeClr val="bg2">
                    <a:lumMod val="50000"/>
                  </a:schemeClr>
                </a:solidFill>
              </a:endParaRPr>
            </a:p>
          </p:txBody>
        </p:sp>
        <p:sp>
          <p:nvSpPr>
            <p:cNvPr id="75" name="Rechteck 74"/>
            <p:cNvSpPr/>
            <p:nvPr/>
          </p:nvSpPr>
          <p:spPr>
            <a:xfrm rot="5400000">
              <a:off x="11014226" y="7331156"/>
              <a:ext cx="271123" cy="2048169"/>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76" name="Rechteck 75"/>
            <p:cNvSpPr/>
            <p:nvPr/>
          </p:nvSpPr>
          <p:spPr>
            <a:xfrm rot="5400000">
              <a:off x="10707377" y="5901290"/>
              <a:ext cx="271123" cy="2661874"/>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77" name="Rechteck 76"/>
            <p:cNvSpPr/>
            <p:nvPr/>
          </p:nvSpPr>
          <p:spPr>
            <a:xfrm rot="5400000">
              <a:off x="10556495" y="4627400"/>
              <a:ext cx="271123" cy="2963625"/>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78" name="Rechteck 77"/>
            <p:cNvSpPr/>
            <p:nvPr/>
          </p:nvSpPr>
          <p:spPr>
            <a:xfrm rot="5400000">
              <a:off x="11247129" y="4195013"/>
              <a:ext cx="271123" cy="1582377"/>
            </a:xfrm>
            <a:prstGeom prst="rect">
              <a:avLst/>
            </a:prstGeom>
            <a:solidFill>
              <a:schemeClr val="accent1"/>
            </a:solidFill>
            <a:ln>
              <a:noFill/>
            </a:ln>
            <a:effectLst>
              <a:outerShdw blurRad="38100" dist="381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grpSp>
      <p:grpSp>
        <p:nvGrpSpPr>
          <p:cNvPr id="3" name="Gruppieren 2"/>
          <p:cNvGrpSpPr/>
          <p:nvPr/>
        </p:nvGrpSpPr>
        <p:grpSpPr>
          <a:xfrm>
            <a:off x="7958745" y="2302357"/>
            <a:ext cx="3668129" cy="1386054"/>
            <a:chOff x="15645454" y="4238954"/>
            <a:chExt cx="7336257" cy="2772108"/>
          </a:xfrm>
        </p:grpSpPr>
        <p:sp>
          <p:nvSpPr>
            <p:cNvPr id="89" name="Shape 615"/>
            <p:cNvSpPr/>
            <p:nvPr/>
          </p:nvSpPr>
          <p:spPr>
            <a:xfrm>
              <a:off x="17859684" y="4944876"/>
              <a:ext cx="5122027" cy="1047942"/>
            </a:xfrm>
            <a:prstGeom prst="rect">
              <a:avLst/>
            </a:prstGeom>
            <a:noFill/>
            <a:ln>
              <a:noFill/>
            </a:ln>
          </p:spPr>
          <p:txBody>
            <a:bodyPr lIns="91412" tIns="45700" rIns="91412" bIns="4570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90" name="Shape 616"/>
            <p:cNvSpPr/>
            <p:nvPr/>
          </p:nvSpPr>
          <p:spPr>
            <a:xfrm>
              <a:off x="17859683" y="4238954"/>
              <a:ext cx="3089151" cy="800182"/>
            </a:xfrm>
            <a:prstGeom prst="rect">
              <a:avLst/>
            </a:prstGeom>
            <a:noFill/>
            <a:ln>
              <a:noFill/>
            </a:ln>
          </p:spPr>
          <p:txBody>
            <a:bodyPr lIns="91412" tIns="45700" rIns="91412" bIns="45700" anchor="t" anchorCtr="0">
              <a:noAutofit/>
            </a:bodyPr>
            <a:lstStyle/>
            <a:p>
              <a:pPr>
                <a:lnSpc>
                  <a:spcPct val="130000"/>
                </a:lnSpc>
                <a:buSzPct val="25000"/>
              </a:pPr>
              <a:r>
                <a:rPr lang="en-US" sz="1501" b="1" dirty="0">
                  <a:latin typeface="Arial" panose="020B0604020202020204" pitchFamily="34" charset="0"/>
                  <a:ea typeface="Roboto"/>
                  <a:cs typeface="Roboto"/>
                  <a:sym typeface="Roboto"/>
                </a:rPr>
                <a:t>Smart phones</a:t>
              </a:r>
              <a:endParaRPr lang="id-ID" sz="1501" b="1" dirty="0">
                <a:latin typeface="Arial" panose="020B0604020202020204" pitchFamily="34" charset="0"/>
                <a:ea typeface="Roboto"/>
                <a:cs typeface="Roboto"/>
                <a:sym typeface="Roboto"/>
              </a:endParaRPr>
            </a:p>
          </p:txBody>
        </p:sp>
        <p:sp>
          <p:nvSpPr>
            <p:cNvPr id="91" name="Ellipse 90"/>
            <p:cNvSpPr/>
            <p:nvPr/>
          </p:nvSpPr>
          <p:spPr>
            <a:xfrm rot="18526084">
              <a:off x="16618010" y="4486898"/>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lumMod val="95000"/>
                    <a:lumOff val="5000"/>
                  </a:schemeClr>
                </a:solidFill>
                <a:latin typeface="Arial" panose="020B0604020202020204" pitchFamily="34" charset="0"/>
              </a:endParaRPr>
            </a:p>
          </p:txBody>
        </p:sp>
        <p:sp>
          <p:nvSpPr>
            <p:cNvPr id="95" name="Ellipse 94"/>
            <p:cNvSpPr/>
            <p:nvPr/>
          </p:nvSpPr>
          <p:spPr>
            <a:xfrm rot="18568378">
              <a:off x="15645453" y="6758109"/>
              <a:ext cx="252954" cy="25295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96" name="Gerader Verbinder 95"/>
            <p:cNvCxnSpPr>
              <a:cxnSpLocks/>
              <a:endCxn id="91" idx="2"/>
            </p:cNvCxnSpPr>
            <p:nvPr/>
          </p:nvCxnSpPr>
          <p:spPr>
            <a:xfrm flipV="1">
              <a:off x="15860972" y="5225650"/>
              <a:ext cx="912216" cy="1542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 name="Gruppieren 1"/>
          <p:cNvGrpSpPr/>
          <p:nvPr/>
        </p:nvGrpSpPr>
        <p:grpSpPr>
          <a:xfrm>
            <a:off x="845792" y="2302357"/>
            <a:ext cx="3709551" cy="984464"/>
            <a:chOff x="1688409" y="4238954"/>
            <a:chExt cx="7419102" cy="1968928"/>
          </a:xfrm>
        </p:grpSpPr>
        <p:sp>
          <p:nvSpPr>
            <p:cNvPr id="81" name="Shape 615"/>
            <p:cNvSpPr/>
            <p:nvPr/>
          </p:nvSpPr>
          <p:spPr>
            <a:xfrm>
              <a:off x="1688409" y="4944876"/>
              <a:ext cx="4944312"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82" name="Shape 616"/>
            <p:cNvSpPr/>
            <p:nvPr/>
          </p:nvSpPr>
          <p:spPr>
            <a:xfrm>
              <a:off x="2143125" y="4238954"/>
              <a:ext cx="4489600" cy="800182"/>
            </a:xfrm>
            <a:prstGeom prst="rect">
              <a:avLst/>
            </a:prstGeom>
            <a:noFill/>
            <a:ln>
              <a:noFill/>
            </a:ln>
          </p:spPr>
          <p:txBody>
            <a:bodyPr lIns="91412" tIns="45700" rIns="91412" bIns="45700" anchor="t" anchorCtr="0">
              <a:noAutofit/>
            </a:bodyPr>
            <a:lstStyle/>
            <a:p>
              <a:pPr algn="r">
                <a:lnSpc>
                  <a:spcPct val="130000"/>
                </a:lnSpc>
                <a:buSzPct val="25000"/>
              </a:pPr>
              <a:r>
                <a:rPr lang="en-US" sz="1501" b="1" dirty="0">
                  <a:latin typeface="Arial" panose="020B0604020202020204" pitchFamily="34" charset="0"/>
                  <a:ea typeface="Roboto"/>
                  <a:cs typeface="Roboto"/>
                  <a:sym typeface="Roboto"/>
                </a:rPr>
                <a:t>Mobile Digital divide</a:t>
              </a:r>
              <a:endParaRPr lang="id-ID" sz="1501" dirty="0">
                <a:latin typeface="Arial" panose="020B0604020202020204" pitchFamily="34" charset="0"/>
                <a:ea typeface="Roboto"/>
                <a:cs typeface="Roboto"/>
                <a:sym typeface="Roboto"/>
              </a:endParaRPr>
            </a:p>
          </p:txBody>
        </p:sp>
        <p:sp>
          <p:nvSpPr>
            <p:cNvPr id="83" name="Ellipse 82"/>
            <p:cNvSpPr/>
            <p:nvPr/>
          </p:nvSpPr>
          <p:spPr>
            <a:xfrm rot="1311819">
              <a:off x="6991369" y="4486902"/>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97" name="Ellipse 96"/>
            <p:cNvSpPr/>
            <p:nvPr/>
          </p:nvSpPr>
          <p:spPr>
            <a:xfrm rot="2405043">
              <a:off x="8854557" y="5954930"/>
              <a:ext cx="252954" cy="25295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98" name="Gerader Verbinder 97"/>
            <p:cNvCxnSpPr>
              <a:cxnSpLocks/>
              <a:stCxn id="83" idx="6"/>
              <a:endCxn id="97" idx="2"/>
            </p:cNvCxnSpPr>
            <p:nvPr/>
          </p:nvCxnSpPr>
          <p:spPr>
            <a:xfrm>
              <a:off x="7791715" y="5056588"/>
              <a:ext cx="1092552" cy="943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Gruppieren 4"/>
          <p:cNvGrpSpPr/>
          <p:nvPr/>
        </p:nvGrpSpPr>
        <p:grpSpPr>
          <a:xfrm>
            <a:off x="783242" y="4225671"/>
            <a:ext cx="4228491" cy="876933"/>
            <a:chOff x="1563309" y="8085581"/>
            <a:chExt cx="8456982" cy="1753866"/>
          </a:xfrm>
        </p:grpSpPr>
        <p:sp>
          <p:nvSpPr>
            <p:cNvPr id="79" name="Shape 609"/>
            <p:cNvSpPr/>
            <p:nvPr/>
          </p:nvSpPr>
          <p:spPr>
            <a:xfrm>
              <a:off x="1563309" y="8791505"/>
              <a:ext cx="5069412"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80" name="Shape 610"/>
            <p:cNvSpPr/>
            <p:nvPr/>
          </p:nvSpPr>
          <p:spPr>
            <a:xfrm>
              <a:off x="1668309" y="8085581"/>
              <a:ext cx="4964414" cy="800182"/>
            </a:xfrm>
            <a:prstGeom prst="rect">
              <a:avLst/>
            </a:prstGeom>
            <a:noFill/>
            <a:ln>
              <a:noFill/>
            </a:ln>
          </p:spPr>
          <p:txBody>
            <a:bodyPr lIns="91412" tIns="45700" rIns="91412" bIns="45700" anchor="t" anchorCtr="0">
              <a:noAutofit/>
            </a:bodyPr>
            <a:lstStyle/>
            <a:p>
              <a:pPr algn="r">
                <a:lnSpc>
                  <a:spcPct val="130000"/>
                </a:lnSpc>
                <a:buSzPct val="25000"/>
              </a:pPr>
              <a:r>
                <a:rPr lang="en-US" sz="1501" b="1" dirty="0">
                  <a:latin typeface="Arial" panose="020B0604020202020204" pitchFamily="34" charset="0"/>
                  <a:ea typeface="Roboto"/>
                  <a:cs typeface="Roboto"/>
                  <a:sym typeface="Roboto"/>
                </a:rPr>
                <a:t>Broadband </a:t>
              </a:r>
              <a:r>
                <a:rPr lang="en-US" sz="1501" b="1" dirty="0" err="1">
                  <a:latin typeface="Arial" panose="020B0604020202020204" pitchFamily="34" charset="0"/>
                  <a:ea typeface="Roboto"/>
                  <a:cs typeface="Roboto"/>
                  <a:sym typeface="Roboto"/>
                </a:rPr>
                <a:t>subcriptions</a:t>
              </a:r>
              <a:endParaRPr lang="id-ID" sz="1501" b="1" dirty="0">
                <a:latin typeface="Arial" panose="020B0604020202020204" pitchFamily="34" charset="0"/>
                <a:ea typeface="Roboto"/>
                <a:cs typeface="Roboto"/>
                <a:sym typeface="Roboto"/>
              </a:endParaRPr>
            </a:p>
          </p:txBody>
        </p:sp>
        <p:sp>
          <p:nvSpPr>
            <p:cNvPr id="84" name="Ellipse 83"/>
            <p:cNvSpPr/>
            <p:nvPr/>
          </p:nvSpPr>
          <p:spPr>
            <a:xfrm>
              <a:off x="6991368" y="8436973"/>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100" name="Ellipse 99"/>
            <p:cNvSpPr/>
            <p:nvPr/>
          </p:nvSpPr>
          <p:spPr>
            <a:xfrm rot="2617756">
              <a:off x="9767337" y="8267866"/>
              <a:ext cx="252954" cy="25295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101" name="Gerader Verbinder 100"/>
            <p:cNvCxnSpPr>
              <a:stCxn id="84" idx="6"/>
              <a:endCxn id="100" idx="3"/>
            </p:cNvCxnSpPr>
            <p:nvPr/>
          </p:nvCxnSpPr>
          <p:spPr>
            <a:xfrm flipV="1">
              <a:off x="7821572" y="8397367"/>
              <a:ext cx="1945802" cy="4547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uppieren 3"/>
          <p:cNvGrpSpPr/>
          <p:nvPr/>
        </p:nvGrpSpPr>
        <p:grpSpPr>
          <a:xfrm>
            <a:off x="7056532" y="4225671"/>
            <a:ext cx="4435913" cy="1327125"/>
            <a:chOff x="14109886" y="8085581"/>
            <a:chExt cx="8187233" cy="2654250"/>
          </a:xfrm>
        </p:grpSpPr>
        <p:sp>
          <p:nvSpPr>
            <p:cNvPr id="87" name="Shape 609"/>
            <p:cNvSpPr/>
            <p:nvPr/>
          </p:nvSpPr>
          <p:spPr>
            <a:xfrm>
              <a:off x="17859683" y="8791505"/>
              <a:ext cx="4437436" cy="1047942"/>
            </a:xfrm>
            <a:prstGeom prst="rect">
              <a:avLst/>
            </a:prstGeom>
            <a:noFill/>
            <a:ln>
              <a:noFill/>
            </a:ln>
          </p:spPr>
          <p:txBody>
            <a:bodyPr lIns="91412" tIns="45700" rIns="91412" bIns="4570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88" name="Shape 610"/>
            <p:cNvSpPr/>
            <p:nvPr/>
          </p:nvSpPr>
          <p:spPr>
            <a:xfrm>
              <a:off x="17859683" y="8085581"/>
              <a:ext cx="4332436" cy="800182"/>
            </a:xfrm>
            <a:prstGeom prst="rect">
              <a:avLst/>
            </a:prstGeom>
            <a:noFill/>
            <a:ln>
              <a:noFill/>
            </a:ln>
          </p:spPr>
          <p:txBody>
            <a:bodyPr lIns="91412" tIns="45700" rIns="91412" bIns="45700" anchor="t" anchorCtr="0">
              <a:noAutofit/>
            </a:bodyPr>
            <a:lstStyle/>
            <a:p>
              <a:pPr>
                <a:lnSpc>
                  <a:spcPct val="130000"/>
                </a:lnSpc>
                <a:buSzPct val="25000"/>
              </a:pPr>
              <a:r>
                <a:rPr lang="en-US" sz="1501" b="1" dirty="0" err="1">
                  <a:latin typeface="Arial" panose="020B0604020202020204" pitchFamily="34" charset="0"/>
                  <a:ea typeface="Roboto"/>
                  <a:cs typeface="Roboto"/>
                  <a:sym typeface="Roboto"/>
                </a:rPr>
                <a:t>Wifi</a:t>
              </a:r>
              <a:r>
                <a:rPr lang="en-US" sz="1501" b="1" dirty="0">
                  <a:latin typeface="Arial" panose="020B0604020202020204" pitchFamily="34" charset="0"/>
                  <a:ea typeface="Roboto"/>
                  <a:cs typeface="Roboto"/>
                  <a:sym typeface="Roboto"/>
                </a:rPr>
                <a:t> access</a:t>
              </a:r>
              <a:endParaRPr lang="id-ID" sz="1501" dirty="0">
                <a:latin typeface="Arial" panose="020B0604020202020204" pitchFamily="34" charset="0"/>
                <a:ea typeface="Roboto"/>
                <a:cs typeface="Roboto"/>
                <a:sym typeface="Roboto"/>
              </a:endParaRPr>
            </a:p>
          </p:txBody>
        </p:sp>
        <p:sp>
          <p:nvSpPr>
            <p:cNvPr id="92" name="Ellipse 91"/>
            <p:cNvSpPr/>
            <p:nvPr/>
          </p:nvSpPr>
          <p:spPr>
            <a:xfrm rot="19935140">
              <a:off x="16619804" y="8433323"/>
              <a:ext cx="830205" cy="893676"/>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99" name="Ellipse 98"/>
            <p:cNvSpPr/>
            <p:nvPr/>
          </p:nvSpPr>
          <p:spPr>
            <a:xfrm rot="19291973">
              <a:off x="14109886" y="10486879"/>
              <a:ext cx="252954" cy="25295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102" name="Gerader Verbinder 101"/>
            <p:cNvCxnSpPr>
              <a:cxnSpLocks/>
              <a:stCxn id="92" idx="2"/>
              <a:endCxn id="99" idx="6"/>
            </p:cNvCxnSpPr>
            <p:nvPr/>
          </p:nvCxnSpPr>
          <p:spPr>
            <a:xfrm flipH="1">
              <a:off x="14335390" y="9089583"/>
              <a:ext cx="2332148" cy="14385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10">
            <a:extLst>
              <a:ext uri="{FF2B5EF4-FFF2-40B4-BE49-F238E27FC236}">
                <a16:creationId xmlns:a16="http://schemas.microsoft.com/office/drawing/2014/main" id="{E13268D4-14A9-4B2F-8F80-B22EFCDEDE1E}"/>
              </a:ext>
            </a:extLst>
          </p:cNvPr>
          <p:cNvSpPr>
            <a:spLocks noGrp="1"/>
          </p:cNvSpPr>
          <p:nvPr>
            <p:ph type="title"/>
          </p:nvPr>
        </p:nvSpPr>
        <p:spPr/>
        <p:txBody>
          <a:bodyPr/>
          <a:lstStyle/>
          <a:p>
            <a:endParaRPr lang="en-US"/>
          </a:p>
        </p:txBody>
      </p:sp>
      <p:sp>
        <p:nvSpPr>
          <p:cNvPr id="13" name="Text Placeholder 12">
            <a:extLst>
              <a:ext uri="{FF2B5EF4-FFF2-40B4-BE49-F238E27FC236}">
                <a16:creationId xmlns:a16="http://schemas.microsoft.com/office/drawing/2014/main" id="{B8E6878F-1A10-4F82-8A5C-080FFE8B965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4313678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Gerader Verbinder 35"/>
          <p:cNvCxnSpPr/>
          <p:nvPr/>
        </p:nvCxnSpPr>
        <p:spPr>
          <a:xfrm>
            <a:off x="8114121" y="14749"/>
            <a:ext cx="0" cy="6858000"/>
          </a:xfrm>
          <a:prstGeom prst="line">
            <a:avLst/>
          </a:prstGeom>
          <a:ln>
            <a:solidFill>
              <a:schemeClr val="accent3">
                <a:alpha val="25000"/>
              </a:schemeClr>
            </a:solidFill>
          </a:ln>
        </p:spPr>
        <p:style>
          <a:lnRef idx="1">
            <a:schemeClr val="accent1"/>
          </a:lnRef>
          <a:fillRef idx="0">
            <a:schemeClr val="accent1"/>
          </a:fillRef>
          <a:effectRef idx="0">
            <a:schemeClr val="accent1"/>
          </a:effectRef>
          <a:fontRef idx="minor">
            <a:schemeClr val="tx1"/>
          </a:fontRef>
        </p:style>
      </p:cxnSp>
      <p:grpSp>
        <p:nvGrpSpPr>
          <p:cNvPr id="45" name="Gruppieren 44"/>
          <p:cNvGrpSpPr/>
          <p:nvPr/>
        </p:nvGrpSpPr>
        <p:grpSpPr>
          <a:xfrm>
            <a:off x="6127226" y="1533263"/>
            <a:ext cx="5356850" cy="1895737"/>
            <a:chOff x="12251277" y="3476964"/>
            <a:chExt cx="10713700" cy="2905780"/>
          </a:xfrm>
        </p:grpSpPr>
        <p:sp>
          <p:nvSpPr>
            <p:cNvPr id="55" name="Shape 616"/>
            <p:cNvSpPr/>
            <p:nvPr/>
          </p:nvSpPr>
          <p:spPr>
            <a:xfrm>
              <a:off x="17087271" y="3726275"/>
              <a:ext cx="5877706" cy="800181"/>
            </a:xfrm>
            <a:prstGeom prst="rect">
              <a:avLst/>
            </a:prstGeom>
            <a:noFill/>
            <a:ln>
              <a:noFill/>
            </a:ln>
          </p:spPr>
          <p:txBody>
            <a:bodyPr lIns="91412" tIns="45700" rIns="91412" bIns="45700" anchor="t" anchorCtr="0">
              <a:noAutofit/>
            </a:bodyPr>
            <a:lstStyle/>
            <a:p>
              <a:pPr>
                <a:lnSpc>
                  <a:spcPct val="130000"/>
                </a:lnSpc>
                <a:buSzPct val="25000"/>
              </a:pPr>
              <a:r>
                <a:rPr lang="en-US" b="1" dirty="0">
                  <a:latin typeface="Arial" panose="020B0604020202020204" pitchFamily="34" charset="0"/>
                  <a:ea typeface="Roboto"/>
                  <a:cs typeface="Roboto"/>
                  <a:sym typeface="Roboto"/>
                </a:rPr>
                <a:t>Broadband penetration</a:t>
              </a:r>
              <a:endParaRPr lang="id-ID" b="1" dirty="0">
                <a:latin typeface="Arial" panose="020B0604020202020204" pitchFamily="34" charset="0"/>
                <a:ea typeface="Roboto"/>
                <a:cs typeface="Roboto"/>
                <a:sym typeface="Roboto"/>
              </a:endParaRPr>
            </a:p>
          </p:txBody>
        </p:sp>
        <p:sp>
          <p:nvSpPr>
            <p:cNvPr id="56" name="Ellipse 55"/>
            <p:cNvSpPr/>
            <p:nvPr/>
          </p:nvSpPr>
          <p:spPr>
            <a:xfrm>
              <a:off x="15780468" y="3476964"/>
              <a:ext cx="830204" cy="83020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57" name="Textfeld 56"/>
            <p:cNvSpPr txBox="1"/>
            <p:nvPr/>
          </p:nvSpPr>
          <p:spPr>
            <a:xfrm>
              <a:off x="17130171" y="4303136"/>
              <a:ext cx="4869340" cy="139743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dolor sit amet, consetetur sadipscing elitr.</a:t>
              </a:r>
            </a:p>
          </p:txBody>
        </p:sp>
        <p:sp>
          <p:nvSpPr>
            <p:cNvPr id="58" name="Shape 616"/>
            <p:cNvSpPr/>
            <p:nvPr/>
          </p:nvSpPr>
          <p:spPr>
            <a:xfrm>
              <a:off x="15362863" y="3624450"/>
              <a:ext cx="1342022" cy="800182"/>
            </a:xfrm>
            <a:prstGeom prst="rect">
              <a:avLst/>
            </a:prstGeom>
            <a:noFill/>
            <a:ln>
              <a:noFill/>
            </a:ln>
          </p:spPr>
          <p:txBody>
            <a:bodyPr lIns="91412" tIns="45700" rIns="91412" bIns="45700" anchor="t" anchorCtr="0">
              <a:noAutofit/>
            </a:bodyPr>
            <a:lstStyle/>
            <a:p>
              <a:pPr algn="ctr">
                <a:lnSpc>
                  <a:spcPct val="130000"/>
                </a:lnSpc>
                <a:buSzPct val="25000"/>
              </a:pPr>
              <a:r>
                <a:rPr lang="de-DE" sz="1400" b="1" dirty="0">
                  <a:latin typeface="Arial" panose="020B0604020202020204" pitchFamily="34" charset="0"/>
                  <a:ea typeface="Roboto"/>
                  <a:cs typeface="Roboto"/>
                  <a:sym typeface="Roboto"/>
                </a:rPr>
                <a:t>One</a:t>
              </a:r>
              <a:endParaRPr lang="id-ID" sz="1400" b="1" dirty="0">
                <a:latin typeface="Arial" panose="020B0604020202020204" pitchFamily="34" charset="0"/>
                <a:ea typeface="Roboto"/>
                <a:cs typeface="Roboto"/>
                <a:sym typeface="Roboto"/>
              </a:endParaRPr>
            </a:p>
          </p:txBody>
        </p:sp>
        <p:sp>
          <p:nvSpPr>
            <p:cNvPr id="59" name="Rechteck 58"/>
            <p:cNvSpPr/>
            <p:nvPr/>
          </p:nvSpPr>
          <p:spPr>
            <a:xfrm rot="16200000">
              <a:off x="17287158" y="5080507"/>
              <a:ext cx="271123" cy="2218325"/>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61" name="Rechteck 60"/>
            <p:cNvSpPr/>
            <p:nvPr/>
          </p:nvSpPr>
          <p:spPr>
            <a:xfrm rot="5400000">
              <a:off x="15214403" y="5398481"/>
              <a:ext cx="271123" cy="1582377"/>
            </a:xfrm>
            <a:prstGeom prst="rect">
              <a:avLst/>
            </a:prstGeom>
            <a:solidFill>
              <a:srgbClr val="1EA1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62" name="Shape 616"/>
            <p:cNvSpPr/>
            <p:nvPr/>
          </p:nvSpPr>
          <p:spPr>
            <a:xfrm>
              <a:off x="12251277" y="5915600"/>
              <a:ext cx="2232685" cy="467144"/>
            </a:xfrm>
            <a:prstGeom prst="rect">
              <a:avLst/>
            </a:prstGeom>
            <a:noFill/>
            <a:ln>
              <a:noFill/>
            </a:ln>
          </p:spPr>
          <p:txBody>
            <a:bodyPr lIns="91412" tIns="45700" rIns="91412" bIns="45700" anchor="t" anchorCtr="0">
              <a:noAutofit/>
            </a:bodyPr>
            <a:lstStyle/>
            <a:p>
              <a:pPr algn="r">
                <a:lnSpc>
                  <a:spcPct val="130000"/>
                </a:lnSpc>
                <a:buSzPct val="25000"/>
              </a:pPr>
              <a:r>
                <a:rPr lang="de-DE" sz="1200" dirty="0">
                  <a:latin typeface="Arial" panose="020B0604020202020204" pitchFamily="34" charset="0"/>
                  <a:ea typeface="Roboto"/>
                  <a:cs typeface="Roboto"/>
                  <a:sym typeface="Roboto"/>
                </a:rPr>
                <a:t>Point One</a:t>
              </a:r>
              <a:endParaRPr lang="id-ID" sz="1200" dirty="0">
                <a:latin typeface="Arial" panose="020B0604020202020204" pitchFamily="34" charset="0"/>
                <a:ea typeface="Roboto"/>
                <a:cs typeface="Roboto"/>
                <a:sym typeface="Roboto"/>
              </a:endParaRPr>
            </a:p>
          </p:txBody>
        </p:sp>
        <p:sp>
          <p:nvSpPr>
            <p:cNvPr id="63" name="Shape 616"/>
            <p:cNvSpPr/>
            <p:nvPr/>
          </p:nvSpPr>
          <p:spPr>
            <a:xfrm>
              <a:off x="18561378" y="5915600"/>
              <a:ext cx="2232685" cy="467144"/>
            </a:xfrm>
            <a:prstGeom prst="rect">
              <a:avLst/>
            </a:prstGeom>
            <a:noFill/>
            <a:ln>
              <a:noFill/>
            </a:ln>
          </p:spPr>
          <p:txBody>
            <a:bodyPr lIns="91412" tIns="45700" rIns="91412" bIns="45700" anchor="t" anchorCtr="0">
              <a:noAutofit/>
            </a:bodyPr>
            <a:lstStyle/>
            <a:p>
              <a:pPr>
                <a:lnSpc>
                  <a:spcPct val="130000"/>
                </a:lnSpc>
                <a:buSzPct val="25000"/>
              </a:pPr>
              <a:r>
                <a:rPr lang="de-DE" sz="1200" dirty="0">
                  <a:latin typeface="Arial" panose="020B0604020202020204" pitchFamily="34" charset="0"/>
                  <a:ea typeface="Roboto"/>
                  <a:cs typeface="Roboto"/>
                  <a:sym typeface="Roboto"/>
                </a:rPr>
                <a:t>Point One</a:t>
              </a:r>
              <a:endParaRPr lang="id-ID" sz="1200" dirty="0">
                <a:latin typeface="Arial" panose="020B0604020202020204" pitchFamily="34" charset="0"/>
                <a:ea typeface="Roboto"/>
                <a:cs typeface="Roboto"/>
                <a:sym typeface="Roboto"/>
              </a:endParaRPr>
            </a:p>
          </p:txBody>
        </p:sp>
      </p:grpSp>
      <p:grpSp>
        <p:nvGrpSpPr>
          <p:cNvPr id="64" name="Gruppieren 63"/>
          <p:cNvGrpSpPr/>
          <p:nvPr/>
        </p:nvGrpSpPr>
        <p:grpSpPr>
          <a:xfrm>
            <a:off x="5912887" y="4026301"/>
            <a:ext cx="5877960" cy="1693789"/>
            <a:chOff x="12251277" y="8052602"/>
            <a:chExt cx="10484235" cy="2865127"/>
          </a:xfrm>
        </p:grpSpPr>
        <p:sp>
          <p:nvSpPr>
            <p:cNvPr id="66" name="Shape 616"/>
            <p:cNvSpPr/>
            <p:nvPr/>
          </p:nvSpPr>
          <p:spPr>
            <a:xfrm>
              <a:off x="17066172" y="8245334"/>
              <a:ext cx="4718810" cy="800182"/>
            </a:xfrm>
            <a:prstGeom prst="rect">
              <a:avLst/>
            </a:prstGeom>
            <a:noFill/>
            <a:ln>
              <a:noFill/>
            </a:ln>
          </p:spPr>
          <p:txBody>
            <a:bodyPr lIns="91412" tIns="45700" rIns="91412" bIns="45700" anchor="t" anchorCtr="0">
              <a:noAutofit/>
            </a:bodyPr>
            <a:lstStyle/>
            <a:p>
              <a:pPr>
                <a:lnSpc>
                  <a:spcPct val="130000"/>
                </a:lnSpc>
                <a:buSzPct val="25000"/>
              </a:pPr>
              <a:r>
                <a:rPr lang="en-US" b="1" dirty="0">
                  <a:latin typeface="Arial" panose="020B0604020202020204" pitchFamily="34" charset="0"/>
                  <a:ea typeface="Roboto"/>
                  <a:cs typeface="Roboto"/>
                  <a:sym typeface="Roboto"/>
                </a:rPr>
                <a:t>Mobile Subscriptions</a:t>
              </a:r>
              <a:endParaRPr lang="id-ID" b="1" dirty="0">
                <a:latin typeface="Arial" panose="020B0604020202020204" pitchFamily="34" charset="0"/>
                <a:ea typeface="Roboto"/>
                <a:cs typeface="Roboto"/>
                <a:sym typeface="Roboto"/>
              </a:endParaRPr>
            </a:p>
          </p:txBody>
        </p:sp>
        <p:sp>
          <p:nvSpPr>
            <p:cNvPr id="67" name="Ellipse 66"/>
            <p:cNvSpPr/>
            <p:nvPr/>
          </p:nvSpPr>
          <p:spPr>
            <a:xfrm>
              <a:off x="15780468" y="8052602"/>
              <a:ext cx="830204" cy="83020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68" name="Textfeld 67"/>
            <p:cNvSpPr txBox="1"/>
            <p:nvPr/>
          </p:nvSpPr>
          <p:spPr>
            <a:xfrm>
              <a:off x="17130172" y="8878774"/>
              <a:ext cx="5605340" cy="1397434"/>
            </a:xfrm>
            <a:prstGeom prst="rect">
              <a:avLst/>
            </a:prstGeom>
            <a:noFill/>
          </p:spPr>
          <p:txBody>
            <a:bodyPr wrap="square" rtlCol="0">
              <a:spAutoFit/>
            </a:bodyPr>
            <a:lstStyle/>
            <a:p>
              <a:pPr>
                <a:lnSpc>
                  <a:spcPct val="150000"/>
                </a:lnSpc>
              </a:pPr>
              <a:r>
                <a:rPr lang="de-DE" sz="1400" dirty="0">
                  <a:latin typeface="Arial" panose="020B0604020202020204" pitchFamily="34" charset="0"/>
                </a:rPr>
                <a:t>Lorem ipsum dolor sit amet, consetetur sadipscing elitr.</a:t>
              </a:r>
            </a:p>
          </p:txBody>
        </p:sp>
        <p:sp>
          <p:nvSpPr>
            <p:cNvPr id="70" name="Shape 616"/>
            <p:cNvSpPr/>
            <p:nvPr/>
          </p:nvSpPr>
          <p:spPr>
            <a:xfrm>
              <a:off x="15472817" y="8200088"/>
              <a:ext cx="1196852" cy="800182"/>
            </a:xfrm>
            <a:prstGeom prst="rect">
              <a:avLst/>
            </a:prstGeom>
            <a:noFill/>
            <a:ln>
              <a:noFill/>
            </a:ln>
          </p:spPr>
          <p:txBody>
            <a:bodyPr lIns="91412" tIns="45700" rIns="91412" bIns="45700" anchor="t" anchorCtr="0">
              <a:noAutofit/>
            </a:bodyPr>
            <a:lstStyle/>
            <a:p>
              <a:pPr algn="ctr">
                <a:lnSpc>
                  <a:spcPct val="130000"/>
                </a:lnSpc>
                <a:buSzPct val="25000"/>
              </a:pPr>
              <a:r>
                <a:rPr lang="de-DE" sz="1400" b="1" dirty="0">
                  <a:latin typeface="Arial" panose="020B0604020202020204" pitchFamily="34" charset="0"/>
                  <a:ea typeface="Roboto"/>
                  <a:cs typeface="Roboto"/>
                  <a:sym typeface="Roboto"/>
                </a:rPr>
                <a:t>Two</a:t>
              </a:r>
              <a:endParaRPr lang="id-ID" sz="1000" b="1" dirty="0">
                <a:latin typeface="Arial" panose="020B0604020202020204" pitchFamily="34" charset="0"/>
                <a:ea typeface="Roboto"/>
                <a:cs typeface="Roboto"/>
                <a:sym typeface="Roboto"/>
              </a:endParaRPr>
            </a:p>
          </p:txBody>
        </p:sp>
        <p:sp>
          <p:nvSpPr>
            <p:cNvPr id="71" name="Rechteck 70"/>
            <p:cNvSpPr/>
            <p:nvPr/>
          </p:nvSpPr>
          <p:spPr>
            <a:xfrm rot="16200000">
              <a:off x="17287158" y="9615492"/>
              <a:ext cx="271123" cy="2218325"/>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bg2">
                    <a:lumMod val="50000"/>
                  </a:schemeClr>
                </a:solidFill>
                <a:latin typeface="Arial" panose="020B0604020202020204" pitchFamily="34" charset="0"/>
              </a:endParaRPr>
            </a:p>
          </p:txBody>
        </p:sp>
        <p:sp>
          <p:nvSpPr>
            <p:cNvPr id="80" name="Rechteck 79"/>
            <p:cNvSpPr/>
            <p:nvPr/>
          </p:nvSpPr>
          <p:spPr>
            <a:xfrm rot="5400000">
              <a:off x="15214403" y="9933466"/>
              <a:ext cx="271123" cy="1582377"/>
            </a:xfrm>
            <a:prstGeom prst="rect">
              <a:avLst/>
            </a:prstGeom>
            <a:solidFill>
              <a:srgbClr val="1EA1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sp>
          <p:nvSpPr>
            <p:cNvPr id="81" name="Shape 616"/>
            <p:cNvSpPr/>
            <p:nvPr/>
          </p:nvSpPr>
          <p:spPr>
            <a:xfrm>
              <a:off x="12251277" y="10450585"/>
              <a:ext cx="2232685" cy="467144"/>
            </a:xfrm>
            <a:prstGeom prst="rect">
              <a:avLst/>
            </a:prstGeom>
            <a:noFill/>
            <a:ln>
              <a:noFill/>
            </a:ln>
          </p:spPr>
          <p:txBody>
            <a:bodyPr lIns="91412" tIns="45700" rIns="91412" bIns="45700" anchor="t" anchorCtr="0">
              <a:noAutofit/>
            </a:bodyPr>
            <a:lstStyle/>
            <a:p>
              <a:pPr algn="r">
                <a:lnSpc>
                  <a:spcPct val="130000"/>
                </a:lnSpc>
                <a:buSzPct val="25000"/>
              </a:pPr>
              <a:r>
                <a:rPr lang="de-DE" sz="1200" dirty="0">
                  <a:latin typeface="Arial" panose="020B0604020202020204" pitchFamily="34" charset="0"/>
                  <a:ea typeface="Roboto"/>
                  <a:cs typeface="Roboto"/>
                  <a:sym typeface="Roboto"/>
                </a:rPr>
                <a:t>Point One</a:t>
              </a:r>
              <a:endParaRPr lang="id-ID" sz="1200" dirty="0">
                <a:latin typeface="Arial" panose="020B0604020202020204" pitchFamily="34" charset="0"/>
                <a:ea typeface="Roboto"/>
                <a:cs typeface="Roboto"/>
                <a:sym typeface="Roboto"/>
              </a:endParaRPr>
            </a:p>
          </p:txBody>
        </p:sp>
        <p:sp>
          <p:nvSpPr>
            <p:cNvPr id="82" name="Shape 616"/>
            <p:cNvSpPr/>
            <p:nvPr/>
          </p:nvSpPr>
          <p:spPr>
            <a:xfrm>
              <a:off x="18561378" y="10450585"/>
              <a:ext cx="2232685" cy="467144"/>
            </a:xfrm>
            <a:prstGeom prst="rect">
              <a:avLst/>
            </a:prstGeom>
            <a:noFill/>
            <a:ln>
              <a:noFill/>
            </a:ln>
          </p:spPr>
          <p:txBody>
            <a:bodyPr lIns="91412" tIns="45700" rIns="91412" bIns="45700" anchor="t" anchorCtr="0">
              <a:noAutofit/>
            </a:bodyPr>
            <a:lstStyle/>
            <a:p>
              <a:pPr>
                <a:lnSpc>
                  <a:spcPct val="130000"/>
                </a:lnSpc>
                <a:buSzPct val="25000"/>
              </a:pPr>
              <a:r>
                <a:rPr lang="de-DE" sz="1200" dirty="0">
                  <a:latin typeface="Arial" panose="020B0604020202020204" pitchFamily="34" charset="0"/>
                  <a:ea typeface="Roboto"/>
                  <a:cs typeface="Roboto"/>
                  <a:sym typeface="Roboto"/>
                </a:rPr>
                <a:t>Point One</a:t>
              </a:r>
              <a:endParaRPr lang="id-ID" sz="1200" dirty="0">
                <a:latin typeface="Arial" panose="020B0604020202020204" pitchFamily="34" charset="0"/>
                <a:ea typeface="Roboto"/>
                <a:cs typeface="Roboto"/>
                <a:sym typeface="Roboto"/>
              </a:endParaRPr>
            </a:p>
          </p:txBody>
        </p:sp>
      </p:grpSp>
      <p:sp>
        <p:nvSpPr>
          <p:cNvPr id="83" name="Shape 616"/>
          <p:cNvSpPr/>
          <p:nvPr/>
        </p:nvSpPr>
        <p:spPr>
          <a:xfrm>
            <a:off x="962598" y="3042086"/>
            <a:ext cx="5344197" cy="984215"/>
          </a:xfrm>
          <a:prstGeom prst="rect">
            <a:avLst/>
          </a:prstGeom>
          <a:noFill/>
          <a:ln>
            <a:noFill/>
          </a:ln>
          <a:effectLst/>
        </p:spPr>
        <p:txBody>
          <a:bodyPr lIns="91412" tIns="45700" rIns="91412" bIns="45700" anchor="t" anchorCtr="0">
            <a:noAutofit/>
          </a:bodyPr>
          <a:lstStyle/>
          <a:p>
            <a:pPr algn="ctr">
              <a:lnSpc>
                <a:spcPct val="130000"/>
              </a:lnSpc>
              <a:buSzPct val="25000"/>
            </a:pPr>
            <a:r>
              <a:rPr lang="de-DE" sz="4250" b="1" dirty="0">
                <a:latin typeface="Arial" panose="020B0604020202020204" pitchFamily="34" charset="0"/>
                <a:ea typeface="Roboto"/>
                <a:cs typeface="Roboto"/>
                <a:sym typeface="Roboto"/>
              </a:rPr>
              <a:t>Digital divide</a:t>
            </a:r>
            <a:endParaRPr lang="id-ID" sz="4250" b="1" dirty="0">
              <a:latin typeface="Arial" panose="020B0604020202020204" pitchFamily="34" charset="0"/>
              <a:ea typeface="Roboto"/>
              <a:cs typeface="Roboto"/>
              <a:sym typeface="Roboto"/>
            </a:endParaRPr>
          </a:p>
        </p:txBody>
      </p:sp>
      <p:sp>
        <p:nvSpPr>
          <p:cNvPr id="5" name="Text Placeholder 4">
            <a:extLst>
              <a:ext uri="{FF2B5EF4-FFF2-40B4-BE49-F238E27FC236}">
                <a16:creationId xmlns:a16="http://schemas.microsoft.com/office/drawing/2014/main" id="{A55B2BC7-D8D1-4885-B4A5-47D6109E271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11396747"/>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uppieren 47"/>
          <p:cNvGrpSpPr/>
          <p:nvPr/>
        </p:nvGrpSpPr>
        <p:grpSpPr>
          <a:xfrm>
            <a:off x="709020" y="2803308"/>
            <a:ext cx="3369628" cy="1868956"/>
            <a:chOff x="1414865" y="8165100"/>
            <a:chExt cx="6739256" cy="3737911"/>
          </a:xfrm>
        </p:grpSpPr>
        <p:sp>
          <p:nvSpPr>
            <p:cNvPr id="49" name="Rectangle 57"/>
            <p:cNvSpPr/>
            <p:nvPr/>
          </p:nvSpPr>
          <p:spPr>
            <a:xfrm>
              <a:off x="4029038" y="999412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0" name="Rectangle 60"/>
            <p:cNvSpPr/>
            <p:nvPr/>
          </p:nvSpPr>
          <p:spPr>
            <a:xfrm>
              <a:off x="4029039" y="9994120"/>
              <a:ext cx="3348994"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1" name="Rectangle 62"/>
            <p:cNvSpPr/>
            <p:nvPr/>
          </p:nvSpPr>
          <p:spPr>
            <a:xfrm>
              <a:off x="4029038" y="1079267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2" name="Rectangle 65"/>
            <p:cNvSpPr/>
            <p:nvPr/>
          </p:nvSpPr>
          <p:spPr>
            <a:xfrm>
              <a:off x="4029038" y="10792670"/>
              <a:ext cx="2880591"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3" name="Rectangle 67"/>
            <p:cNvSpPr/>
            <p:nvPr/>
          </p:nvSpPr>
          <p:spPr>
            <a:xfrm>
              <a:off x="4029038" y="11598423"/>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4" name="Rectangle 70"/>
            <p:cNvSpPr/>
            <p:nvPr/>
          </p:nvSpPr>
          <p:spPr>
            <a:xfrm>
              <a:off x="4029037" y="11598423"/>
              <a:ext cx="3154331"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55" name="Content Placeholder 2"/>
            <p:cNvSpPr txBox="1">
              <a:spLocks/>
            </p:cNvSpPr>
            <p:nvPr/>
          </p:nvSpPr>
          <p:spPr>
            <a:xfrm>
              <a:off x="1414865" y="9869120"/>
              <a:ext cx="232491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HTM</a:t>
              </a:r>
              <a:r>
                <a:rPr lang="de-DE" sz="1200" dirty="0">
                  <a:solidFill>
                    <a:schemeClr val="tx1"/>
                  </a:solidFill>
                  <a:latin typeface="Arial" panose="020B0604020202020204" pitchFamily="34" charset="0"/>
                </a:rPr>
                <a:t>#</a:t>
              </a:r>
              <a:r>
                <a:rPr lang="id-ID" sz="1200" dirty="0">
                  <a:solidFill>
                    <a:schemeClr val="tx1"/>
                  </a:solidFill>
                  <a:latin typeface="Arial" panose="020B0604020202020204" pitchFamily="34" charset="0"/>
                </a:rPr>
                <a:t>L5</a:t>
              </a:r>
              <a:endParaRPr lang="en-US" sz="1200" dirty="0">
                <a:solidFill>
                  <a:schemeClr val="tx1"/>
                </a:solidFill>
                <a:latin typeface="Arial" panose="020B0604020202020204" pitchFamily="34" charset="0"/>
              </a:endParaRPr>
            </a:p>
          </p:txBody>
        </p:sp>
        <p:sp>
          <p:nvSpPr>
            <p:cNvPr id="56" name="Content Placeholder 2"/>
            <p:cNvSpPr txBox="1">
              <a:spLocks/>
            </p:cNvSpPr>
            <p:nvPr/>
          </p:nvSpPr>
          <p:spPr>
            <a:xfrm>
              <a:off x="1719675" y="10649091"/>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Wordpress</a:t>
              </a:r>
              <a:endParaRPr lang="en-US" sz="1200" dirty="0">
                <a:solidFill>
                  <a:schemeClr val="tx1"/>
                </a:solidFill>
                <a:latin typeface="Arial" panose="020B0604020202020204" pitchFamily="34" charset="0"/>
              </a:endParaRPr>
            </a:p>
          </p:txBody>
        </p:sp>
        <p:sp>
          <p:nvSpPr>
            <p:cNvPr id="57" name="Content Placeholder 2"/>
            <p:cNvSpPr txBox="1">
              <a:spLocks/>
            </p:cNvSpPr>
            <p:nvPr/>
          </p:nvSpPr>
          <p:spPr>
            <a:xfrm>
              <a:off x="1719675" y="11441347"/>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Flash</a:t>
              </a:r>
              <a:endParaRPr lang="en-US" sz="1200" dirty="0">
                <a:solidFill>
                  <a:schemeClr val="tx1"/>
                </a:solidFill>
                <a:latin typeface="Arial" panose="020B0604020202020204" pitchFamily="34" charset="0"/>
              </a:endParaRPr>
            </a:p>
          </p:txBody>
        </p:sp>
        <p:sp>
          <p:nvSpPr>
            <p:cNvPr id="58" name="Textfeld 57"/>
            <p:cNvSpPr txBox="1"/>
            <p:nvPr/>
          </p:nvSpPr>
          <p:spPr>
            <a:xfrm>
              <a:off x="3938017" y="8165100"/>
              <a:ext cx="4216104" cy="646330"/>
            </a:xfrm>
            <a:prstGeom prst="rect">
              <a:avLst/>
            </a:prstGeom>
            <a:noFill/>
          </p:spPr>
          <p:txBody>
            <a:bodyPr wrap="square" rtlCol="0">
              <a:spAutoFit/>
            </a:bodyPr>
            <a:lstStyle/>
            <a:p>
              <a:r>
                <a:rPr lang="de-DE" sz="1500" b="1" dirty="0">
                  <a:latin typeface="Arial" panose="020B0604020202020204" pitchFamily="34" charset="0"/>
                </a:rPr>
                <a:t>Topic One</a:t>
              </a:r>
            </a:p>
          </p:txBody>
        </p:sp>
        <p:sp>
          <p:nvSpPr>
            <p:cNvPr id="59" name="TextBox 102"/>
            <p:cNvSpPr txBox="1"/>
            <p:nvPr/>
          </p:nvSpPr>
          <p:spPr>
            <a:xfrm>
              <a:off x="3948205" y="8731800"/>
              <a:ext cx="1408078" cy="553998"/>
            </a:xfrm>
            <a:prstGeom prst="rect">
              <a:avLst/>
            </a:prstGeom>
            <a:noFill/>
          </p:spPr>
          <p:txBody>
            <a:bodyPr wrap="none" rtlCol="0" anchor="ctr" anchorCtr="0">
              <a:spAutoFit/>
            </a:bodyPr>
            <a:lstStyle/>
            <a:p>
              <a:r>
                <a:rPr lang="en-US" sz="1200" dirty="0">
                  <a:latin typeface="Arial" panose="020B0604020202020204" pitchFamily="34" charset="0"/>
                  <a:ea typeface="Poppins SemiBold" charset="0"/>
                  <a:cs typeface="Poppins SemiBold" charset="0"/>
                </a:rPr>
                <a:t>Design </a:t>
              </a:r>
            </a:p>
          </p:txBody>
        </p:sp>
      </p:grpSp>
      <p:grpSp>
        <p:nvGrpSpPr>
          <p:cNvPr id="60" name="Gruppieren 59"/>
          <p:cNvGrpSpPr/>
          <p:nvPr/>
        </p:nvGrpSpPr>
        <p:grpSpPr>
          <a:xfrm>
            <a:off x="4278129" y="2803308"/>
            <a:ext cx="3360020" cy="1868956"/>
            <a:chOff x="8553083" y="8165100"/>
            <a:chExt cx="6720040" cy="3737911"/>
          </a:xfrm>
        </p:grpSpPr>
        <p:sp>
          <p:nvSpPr>
            <p:cNvPr id="61" name="Rectangle 57"/>
            <p:cNvSpPr/>
            <p:nvPr/>
          </p:nvSpPr>
          <p:spPr>
            <a:xfrm>
              <a:off x="11167256" y="999412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2" name="Rectangle 60"/>
            <p:cNvSpPr/>
            <p:nvPr/>
          </p:nvSpPr>
          <p:spPr>
            <a:xfrm>
              <a:off x="11167257" y="9994120"/>
              <a:ext cx="3348994" cy="180000"/>
            </a:xfrm>
            <a:prstGeom prst="rect">
              <a:avLst/>
            </a:prstGeom>
            <a:solidFill>
              <a:srgbClr val="009CD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3" name="Rectangle 62"/>
            <p:cNvSpPr/>
            <p:nvPr/>
          </p:nvSpPr>
          <p:spPr>
            <a:xfrm>
              <a:off x="11167256" y="1079267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4" name="Rectangle 65"/>
            <p:cNvSpPr/>
            <p:nvPr/>
          </p:nvSpPr>
          <p:spPr>
            <a:xfrm>
              <a:off x="11167256" y="10792670"/>
              <a:ext cx="2880591" cy="180000"/>
            </a:xfrm>
            <a:prstGeom prst="rect">
              <a:avLst/>
            </a:prstGeom>
            <a:solidFill>
              <a:srgbClr val="009CD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5" name="Rectangle 67"/>
            <p:cNvSpPr/>
            <p:nvPr/>
          </p:nvSpPr>
          <p:spPr>
            <a:xfrm>
              <a:off x="11167256" y="11598423"/>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6" name="Rectangle 70"/>
            <p:cNvSpPr/>
            <p:nvPr/>
          </p:nvSpPr>
          <p:spPr>
            <a:xfrm>
              <a:off x="11167255" y="11598423"/>
              <a:ext cx="3154331" cy="180000"/>
            </a:xfrm>
            <a:prstGeom prst="rect">
              <a:avLst/>
            </a:prstGeom>
            <a:solidFill>
              <a:srgbClr val="009CD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67" name="Content Placeholder 2"/>
            <p:cNvSpPr txBox="1">
              <a:spLocks/>
            </p:cNvSpPr>
            <p:nvPr/>
          </p:nvSpPr>
          <p:spPr>
            <a:xfrm>
              <a:off x="8553083" y="9869120"/>
              <a:ext cx="232491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HTM</a:t>
              </a:r>
              <a:r>
                <a:rPr lang="de-DE" sz="1200" dirty="0">
                  <a:solidFill>
                    <a:schemeClr val="tx1"/>
                  </a:solidFill>
                  <a:latin typeface="Arial" panose="020B0604020202020204" pitchFamily="34" charset="0"/>
                </a:rPr>
                <a:t>#</a:t>
              </a:r>
              <a:r>
                <a:rPr lang="id-ID" sz="1200" dirty="0">
                  <a:solidFill>
                    <a:schemeClr val="tx1"/>
                  </a:solidFill>
                  <a:latin typeface="Arial" panose="020B0604020202020204" pitchFamily="34" charset="0"/>
                </a:rPr>
                <a:t>L5</a:t>
              </a:r>
              <a:endParaRPr lang="en-US" sz="1200" dirty="0">
                <a:solidFill>
                  <a:schemeClr val="tx1"/>
                </a:solidFill>
                <a:latin typeface="Arial" panose="020B0604020202020204" pitchFamily="34" charset="0"/>
              </a:endParaRPr>
            </a:p>
          </p:txBody>
        </p:sp>
        <p:sp>
          <p:nvSpPr>
            <p:cNvPr id="68" name="Content Placeholder 2"/>
            <p:cNvSpPr txBox="1">
              <a:spLocks/>
            </p:cNvSpPr>
            <p:nvPr/>
          </p:nvSpPr>
          <p:spPr>
            <a:xfrm>
              <a:off x="8857893" y="10649091"/>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Wordpress</a:t>
              </a:r>
              <a:endParaRPr lang="en-US" sz="1200" dirty="0">
                <a:solidFill>
                  <a:schemeClr val="tx1"/>
                </a:solidFill>
                <a:latin typeface="Arial" panose="020B0604020202020204" pitchFamily="34" charset="0"/>
              </a:endParaRPr>
            </a:p>
          </p:txBody>
        </p:sp>
        <p:sp>
          <p:nvSpPr>
            <p:cNvPr id="69" name="Content Placeholder 2"/>
            <p:cNvSpPr txBox="1">
              <a:spLocks/>
            </p:cNvSpPr>
            <p:nvPr/>
          </p:nvSpPr>
          <p:spPr>
            <a:xfrm>
              <a:off x="8857893" y="11441347"/>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Flash</a:t>
              </a:r>
              <a:endParaRPr lang="en-US" sz="1200" dirty="0">
                <a:solidFill>
                  <a:schemeClr val="tx1"/>
                </a:solidFill>
                <a:latin typeface="Arial" panose="020B0604020202020204" pitchFamily="34" charset="0"/>
              </a:endParaRPr>
            </a:p>
          </p:txBody>
        </p:sp>
        <p:sp>
          <p:nvSpPr>
            <p:cNvPr id="70" name="Textfeld 69"/>
            <p:cNvSpPr txBox="1"/>
            <p:nvPr/>
          </p:nvSpPr>
          <p:spPr>
            <a:xfrm>
              <a:off x="11057019" y="8165100"/>
              <a:ext cx="4216104" cy="646330"/>
            </a:xfrm>
            <a:prstGeom prst="rect">
              <a:avLst/>
            </a:prstGeom>
            <a:noFill/>
          </p:spPr>
          <p:txBody>
            <a:bodyPr wrap="square" rtlCol="0">
              <a:spAutoFit/>
            </a:bodyPr>
            <a:lstStyle/>
            <a:p>
              <a:r>
                <a:rPr lang="de-DE" sz="1500" b="1" dirty="0">
                  <a:latin typeface="Arial" panose="020B0604020202020204" pitchFamily="34" charset="0"/>
                </a:rPr>
                <a:t>Topic Two</a:t>
              </a:r>
            </a:p>
          </p:txBody>
        </p:sp>
        <p:sp>
          <p:nvSpPr>
            <p:cNvPr id="71" name="TextBox 102"/>
            <p:cNvSpPr txBox="1"/>
            <p:nvPr/>
          </p:nvSpPr>
          <p:spPr>
            <a:xfrm>
              <a:off x="11067207" y="8731800"/>
              <a:ext cx="1408078" cy="553998"/>
            </a:xfrm>
            <a:prstGeom prst="rect">
              <a:avLst/>
            </a:prstGeom>
            <a:noFill/>
          </p:spPr>
          <p:txBody>
            <a:bodyPr wrap="none" rtlCol="0" anchor="ctr" anchorCtr="0">
              <a:spAutoFit/>
            </a:bodyPr>
            <a:lstStyle/>
            <a:p>
              <a:r>
                <a:rPr lang="en-US" sz="1200" dirty="0">
                  <a:latin typeface="Arial" panose="020B0604020202020204" pitchFamily="34" charset="0"/>
                  <a:ea typeface="Poppins SemiBold" charset="0"/>
                  <a:cs typeface="Poppins SemiBold" charset="0"/>
                </a:rPr>
                <a:t>Design </a:t>
              </a:r>
            </a:p>
          </p:txBody>
        </p:sp>
      </p:grpSp>
      <p:grpSp>
        <p:nvGrpSpPr>
          <p:cNvPr id="72" name="Gruppieren 71"/>
          <p:cNvGrpSpPr/>
          <p:nvPr/>
        </p:nvGrpSpPr>
        <p:grpSpPr>
          <a:xfrm>
            <a:off x="7847241" y="2803308"/>
            <a:ext cx="3365157" cy="1868956"/>
            <a:chOff x="15691303" y="8165100"/>
            <a:chExt cx="6730313" cy="3737911"/>
          </a:xfrm>
        </p:grpSpPr>
        <p:sp>
          <p:nvSpPr>
            <p:cNvPr id="73" name="Rectangle 57"/>
            <p:cNvSpPr/>
            <p:nvPr/>
          </p:nvSpPr>
          <p:spPr>
            <a:xfrm>
              <a:off x="18305476" y="999412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4" name="Rectangle 60"/>
            <p:cNvSpPr/>
            <p:nvPr/>
          </p:nvSpPr>
          <p:spPr>
            <a:xfrm>
              <a:off x="18305477" y="9994120"/>
              <a:ext cx="3348994"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5" name="Rectangle 62"/>
            <p:cNvSpPr/>
            <p:nvPr/>
          </p:nvSpPr>
          <p:spPr>
            <a:xfrm>
              <a:off x="18305476" y="10792670"/>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6" name="Rectangle 65"/>
            <p:cNvSpPr/>
            <p:nvPr/>
          </p:nvSpPr>
          <p:spPr>
            <a:xfrm>
              <a:off x="18305476" y="10792670"/>
              <a:ext cx="2880591"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7" name="Rectangle 67"/>
            <p:cNvSpPr/>
            <p:nvPr/>
          </p:nvSpPr>
          <p:spPr>
            <a:xfrm>
              <a:off x="18305476" y="11598423"/>
              <a:ext cx="3564000" cy="180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8" name="Rectangle 70"/>
            <p:cNvSpPr/>
            <p:nvPr/>
          </p:nvSpPr>
          <p:spPr>
            <a:xfrm>
              <a:off x="18305475" y="11598423"/>
              <a:ext cx="3154331" cy="180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79" name="Content Placeholder 2"/>
            <p:cNvSpPr txBox="1">
              <a:spLocks/>
            </p:cNvSpPr>
            <p:nvPr/>
          </p:nvSpPr>
          <p:spPr>
            <a:xfrm>
              <a:off x="15691303" y="9869120"/>
              <a:ext cx="232491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HTM</a:t>
              </a:r>
              <a:r>
                <a:rPr lang="de-DE" sz="1200" dirty="0">
                  <a:solidFill>
                    <a:schemeClr val="tx1"/>
                  </a:solidFill>
                  <a:latin typeface="Arial" panose="020B0604020202020204" pitchFamily="34" charset="0"/>
                </a:rPr>
                <a:t>#</a:t>
              </a:r>
              <a:r>
                <a:rPr lang="id-ID" sz="1200" dirty="0">
                  <a:solidFill>
                    <a:schemeClr val="tx1"/>
                  </a:solidFill>
                  <a:latin typeface="Arial" panose="020B0604020202020204" pitchFamily="34" charset="0"/>
                </a:rPr>
                <a:t>L5</a:t>
              </a:r>
              <a:endParaRPr lang="en-US" sz="1200" dirty="0">
                <a:solidFill>
                  <a:schemeClr val="tx1"/>
                </a:solidFill>
                <a:latin typeface="Arial" panose="020B0604020202020204" pitchFamily="34" charset="0"/>
              </a:endParaRPr>
            </a:p>
          </p:txBody>
        </p:sp>
        <p:sp>
          <p:nvSpPr>
            <p:cNvPr id="80" name="Content Placeholder 2"/>
            <p:cNvSpPr txBox="1">
              <a:spLocks/>
            </p:cNvSpPr>
            <p:nvPr/>
          </p:nvSpPr>
          <p:spPr>
            <a:xfrm>
              <a:off x="15996113" y="10649091"/>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Wordpress</a:t>
              </a:r>
              <a:endParaRPr lang="en-US" sz="1200" dirty="0">
                <a:solidFill>
                  <a:schemeClr val="tx1"/>
                </a:solidFill>
                <a:latin typeface="Arial" panose="020B0604020202020204" pitchFamily="34" charset="0"/>
              </a:endParaRPr>
            </a:p>
          </p:txBody>
        </p:sp>
        <p:sp>
          <p:nvSpPr>
            <p:cNvPr id="81" name="Content Placeholder 2"/>
            <p:cNvSpPr txBox="1">
              <a:spLocks/>
            </p:cNvSpPr>
            <p:nvPr/>
          </p:nvSpPr>
          <p:spPr>
            <a:xfrm>
              <a:off x="15996113" y="11441347"/>
              <a:ext cx="2020100" cy="461664"/>
            </a:xfrm>
            <a:prstGeom prst="rect">
              <a:avLst/>
            </a:prstGeom>
          </p:spPr>
          <p:txBody>
            <a:bodyPr vert="horz" wrap="square" lIns="45720" tIns="22860" rIns="45720" bIns="22860" rtlCol="0">
              <a:sp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id-ID" sz="1200" dirty="0">
                  <a:solidFill>
                    <a:schemeClr val="tx1"/>
                  </a:solidFill>
                  <a:latin typeface="Arial" panose="020B0604020202020204" pitchFamily="34" charset="0"/>
                </a:rPr>
                <a:t>Flash</a:t>
              </a:r>
              <a:endParaRPr lang="en-US" sz="1200" dirty="0">
                <a:solidFill>
                  <a:schemeClr val="tx1"/>
                </a:solidFill>
                <a:latin typeface="Arial" panose="020B0604020202020204" pitchFamily="34" charset="0"/>
              </a:endParaRPr>
            </a:p>
          </p:txBody>
        </p:sp>
        <p:sp>
          <p:nvSpPr>
            <p:cNvPr id="82" name="Textfeld 81"/>
            <p:cNvSpPr txBox="1"/>
            <p:nvPr/>
          </p:nvSpPr>
          <p:spPr>
            <a:xfrm>
              <a:off x="18205513" y="8165100"/>
              <a:ext cx="4216103" cy="646330"/>
            </a:xfrm>
            <a:prstGeom prst="rect">
              <a:avLst/>
            </a:prstGeom>
            <a:noFill/>
          </p:spPr>
          <p:txBody>
            <a:bodyPr wrap="square" rtlCol="0">
              <a:spAutoFit/>
            </a:bodyPr>
            <a:lstStyle/>
            <a:p>
              <a:r>
                <a:rPr lang="de-DE" sz="1500" b="1" dirty="0">
                  <a:latin typeface="Arial" panose="020B0604020202020204" pitchFamily="34" charset="0"/>
                </a:rPr>
                <a:t>Topic Three</a:t>
              </a:r>
            </a:p>
          </p:txBody>
        </p:sp>
        <p:sp>
          <p:nvSpPr>
            <p:cNvPr id="83" name="TextBox 102"/>
            <p:cNvSpPr txBox="1"/>
            <p:nvPr/>
          </p:nvSpPr>
          <p:spPr>
            <a:xfrm>
              <a:off x="18215703" y="8731800"/>
              <a:ext cx="1408078" cy="553998"/>
            </a:xfrm>
            <a:prstGeom prst="rect">
              <a:avLst/>
            </a:prstGeom>
            <a:noFill/>
          </p:spPr>
          <p:txBody>
            <a:bodyPr wrap="none" rtlCol="0" anchor="ctr" anchorCtr="0">
              <a:spAutoFit/>
            </a:bodyPr>
            <a:lstStyle/>
            <a:p>
              <a:r>
                <a:rPr lang="en-US" sz="1200" dirty="0">
                  <a:latin typeface="Arial" panose="020B0604020202020204" pitchFamily="34" charset="0"/>
                  <a:ea typeface="Poppins SemiBold" charset="0"/>
                  <a:cs typeface="Poppins SemiBold" charset="0"/>
                </a:rPr>
                <a:t>Design </a:t>
              </a:r>
            </a:p>
          </p:txBody>
        </p:sp>
      </p:grpSp>
      <p:sp>
        <p:nvSpPr>
          <p:cNvPr id="6" name="Title 5">
            <a:extLst>
              <a:ext uri="{FF2B5EF4-FFF2-40B4-BE49-F238E27FC236}">
                <a16:creationId xmlns:a16="http://schemas.microsoft.com/office/drawing/2014/main" id="{0A207A7E-0A5B-455C-9516-BBC08E57916F}"/>
              </a:ext>
            </a:extLst>
          </p:cNvPr>
          <p:cNvSpPr>
            <a:spLocks noGrp="1"/>
          </p:cNvSpPr>
          <p:nvPr>
            <p:ph type="title"/>
          </p:nvPr>
        </p:nvSpPr>
        <p:spPr/>
        <p:txBody>
          <a:bodyPr/>
          <a:lstStyle/>
          <a:p>
            <a:endParaRPr lang="en-US"/>
          </a:p>
        </p:txBody>
      </p:sp>
      <p:sp>
        <p:nvSpPr>
          <p:cNvPr id="8" name="Text Placeholder 7">
            <a:extLst>
              <a:ext uri="{FF2B5EF4-FFF2-40B4-BE49-F238E27FC236}">
                <a16:creationId xmlns:a16="http://schemas.microsoft.com/office/drawing/2014/main" id="{A3963A47-B3C1-47F9-81B9-6B0C2BFC70B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8700531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38"/>
          <p:cNvGraphicFramePr/>
          <p:nvPr>
            <p:extLst>
              <p:ext uri="{D42A27DB-BD31-4B8C-83A1-F6EECF244321}">
                <p14:modId xmlns:p14="http://schemas.microsoft.com/office/powerpoint/2010/main" val="1598619042"/>
              </p:ext>
            </p:extLst>
          </p:nvPr>
        </p:nvGraphicFramePr>
        <p:xfrm>
          <a:off x="4189847" y="2173116"/>
          <a:ext cx="3812305" cy="3864880"/>
        </p:xfrm>
        <a:graphic>
          <a:graphicData uri="http://schemas.openxmlformats.org/drawingml/2006/chart">
            <c:chart xmlns:c="http://schemas.openxmlformats.org/drawingml/2006/chart" xmlns:r="http://schemas.openxmlformats.org/officeDocument/2006/relationships" r:id="rId3"/>
          </a:graphicData>
        </a:graphic>
      </p:graphicFrame>
      <p:sp>
        <p:nvSpPr>
          <p:cNvPr id="17" name="Freeform 128"/>
          <p:cNvSpPr>
            <a:spLocks noChangeArrowheads="1"/>
          </p:cNvSpPr>
          <p:nvPr/>
        </p:nvSpPr>
        <p:spPr bwMode="auto">
          <a:xfrm>
            <a:off x="5686011" y="3741155"/>
            <a:ext cx="823192" cy="710040"/>
          </a:xfrm>
          <a:custGeom>
            <a:avLst/>
            <a:gdLst>
              <a:gd name="T0" fmla="*/ 60431965 w 609"/>
              <a:gd name="T1" fmla="*/ 54199644 h 524"/>
              <a:gd name="T2" fmla="*/ 60431965 w 609"/>
              <a:gd name="T3" fmla="*/ 46791299 h 524"/>
              <a:gd name="T4" fmla="*/ 67678707 w 609"/>
              <a:gd name="T5" fmla="*/ 27554619 h 524"/>
              <a:gd name="T6" fmla="*/ 66772909 w 609"/>
              <a:gd name="T7" fmla="*/ 26645025 h 524"/>
              <a:gd name="T8" fmla="*/ 65867111 w 609"/>
              <a:gd name="T9" fmla="*/ 26645025 h 524"/>
              <a:gd name="T10" fmla="*/ 64961313 w 609"/>
              <a:gd name="T11" fmla="*/ 25735070 h 524"/>
              <a:gd name="T12" fmla="*/ 64055516 w 609"/>
              <a:gd name="T13" fmla="*/ 25735070 h 524"/>
              <a:gd name="T14" fmla="*/ 63149718 w 609"/>
              <a:gd name="T15" fmla="*/ 24825476 h 524"/>
              <a:gd name="T16" fmla="*/ 61338122 w 609"/>
              <a:gd name="T17" fmla="*/ 24825476 h 524"/>
              <a:gd name="T18" fmla="*/ 60431965 w 609"/>
              <a:gd name="T19" fmla="*/ 24825476 h 524"/>
              <a:gd name="T20" fmla="*/ 59526167 w 609"/>
              <a:gd name="T21" fmla="*/ 23005566 h 524"/>
              <a:gd name="T22" fmla="*/ 58620369 w 609"/>
              <a:gd name="T23" fmla="*/ 21055868 h 524"/>
              <a:gd name="T24" fmla="*/ 57714571 w 609"/>
              <a:gd name="T25" fmla="*/ 19236319 h 524"/>
              <a:gd name="T26" fmla="*/ 56808774 w 609"/>
              <a:gd name="T27" fmla="*/ 17416769 h 524"/>
              <a:gd name="T28" fmla="*/ 21998871 w 609"/>
              <a:gd name="T29" fmla="*/ 17416769 h 524"/>
              <a:gd name="T30" fmla="*/ 21093073 w 609"/>
              <a:gd name="T31" fmla="*/ 19236319 h 524"/>
              <a:gd name="T32" fmla="*/ 20187276 w 609"/>
              <a:gd name="T33" fmla="*/ 21055868 h 524"/>
              <a:gd name="T34" fmla="*/ 19281478 w 609"/>
              <a:gd name="T35" fmla="*/ 23005566 h 524"/>
              <a:gd name="T36" fmla="*/ 18375680 w 609"/>
              <a:gd name="T37" fmla="*/ 24825476 h 524"/>
              <a:gd name="T38" fmla="*/ 17469523 w 609"/>
              <a:gd name="T39" fmla="*/ 24825476 h 524"/>
              <a:gd name="T40" fmla="*/ 15657927 w 609"/>
              <a:gd name="T41" fmla="*/ 24825476 h 524"/>
              <a:gd name="T42" fmla="*/ 14622627 w 609"/>
              <a:gd name="T43" fmla="*/ 25735070 h 524"/>
              <a:gd name="T44" fmla="*/ 13716829 w 609"/>
              <a:gd name="T45" fmla="*/ 25735070 h 524"/>
              <a:gd name="T46" fmla="*/ 12811031 w 609"/>
              <a:gd name="T47" fmla="*/ 26645025 h 524"/>
              <a:gd name="T48" fmla="*/ 11905233 w 609"/>
              <a:gd name="T49" fmla="*/ 26645025 h 524"/>
              <a:gd name="T50" fmla="*/ 10999436 w 609"/>
              <a:gd name="T51" fmla="*/ 27554619 h 524"/>
              <a:gd name="T52" fmla="*/ 18375680 w 609"/>
              <a:gd name="T53" fmla="*/ 46791299 h 524"/>
              <a:gd name="T54" fmla="*/ 18375680 w 609"/>
              <a:gd name="T55" fmla="*/ 54199644 h 524"/>
              <a:gd name="T56" fmla="*/ 12811031 w 609"/>
              <a:gd name="T57" fmla="*/ 18326364 h 524"/>
              <a:gd name="T58" fmla="*/ 65867111 w 609"/>
              <a:gd name="T59" fmla="*/ 18326364 h 524"/>
              <a:gd name="T60" fmla="*/ 60431965 w 609"/>
              <a:gd name="T61" fmla="*/ 54199644 h 524"/>
              <a:gd name="T62" fmla="*/ 25622062 w 609"/>
              <a:gd name="T63" fmla="*/ 45881344 h 524"/>
              <a:gd name="T64" fmla="*/ 36621498 w 609"/>
              <a:gd name="T65" fmla="*/ 33013628 h 524"/>
              <a:gd name="T66" fmla="*/ 42186147 w 609"/>
              <a:gd name="T67" fmla="*/ 33013628 h 524"/>
              <a:gd name="T68" fmla="*/ 53056080 w 609"/>
              <a:gd name="T69" fmla="*/ 45881344 h 524"/>
              <a:gd name="T70" fmla="*/ 53961878 w 609"/>
              <a:gd name="T71" fmla="*/ 47700893 h 524"/>
              <a:gd name="T72" fmla="*/ 47620933 w 609"/>
              <a:gd name="T73" fmla="*/ 50560546 h 524"/>
              <a:gd name="T74" fmla="*/ 43091945 w 609"/>
              <a:gd name="T75" fmla="*/ 44971389 h 524"/>
              <a:gd name="T76" fmla="*/ 39339251 w 609"/>
              <a:gd name="T77" fmla="*/ 67976954 h 524"/>
              <a:gd name="T78" fmla="*/ 35715700 w 609"/>
              <a:gd name="T79" fmla="*/ 44971389 h 524"/>
              <a:gd name="T80" fmla="*/ 31186711 w 609"/>
              <a:gd name="T81" fmla="*/ 50560546 h 524"/>
              <a:gd name="T82" fmla="*/ 24716265 w 609"/>
              <a:gd name="T83" fmla="*/ 47700893 h 5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9" h="524">
                <a:moveTo>
                  <a:pt x="467" y="417"/>
                </a:moveTo>
                <a:lnTo>
                  <a:pt x="467" y="417"/>
                </a:lnTo>
                <a:cubicBezTo>
                  <a:pt x="446" y="417"/>
                  <a:pt x="439" y="403"/>
                  <a:pt x="439" y="389"/>
                </a:cubicBezTo>
                <a:cubicBezTo>
                  <a:pt x="439" y="375"/>
                  <a:pt x="446" y="360"/>
                  <a:pt x="467" y="360"/>
                </a:cubicBezTo>
                <a:cubicBezTo>
                  <a:pt x="509" y="360"/>
                  <a:pt x="552" y="325"/>
                  <a:pt x="552" y="276"/>
                </a:cubicBezTo>
                <a:cubicBezTo>
                  <a:pt x="552"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60" y="191"/>
                </a:lnTo>
                <a:cubicBezTo>
                  <a:pt x="460" y="184"/>
                  <a:pt x="460" y="184"/>
                  <a:pt x="460" y="177"/>
                </a:cubicBezTo>
                <a:cubicBezTo>
                  <a:pt x="460" y="169"/>
                  <a:pt x="453" y="169"/>
                  <a:pt x="453" y="162"/>
                </a:cubicBezTo>
                <a:cubicBezTo>
                  <a:pt x="453" y="155"/>
                  <a:pt x="453" y="155"/>
                  <a:pt x="446" y="148"/>
                </a:cubicBezTo>
                <a:cubicBezTo>
                  <a:pt x="446" y="141"/>
                  <a:pt x="446" y="141"/>
                  <a:pt x="439" y="134"/>
                </a:cubicBezTo>
                <a:cubicBezTo>
                  <a:pt x="410" y="92"/>
                  <a:pt x="361" y="56"/>
                  <a:pt x="304" y="56"/>
                </a:cubicBezTo>
                <a:cubicBezTo>
                  <a:pt x="248"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2" y="191"/>
                </a:lnTo>
                <a:cubicBezTo>
                  <a:pt x="142" y="191"/>
                  <a:pt x="142" y="191"/>
                  <a:pt x="135" y="191"/>
                </a:cubicBezTo>
                <a:cubicBezTo>
                  <a:pt x="128" y="191"/>
                  <a:pt x="128" y="191"/>
                  <a:pt x="128" y="191"/>
                </a:cubicBezTo>
                <a:cubicBezTo>
                  <a:pt x="128" y="191"/>
                  <a:pt x="128" y="191"/>
                  <a:pt x="121" y="191"/>
                </a:cubicBezTo>
                <a:cubicBezTo>
                  <a:pt x="121"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2" y="360"/>
                </a:cubicBezTo>
                <a:cubicBezTo>
                  <a:pt x="163" y="360"/>
                  <a:pt x="170" y="375"/>
                  <a:pt x="170" y="389"/>
                </a:cubicBezTo>
                <a:cubicBezTo>
                  <a:pt x="170" y="403"/>
                  <a:pt x="163" y="417"/>
                  <a:pt x="142" y="417"/>
                </a:cubicBezTo>
                <a:cubicBezTo>
                  <a:pt x="64" y="417"/>
                  <a:pt x="0" y="353"/>
                  <a:pt x="0" y="276"/>
                </a:cubicBezTo>
                <a:cubicBezTo>
                  <a:pt x="0" y="212"/>
                  <a:pt x="43" y="155"/>
                  <a:pt x="99" y="141"/>
                </a:cubicBezTo>
                <a:cubicBezTo>
                  <a:pt x="135" y="56"/>
                  <a:pt x="212" y="0"/>
                  <a:pt x="304" y="0"/>
                </a:cubicBezTo>
                <a:cubicBezTo>
                  <a:pt x="396" y="0"/>
                  <a:pt x="474" y="56"/>
                  <a:pt x="509" y="141"/>
                </a:cubicBezTo>
                <a:cubicBezTo>
                  <a:pt x="566" y="155"/>
                  <a:pt x="608" y="212"/>
                  <a:pt x="608" y="276"/>
                </a:cubicBezTo>
                <a:cubicBezTo>
                  <a:pt x="608" y="353"/>
                  <a:pt x="545" y="417"/>
                  <a:pt x="467" y="417"/>
                </a:cubicBezTo>
                <a:close/>
                <a:moveTo>
                  <a:pt x="198" y="353"/>
                </a:moveTo>
                <a:lnTo>
                  <a:pt x="198" y="353"/>
                </a:lnTo>
                <a:cubicBezTo>
                  <a:pt x="283" y="254"/>
                  <a:pt x="283" y="254"/>
                  <a:pt x="283" y="254"/>
                </a:cubicBezTo>
                <a:cubicBezTo>
                  <a:pt x="290" y="254"/>
                  <a:pt x="297" y="247"/>
                  <a:pt x="304" y="247"/>
                </a:cubicBezTo>
                <a:cubicBezTo>
                  <a:pt x="311" y="247"/>
                  <a:pt x="318" y="254"/>
                  <a:pt x="326" y="254"/>
                </a:cubicBezTo>
                <a:cubicBezTo>
                  <a:pt x="410" y="353"/>
                  <a:pt x="410" y="353"/>
                  <a:pt x="410" y="353"/>
                </a:cubicBezTo>
                <a:cubicBezTo>
                  <a:pt x="417" y="353"/>
                  <a:pt x="417" y="360"/>
                  <a:pt x="417" y="367"/>
                </a:cubicBezTo>
                <a:cubicBezTo>
                  <a:pt x="417" y="389"/>
                  <a:pt x="403" y="396"/>
                  <a:pt x="389" y="396"/>
                </a:cubicBezTo>
                <a:cubicBezTo>
                  <a:pt x="382" y="396"/>
                  <a:pt x="375" y="396"/>
                  <a:pt x="368" y="389"/>
                </a:cubicBezTo>
                <a:cubicBezTo>
                  <a:pt x="333" y="346"/>
                  <a:pt x="333" y="346"/>
                  <a:pt x="333" y="346"/>
                </a:cubicBezTo>
                <a:cubicBezTo>
                  <a:pt x="333" y="495"/>
                  <a:pt x="333" y="495"/>
                  <a:pt x="333" y="495"/>
                </a:cubicBezTo>
                <a:cubicBezTo>
                  <a:pt x="333" y="509"/>
                  <a:pt x="318" y="523"/>
                  <a:pt x="304" y="523"/>
                </a:cubicBezTo>
                <a:cubicBezTo>
                  <a:pt x="290" y="523"/>
                  <a:pt x="276" y="509"/>
                  <a:pt x="276" y="495"/>
                </a:cubicBezTo>
                <a:cubicBezTo>
                  <a:pt x="276" y="346"/>
                  <a:pt x="276" y="346"/>
                  <a:pt x="276" y="346"/>
                </a:cubicBezTo>
                <a:cubicBezTo>
                  <a:pt x="241" y="389"/>
                  <a:pt x="241" y="389"/>
                  <a:pt x="241" y="389"/>
                </a:cubicBezTo>
                <a:cubicBezTo>
                  <a:pt x="234" y="396"/>
                  <a:pt x="226" y="396"/>
                  <a:pt x="219" y="396"/>
                </a:cubicBezTo>
                <a:cubicBezTo>
                  <a:pt x="205" y="396"/>
                  <a:pt x="191" y="389"/>
                  <a:pt x="191" y="367"/>
                </a:cubicBezTo>
                <a:cubicBezTo>
                  <a:pt x="191" y="360"/>
                  <a:pt x="191" y="353"/>
                  <a:pt x="198" y="353"/>
                </a:cubicBezTo>
                <a:close/>
              </a:path>
            </a:pathLst>
          </a:custGeom>
          <a:solidFill>
            <a:schemeClr val="tx1"/>
          </a:solidFill>
          <a:ln>
            <a:noFill/>
          </a:ln>
        </p:spPr>
        <p:txBody>
          <a:bodyPr wrap="none" anchor="ctr"/>
          <a:lstStyle/>
          <a:p>
            <a:endParaRPr lang="en-US" sz="900" dirty="0"/>
          </a:p>
        </p:txBody>
      </p:sp>
      <p:grpSp>
        <p:nvGrpSpPr>
          <p:cNvPr id="3" name="Gruppieren 2"/>
          <p:cNvGrpSpPr/>
          <p:nvPr/>
        </p:nvGrpSpPr>
        <p:grpSpPr>
          <a:xfrm>
            <a:off x="7291553" y="2538048"/>
            <a:ext cx="4301002" cy="1391431"/>
            <a:chOff x="14579931" y="4422085"/>
            <a:chExt cx="8602004" cy="2782861"/>
          </a:xfrm>
        </p:grpSpPr>
        <p:sp>
          <p:nvSpPr>
            <p:cNvPr id="30" name="Shape 615"/>
            <p:cNvSpPr/>
            <p:nvPr/>
          </p:nvSpPr>
          <p:spPr>
            <a:xfrm>
              <a:off x="17859683" y="5128007"/>
              <a:ext cx="5322252" cy="1047942"/>
            </a:xfrm>
            <a:prstGeom prst="rect">
              <a:avLst/>
            </a:prstGeom>
            <a:noFill/>
            <a:ln>
              <a:noFill/>
            </a:ln>
          </p:spPr>
          <p:txBody>
            <a:bodyPr lIns="91412" tIns="45700" rIns="91412" bIns="45700" anchor="t" anchorCtr="0">
              <a:noAutofit/>
            </a:bodyPr>
            <a:lstStyle/>
            <a:p>
              <a:pPr>
                <a:lnSpc>
                  <a:spcPct val="130000"/>
                </a:lnSpc>
                <a:buSzPct val="25000"/>
              </a:pPr>
              <a:r>
                <a:rPr lang="id-ID" sz="1400" dirty="0">
                  <a:solidFill>
                    <a:schemeClr val="tx1">
                      <a:lumMod val="75000"/>
                      <a:lumOff val="25000"/>
                    </a:schemeClr>
                  </a:solidFill>
                  <a:latin typeface="Arial" panose="020B0604020202020204" pitchFamily="34" charset="0"/>
                  <a:ea typeface="Roboto"/>
                  <a:cs typeface="Roboto"/>
                  <a:sym typeface="Roboto"/>
                </a:rPr>
                <a:t>People who work in marketing try to get the attention of target.</a:t>
              </a:r>
            </a:p>
          </p:txBody>
        </p:sp>
        <p:sp>
          <p:nvSpPr>
            <p:cNvPr id="31" name="Shape 616"/>
            <p:cNvSpPr/>
            <p:nvPr/>
          </p:nvSpPr>
          <p:spPr>
            <a:xfrm>
              <a:off x="17859683" y="4422085"/>
              <a:ext cx="3089151" cy="800182"/>
            </a:xfrm>
            <a:prstGeom prst="rect">
              <a:avLst/>
            </a:prstGeom>
            <a:noFill/>
            <a:ln>
              <a:noFill/>
            </a:ln>
          </p:spPr>
          <p:txBody>
            <a:bodyPr lIns="91412" tIns="45700" rIns="91412" bIns="45700" anchor="t" anchorCtr="0">
              <a:noAutofit/>
            </a:bodyPr>
            <a:lstStyle/>
            <a:p>
              <a:pPr>
                <a:lnSpc>
                  <a:spcPct val="130000"/>
                </a:lnSpc>
                <a:buSzPct val="25000"/>
              </a:pPr>
              <a:r>
                <a:rPr lang="id-ID" sz="1600" b="1" dirty="0">
                  <a:latin typeface="Arial" panose="020B0604020202020204" pitchFamily="34" charset="0"/>
                  <a:ea typeface="Roboto"/>
                  <a:cs typeface="Roboto"/>
                  <a:sym typeface="Roboto"/>
                </a:rPr>
                <a:t>Cybersecurity</a:t>
              </a:r>
              <a:endParaRPr lang="id-ID" sz="1501" dirty="0">
                <a:latin typeface="Arial" panose="020B0604020202020204" pitchFamily="34" charset="0"/>
                <a:ea typeface="Roboto"/>
                <a:cs typeface="Roboto"/>
                <a:sym typeface="Roboto"/>
              </a:endParaRPr>
            </a:p>
          </p:txBody>
        </p:sp>
        <p:sp>
          <p:nvSpPr>
            <p:cNvPr id="32" name="Ellipse 31"/>
            <p:cNvSpPr/>
            <p:nvPr/>
          </p:nvSpPr>
          <p:spPr>
            <a:xfrm>
              <a:off x="16606169" y="4854302"/>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tx1"/>
                  </a:solidFill>
                  <a:latin typeface="Arial" panose="020B0604020202020204" pitchFamily="34" charset="0"/>
                </a:rPr>
                <a:t>03</a:t>
              </a:r>
            </a:p>
          </p:txBody>
        </p:sp>
        <p:sp>
          <p:nvSpPr>
            <p:cNvPr id="38" name="Ellipse 37"/>
            <p:cNvSpPr/>
            <p:nvPr/>
          </p:nvSpPr>
          <p:spPr>
            <a:xfrm rot="19711914">
              <a:off x="14579931" y="6887764"/>
              <a:ext cx="317182" cy="31718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39" name="Gerader Verbinder 38"/>
            <p:cNvCxnSpPr>
              <a:stCxn id="38" idx="6"/>
              <a:endCxn id="32" idx="2"/>
            </p:cNvCxnSpPr>
            <p:nvPr/>
          </p:nvCxnSpPr>
          <p:spPr>
            <a:xfrm flipV="1">
              <a:off x="14873789" y="5269404"/>
              <a:ext cx="1732380" cy="1694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uppieren 5"/>
          <p:cNvGrpSpPr/>
          <p:nvPr/>
        </p:nvGrpSpPr>
        <p:grpSpPr>
          <a:xfrm>
            <a:off x="616268" y="2538048"/>
            <a:ext cx="4836874" cy="876932"/>
            <a:chOff x="1229361" y="4422085"/>
            <a:chExt cx="9673748" cy="1753863"/>
          </a:xfrm>
        </p:grpSpPr>
        <p:sp>
          <p:nvSpPr>
            <p:cNvPr id="20" name="Shape 615"/>
            <p:cNvSpPr/>
            <p:nvPr/>
          </p:nvSpPr>
          <p:spPr>
            <a:xfrm>
              <a:off x="1229361" y="5128007"/>
              <a:ext cx="5403360" cy="1047941"/>
            </a:xfrm>
            <a:prstGeom prst="rect">
              <a:avLst/>
            </a:prstGeom>
            <a:noFill/>
            <a:ln>
              <a:noFill/>
            </a:ln>
          </p:spPr>
          <p:txBody>
            <a:bodyPr lIns="91412" tIns="45700" rIns="91412" bIns="45700" anchor="t" anchorCtr="0">
              <a:noAutofit/>
            </a:bodyPr>
            <a:lstStyle/>
            <a:p>
              <a:pPr algn="r">
                <a:lnSpc>
                  <a:spcPct val="130000"/>
                </a:lnSpc>
                <a:buSzPct val="25000"/>
              </a:pPr>
              <a:r>
                <a:rPr lang="id-ID" sz="1400" dirty="0">
                  <a:solidFill>
                    <a:schemeClr val="tx1">
                      <a:lumMod val="75000"/>
                      <a:lumOff val="25000"/>
                    </a:schemeClr>
                  </a:solidFill>
                  <a:latin typeface="Arial" panose="020B0604020202020204" pitchFamily="34" charset="0"/>
                  <a:ea typeface="Roboto"/>
                  <a:cs typeface="Roboto"/>
                  <a:sym typeface="Roboto"/>
                </a:rPr>
                <a:t>People who work in marketing try to get the attention of target.</a:t>
              </a:r>
            </a:p>
          </p:txBody>
        </p:sp>
        <p:grpSp>
          <p:nvGrpSpPr>
            <p:cNvPr id="2" name="Gruppieren 1"/>
            <p:cNvGrpSpPr/>
            <p:nvPr/>
          </p:nvGrpSpPr>
          <p:grpSpPr>
            <a:xfrm>
              <a:off x="3543572" y="4422085"/>
              <a:ext cx="7359537" cy="1262421"/>
              <a:chOff x="3543572" y="4422085"/>
              <a:chExt cx="7359537" cy="1262421"/>
            </a:xfrm>
          </p:grpSpPr>
          <p:sp>
            <p:nvSpPr>
              <p:cNvPr id="21" name="Shape 616"/>
              <p:cNvSpPr/>
              <p:nvPr/>
            </p:nvSpPr>
            <p:spPr>
              <a:xfrm>
                <a:off x="3543572" y="4422085"/>
                <a:ext cx="3089151" cy="800182"/>
              </a:xfrm>
              <a:prstGeom prst="rect">
                <a:avLst/>
              </a:prstGeom>
              <a:noFill/>
              <a:ln>
                <a:noFill/>
              </a:ln>
            </p:spPr>
            <p:txBody>
              <a:bodyPr lIns="91412" tIns="45700" rIns="91412" bIns="45700" anchor="t" anchorCtr="0">
                <a:noAutofit/>
              </a:bodyPr>
              <a:lstStyle/>
              <a:p>
                <a:pPr algn="r">
                  <a:lnSpc>
                    <a:spcPct val="130000"/>
                  </a:lnSpc>
                  <a:buSzPct val="25000"/>
                </a:pPr>
                <a:r>
                  <a:rPr lang="id-ID" sz="1600" b="1" dirty="0">
                    <a:latin typeface="Arial" panose="020B0604020202020204" pitchFamily="34" charset="0"/>
                    <a:ea typeface="Roboto"/>
                    <a:cs typeface="Roboto"/>
                    <a:sym typeface="Roboto"/>
                  </a:rPr>
                  <a:t>Cybersecurity</a:t>
                </a:r>
              </a:p>
            </p:txBody>
          </p:sp>
          <p:sp>
            <p:nvSpPr>
              <p:cNvPr id="22" name="Ellipse 21"/>
              <p:cNvSpPr/>
              <p:nvPr/>
            </p:nvSpPr>
            <p:spPr>
              <a:xfrm>
                <a:off x="6991368" y="4854302"/>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tx1"/>
                    </a:solidFill>
                    <a:latin typeface="Arial" panose="020B0604020202020204" pitchFamily="34" charset="0"/>
                  </a:rPr>
                  <a:t>01</a:t>
                </a:r>
              </a:p>
            </p:txBody>
          </p:sp>
          <p:sp>
            <p:nvSpPr>
              <p:cNvPr id="40" name="Ellipse 39"/>
              <p:cNvSpPr/>
              <p:nvPr/>
            </p:nvSpPr>
            <p:spPr>
              <a:xfrm>
                <a:off x="10585927" y="4788350"/>
                <a:ext cx="317182" cy="31718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41" name="Gerader Verbinder 40"/>
              <p:cNvCxnSpPr>
                <a:stCxn id="22" idx="6"/>
                <a:endCxn id="40" idx="2"/>
              </p:cNvCxnSpPr>
              <p:nvPr/>
            </p:nvCxnSpPr>
            <p:spPr>
              <a:xfrm flipV="1">
                <a:off x="7821572" y="4946941"/>
                <a:ext cx="2764355" cy="322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Gruppieren 3"/>
          <p:cNvGrpSpPr/>
          <p:nvPr/>
        </p:nvGrpSpPr>
        <p:grpSpPr>
          <a:xfrm>
            <a:off x="667567" y="4126684"/>
            <a:ext cx="4239988" cy="1211609"/>
            <a:chOff x="1331959" y="7599360"/>
            <a:chExt cx="8479976" cy="2423218"/>
          </a:xfrm>
        </p:grpSpPr>
        <p:sp>
          <p:nvSpPr>
            <p:cNvPr id="18" name="Shape 609"/>
            <p:cNvSpPr/>
            <p:nvPr/>
          </p:nvSpPr>
          <p:spPr>
            <a:xfrm>
              <a:off x="1331959" y="8974636"/>
              <a:ext cx="5300762" cy="1047942"/>
            </a:xfrm>
            <a:prstGeom prst="rect">
              <a:avLst/>
            </a:prstGeom>
            <a:noFill/>
            <a:ln>
              <a:noFill/>
            </a:ln>
          </p:spPr>
          <p:txBody>
            <a:bodyPr lIns="91412" tIns="45700" rIns="91412" bIns="45700" anchor="t" anchorCtr="0">
              <a:noAutofit/>
            </a:bodyPr>
            <a:lstStyle/>
            <a:p>
              <a:pPr algn="r">
                <a:lnSpc>
                  <a:spcPct val="130000"/>
                </a:lnSpc>
                <a:buSzPct val="25000"/>
              </a:pPr>
              <a:r>
                <a:rPr lang="id-ID" sz="1400" dirty="0">
                  <a:solidFill>
                    <a:schemeClr val="tx1">
                      <a:lumMod val="75000"/>
                      <a:lumOff val="25000"/>
                    </a:schemeClr>
                  </a:solidFill>
                  <a:latin typeface="Arial" panose="020B0604020202020204" pitchFamily="34" charset="0"/>
                  <a:ea typeface="Roboto"/>
                  <a:cs typeface="Roboto"/>
                  <a:sym typeface="Roboto"/>
                </a:rPr>
                <a:t>People who work in marketing try to get the attention of target.</a:t>
              </a:r>
            </a:p>
          </p:txBody>
        </p:sp>
        <p:sp>
          <p:nvSpPr>
            <p:cNvPr id="19" name="Shape 610"/>
            <p:cNvSpPr/>
            <p:nvPr/>
          </p:nvSpPr>
          <p:spPr>
            <a:xfrm>
              <a:off x="2300286" y="8268712"/>
              <a:ext cx="4332436" cy="800182"/>
            </a:xfrm>
            <a:prstGeom prst="rect">
              <a:avLst/>
            </a:prstGeom>
            <a:noFill/>
            <a:ln>
              <a:noFill/>
            </a:ln>
          </p:spPr>
          <p:txBody>
            <a:bodyPr lIns="91412" tIns="45700" rIns="91412" bIns="45700" anchor="t" anchorCtr="0">
              <a:noAutofit/>
            </a:bodyPr>
            <a:lstStyle/>
            <a:p>
              <a:pPr algn="r">
                <a:lnSpc>
                  <a:spcPct val="130000"/>
                </a:lnSpc>
                <a:buSzPct val="25000"/>
              </a:pPr>
              <a:r>
                <a:rPr lang="id-ID" sz="1600" b="1" dirty="0">
                  <a:latin typeface="Arial" panose="020B0604020202020204" pitchFamily="34" charset="0"/>
                  <a:ea typeface="Roboto"/>
                  <a:cs typeface="Roboto"/>
                  <a:sym typeface="Roboto"/>
                </a:rPr>
                <a:t>Digital divide</a:t>
              </a:r>
              <a:endParaRPr lang="id-ID" sz="1600" dirty="0">
                <a:latin typeface="Arial" panose="020B0604020202020204" pitchFamily="34" charset="0"/>
                <a:ea typeface="Roboto"/>
                <a:cs typeface="Roboto"/>
                <a:sym typeface="Roboto"/>
              </a:endParaRPr>
            </a:p>
          </p:txBody>
        </p:sp>
        <p:sp>
          <p:nvSpPr>
            <p:cNvPr id="23" name="Ellipse 22"/>
            <p:cNvSpPr/>
            <p:nvPr/>
          </p:nvSpPr>
          <p:spPr>
            <a:xfrm>
              <a:off x="6991368" y="8620104"/>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tx1"/>
                  </a:solidFill>
                  <a:latin typeface="Arial" panose="020B0604020202020204" pitchFamily="34" charset="0"/>
                </a:rPr>
                <a:t>02</a:t>
              </a:r>
            </a:p>
          </p:txBody>
        </p:sp>
        <p:sp>
          <p:nvSpPr>
            <p:cNvPr id="43" name="Ellipse 42"/>
            <p:cNvSpPr/>
            <p:nvPr/>
          </p:nvSpPr>
          <p:spPr>
            <a:xfrm rot="1114444">
              <a:off x="9494753" y="7599360"/>
              <a:ext cx="317182" cy="31718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44" name="Gerader Verbinder 43"/>
            <p:cNvCxnSpPr>
              <a:stCxn id="23" idx="6"/>
              <a:endCxn id="43" idx="3"/>
            </p:cNvCxnSpPr>
            <p:nvPr/>
          </p:nvCxnSpPr>
          <p:spPr>
            <a:xfrm flipV="1">
              <a:off x="7821572" y="7828531"/>
              <a:ext cx="1689752" cy="1206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Gruppieren 4"/>
          <p:cNvGrpSpPr/>
          <p:nvPr/>
        </p:nvGrpSpPr>
        <p:grpSpPr>
          <a:xfrm>
            <a:off x="5806035" y="4461362"/>
            <a:ext cx="5786522" cy="894802"/>
            <a:chOff x="11608892" y="8268712"/>
            <a:chExt cx="11573043" cy="1789603"/>
          </a:xfrm>
        </p:grpSpPr>
        <p:sp>
          <p:nvSpPr>
            <p:cNvPr id="28" name="Shape 609"/>
            <p:cNvSpPr/>
            <p:nvPr/>
          </p:nvSpPr>
          <p:spPr>
            <a:xfrm>
              <a:off x="17859681" y="8974636"/>
              <a:ext cx="5322254" cy="1047941"/>
            </a:xfrm>
            <a:prstGeom prst="rect">
              <a:avLst/>
            </a:prstGeom>
            <a:noFill/>
            <a:ln>
              <a:noFill/>
            </a:ln>
          </p:spPr>
          <p:txBody>
            <a:bodyPr lIns="91412" tIns="45700" rIns="91412" bIns="45700" anchor="t" anchorCtr="0">
              <a:noAutofit/>
            </a:bodyPr>
            <a:lstStyle/>
            <a:p>
              <a:pPr>
                <a:lnSpc>
                  <a:spcPct val="130000"/>
                </a:lnSpc>
                <a:buSzPct val="25000"/>
              </a:pPr>
              <a:r>
                <a:rPr lang="id-ID" sz="1400" dirty="0">
                  <a:solidFill>
                    <a:schemeClr val="tx1">
                      <a:lumMod val="75000"/>
                      <a:lumOff val="25000"/>
                    </a:schemeClr>
                  </a:solidFill>
                  <a:latin typeface="Arial" panose="020B0604020202020204" pitchFamily="34" charset="0"/>
                  <a:ea typeface="Roboto"/>
                  <a:cs typeface="Roboto"/>
                  <a:sym typeface="Roboto"/>
                </a:rPr>
                <a:t>People who work in marketing try to get the attention of target.</a:t>
              </a:r>
            </a:p>
          </p:txBody>
        </p:sp>
        <p:sp>
          <p:nvSpPr>
            <p:cNvPr id="29" name="Shape 610"/>
            <p:cNvSpPr/>
            <p:nvPr/>
          </p:nvSpPr>
          <p:spPr>
            <a:xfrm>
              <a:off x="17859683" y="8268712"/>
              <a:ext cx="4332436" cy="800182"/>
            </a:xfrm>
            <a:prstGeom prst="rect">
              <a:avLst/>
            </a:prstGeom>
            <a:noFill/>
            <a:ln>
              <a:noFill/>
            </a:ln>
          </p:spPr>
          <p:txBody>
            <a:bodyPr lIns="91412" tIns="45700" rIns="91412" bIns="45700" anchor="t" anchorCtr="0">
              <a:noAutofit/>
            </a:bodyPr>
            <a:lstStyle/>
            <a:p>
              <a:pPr>
                <a:lnSpc>
                  <a:spcPct val="130000"/>
                </a:lnSpc>
                <a:buSzPct val="25000"/>
              </a:pPr>
              <a:r>
                <a:rPr lang="id-ID" sz="1600" b="1" dirty="0">
                  <a:latin typeface="Arial" panose="020B0604020202020204" pitchFamily="34" charset="0"/>
                  <a:ea typeface="Roboto"/>
                  <a:cs typeface="Roboto"/>
                  <a:sym typeface="Roboto"/>
                </a:rPr>
                <a:t>Digital divide</a:t>
              </a:r>
            </a:p>
          </p:txBody>
        </p:sp>
        <p:sp>
          <p:nvSpPr>
            <p:cNvPr id="33" name="Ellipse 32"/>
            <p:cNvSpPr/>
            <p:nvPr/>
          </p:nvSpPr>
          <p:spPr>
            <a:xfrm>
              <a:off x="16606169" y="8620104"/>
              <a:ext cx="830204" cy="830204"/>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tx1"/>
                  </a:solidFill>
                  <a:latin typeface="Arial" panose="020B0604020202020204" pitchFamily="34" charset="0"/>
                </a:rPr>
                <a:t>04</a:t>
              </a:r>
            </a:p>
          </p:txBody>
        </p:sp>
        <p:sp>
          <p:nvSpPr>
            <p:cNvPr id="42" name="Ellipse 41"/>
            <p:cNvSpPr/>
            <p:nvPr/>
          </p:nvSpPr>
          <p:spPr>
            <a:xfrm rot="20963263">
              <a:off x="11608892" y="9741133"/>
              <a:ext cx="317182" cy="317182"/>
            </a:xfrm>
            <a:prstGeom prst="ellipse">
              <a:avLst/>
            </a:prstGeom>
            <a:solidFill>
              <a:schemeClr val="bg1"/>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dirty="0">
                <a:solidFill>
                  <a:schemeClr val="tx1"/>
                </a:solidFill>
                <a:latin typeface="Arial" panose="020B0604020202020204" pitchFamily="34" charset="0"/>
              </a:endParaRPr>
            </a:p>
          </p:txBody>
        </p:sp>
        <p:cxnSp>
          <p:nvCxnSpPr>
            <p:cNvPr id="45" name="Gerader Verbinder 44"/>
            <p:cNvCxnSpPr>
              <a:stCxn id="33" idx="2"/>
              <a:endCxn id="42" idx="6"/>
            </p:cNvCxnSpPr>
            <p:nvPr/>
          </p:nvCxnSpPr>
          <p:spPr>
            <a:xfrm flipH="1">
              <a:off x="11923361" y="9035206"/>
              <a:ext cx="4682808" cy="8353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10">
            <a:extLst>
              <a:ext uri="{FF2B5EF4-FFF2-40B4-BE49-F238E27FC236}">
                <a16:creationId xmlns:a16="http://schemas.microsoft.com/office/drawing/2014/main" id="{33623E7B-0FBD-456C-A206-5994B96AD05E}"/>
              </a:ext>
            </a:extLst>
          </p:cNvPr>
          <p:cNvSpPr>
            <a:spLocks noGrp="1"/>
          </p:cNvSpPr>
          <p:nvPr>
            <p:ph type="title"/>
          </p:nvPr>
        </p:nvSpPr>
        <p:spPr/>
        <p:txBody>
          <a:bodyPr/>
          <a:lstStyle/>
          <a:p>
            <a:endParaRPr lang="en-US"/>
          </a:p>
        </p:txBody>
      </p:sp>
      <p:sp>
        <p:nvSpPr>
          <p:cNvPr id="13" name="Text Placeholder 12">
            <a:extLst>
              <a:ext uri="{FF2B5EF4-FFF2-40B4-BE49-F238E27FC236}">
                <a16:creationId xmlns:a16="http://schemas.microsoft.com/office/drawing/2014/main" id="{0242E39A-42AD-41E1-A607-B9E2C493D88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288018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250" fill="hold"/>
                                        <p:tgtEl>
                                          <p:spTgt spid="17"/>
                                        </p:tgtEl>
                                        <p:attrNameLst>
                                          <p:attrName>ppt_x</p:attrName>
                                        </p:attrNameLst>
                                      </p:cBhvr>
                                      <p:tavLst>
                                        <p:tav tm="0">
                                          <p:val>
                                            <p:strVal val="0-#ppt_w/2"/>
                                          </p:val>
                                        </p:tav>
                                        <p:tav tm="100000">
                                          <p:val>
                                            <p:strVal val="#ppt_x"/>
                                          </p:val>
                                        </p:tav>
                                      </p:tavLst>
                                    </p:anim>
                                    <p:anim calcmode="lin" valueType="num">
                                      <p:cBhvr additive="base">
                                        <p:cTn id="8" dur="25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2" presetClass="entr" presetSubtype="8"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250" fill="hold"/>
                                        <p:tgtEl>
                                          <p:spTgt spid="16"/>
                                        </p:tgtEl>
                                        <p:attrNameLst>
                                          <p:attrName>ppt_x</p:attrName>
                                        </p:attrNameLst>
                                      </p:cBhvr>
                                      <p:tavLst>
                                        <p:tav tm="0">
                                          <p:val>
                                            <p:strVal val="0-#ppt_w/2"/>
                                          </p:val>
                                        </p:tav>
                                        <p:tav tm="100000">
                                          <p:val>
                                            <p:strVal val="#ppt_x"/>
                                          </p:val>
                                        </p:tav>
                                      </p:tavLst>
                                    </p:anim>
                                    <p:anim calcmode="lin" valueType="num">
                                      <p:cBhvr additive="base">
                                        <p:cTn id="13" dur="250" fill="hold"/>
                                        <p:tgtEl>
                                          <p:spTgt spid="16"/>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250" fill="hold"/>
                                        <p:tgtEl>
                                          <p:spTgt spid="3"/>
                                        </p:tgtEl>
                                        <p:attrNameLst>
                                          <p:attrName>ppt_x</p:attrName>
                                        </p:attrNameLst>
                                      </p:cBhvr>
                                      <p:tavLst>
                                        <p:tav tm="0">
                                          <p:val>
                                            <p:strVal val="0-#ppt_w/2"/>
                                          </p:val>
                                        </p:tav>
                                        <p:tav tm="100000">
                                          <p:val>
                                            <p:strVal val="#ppt_x"/>
                                          </p:val>
                                        </p:tav>
                                      </p:tavLst>
                                    </p:anim>
                                    <p:anim calcmode="lin" valueType="num">
                                      <p:cBhvr additive="base">
                                        <p:cTn id="18" dur="250" fill="hold"/>
                                        <p:tgtEl>
                                          <p:spTgt spid="3"/>
                                        </p:tgtEl>
                                        <p:attrNameLst>
                                          <p:attrName>ppt_y</p:attrName>
                                        </p:attrNameLst>
                                      </p:cBhvr>
                                      <p:tavLst>
                                        <p:tav tm="0">
                                          <p:val>
                                            <p:strVal val="#ppt_y"/>
                                          </p:val>
                                        </p:tav>
                                        <p:tav tm="100000">
                                          <p:val>
                                            <p:strVal val="#ppt_y"/>
                                          </p:val>
                                        </p:tav>
                                      </p:tavLst>
                                    </p:anim>
                                  </p:childTnLst>
                                </p:cTn>
                              </p:par>
                            </p:childTnLst>
                          </p:cTn>
                        </p:par>
                        <p:par>
                          <p:cTn id="19" fill="hold">
                            <p:stCondLst>
                              <p:cond delay="750"/>
                            </p:stCondLst>
                            <p:childTnLst>
                              <p:par>
                                <p:cTn id="20" presetID="2" presetClass="entr" presetSubtype="8"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250" fill="hold"/>
                                        <p:tgtEl>
                                          <p:spTgt spid="5"/>
                                        </p:tgtEl>
                                        <p:attrNameLst>
                                          <p:attrName>ppt_x</p:attrName>
                                        </p:attrNameLst>
                                      </p:cBhvr>
                                      <p:tavLst>
                                        <p:tav tm="0">
                                          <p:val>
                                            <p:strVal val="0-#ppt_w/2"/>
                                          </p:val>
                                        </p:tav>
                                        <p:tav tm="100000">
                                          <p:val>
                                            <p:strVal val="#ppt_x"/>
                                          </p:val>
                                        </p:tav>
                                      </p:tavLst>
                                    </p:anim>
                                    <p:anim calcmode="lin" valueType="num">
                                      <p:cBhvr additive="base">
                                        <p:cTn id="23" dur="25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1000"/>
                            </p:stCondLst>
                            <p:childTnLst>
                              <p:par>
                                <p:cTn id="25" presetID="2" presetClass="entr" presetSubtype="8"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250" fill="hold"/>
                                        <p:tgtEl>
                                          <p:spTgt spid="6"/>
                                        </p:tgtEl>
                                        <p:attrNameLst>
                                          <p:attrName>ppt_x</p:attrName>
                                        </p:attrNameLst>
                                      </p:cBhvr>
                                      <p:tavLst>
                                        <p:tav tm="0">
                                          <p:val>
                                            <p:strVal val="0-#ppt_w/2"/>
                                          </p:val>
                                        </p:tav>
                                        <p:tav tm="100000">
                                          <p:val>
                                            <p:strVal val="#ppt_x"/>
                                          </p:val>
                                        </p:tav>
                                      </p:tavLst>
                                    </p:anim>
                                    <p:anim calcmode="lin" valueType="num">
                                      <p:cBhvr additive="base">
                                        <p:cTn id="28" dur="250" fill="hold"/>
                                        <p:tgtEl>
                                          <p:spTgt spid="6"/>
                                        </p:tgtEl>
                                        <p:attrNameLst>
                                          <p:attrName>ppt_y</p:attrName>
                                        </p:attrNameLst>
                                      </p:cBhvr>
                                      <p:tavLst>
                                        <p:tav tm="0">
                                          <p:val>
                                            <p:strVal val="#ppt_y"/>
                                          </p:val>
                                        </p:tav>
                                        <p:tav tm="100000">
                                          <p:val>
                                            <p:strVal val="#ppt_y"/>
                                          </p:val>
                                        </p:tav>
                                      </p:tavLst>
                                    </p:anim>
                                  </p:childTnLst>
                                </p:cTn>
                              </p:par>
                            </p:childTnLst>
                          </p:cTn>
                        </p:par>
                        <p:par>
                          <p:cTn id="29" fill="hold">
                            <p:stCondLst>
                              <p:cond delay="1250"/>
                            </p:stCondLst>
                            <p:childTnLst>
                              <p:par>
                                <p:cTn id="30" presetID="2" presetClass="entr" presetSubtype="8"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250" fill="hold"/>
                                        <p:tgtEl>
                                          <p:spTgt spid="4"/>
                                        </p:tgtEl>
                                        <p:attrNameLst>
                                          <p:attrName>ppt_x</p:attrName>
                                        </p:attrNameLst>
                                      </p:cBhvr>
                                      <p:tavLst>
                                        <p:tav tm="0">
                                          <p:val>
                                            <p:strVal val="0-#ppt_w/2"/>
                                          </p:val>
                                        </p:tav>
                                        <p:tav tm="100000">
                                          <p:val>
                                            <p:strVal val="#ppt_x"/>
                                          </p:val>
                                        </p:tav>
                                      </p:tavLst>
                                    </p:anim>
                                    <p:anim calcmode="lin" valueType="num">
                                      <p:cBhvr additive="base">
                                        <p:cTn id="33" dur="25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 3"/>
          <p:cNvGraphicFramePr/>
          <p:nvPr>
            <p:extLst>
              <p:ext uri="{D42A27DB-BD31-4B8C-83A1-F6EECF244321}">
                <p14:modId xmlns:p14="http://schemas.microsoft.com/office/powerpoint/2010/main" val="4077219206"/>
              </p:ext>
            </p:extLst>
          </p:nvPr>
        </p:nvGraphicFramePr>
        <p:xfrm>
          <a:off x="3637174" y="2193287"/>
          <a:ext cx="4921251" cy="3280834"/>
        </p:xfrm>
        <a:graphic>
          <a:graphicData uri="http://schemas.openxmlformats.org/drawingml/2006/chart">
            <c:chart xmlns:c="http://schemas.openxmlformats.org/drawingml/2006/chart" xmlns:r="http://schemas.openxmlformats.org/officeDocument/2006/relationships" r:id="rId3"/>
          </a:graphicData>
        </a:graphic>
      </p:graphicFrame>
      <p:sp>
        <p:nvSpPr>
          <p:cNvPr id="5" name="Ellipse 4"/>
          <p:cNvSpPr/>
          <p:nvPr/>
        </p:nvSpPr>
        <p:spPr>
          <a:xfrm>
            <a:off x="7730962" y="2393105"/>
            <a:ext cx="147945" cy="1479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p>
        </p:txBody>
      </p:sp>
      <p:sp>
        <p:nvSpPr>
          <p:cNvPr id="6" name="Ellipse 5"/>
          <p:cNvSpPr/>
          <p:nvPr/>
        </p:nvSpPr>
        <p:spPr>
          <a:xfrm>
            <a:off x="4957942" y="3870916"/>
            <a:ext cx="147945" cy="14794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p>
        </p:txBody>
      </p:sp>
      <p:sp>
        <p:nvSpPr>
          <p:cNvPr id="7" name="Ellipse 6"/>
          <p:cNvSpPr/>
          <p:nvPr/>
        </p:nvSpPr>
        <p:spPr>
          <a:xfrm>
            <a:off x="7699997" y="4500336"/>
            <a:ext cx="147945" cy="14794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p>
        </p:txBody>
      </p:sp>
      <p:sp>
        <p:nvSpPr>
          <p:cNvPr id="8" name="Ellipse 7"/>
          <p:cNvSpPr/>
          <p:nvPr/>
        </p:nvSpPr>
        <p:spPr>
          <a:xfrm>
            <a:off x="4947956" y="3161083"/>
            <a:ext cx="147945" cy="14794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p>
        </p:txBody>
      </p:sp>
      <p:grpSp>
        <p:nvGrpSpPr>
          <p:cNvPr id="27" name="Gruppieren 38">
            <a:extLst>
              <a:ext uri="{FF2B5EF4-FFF2-40B4-BE49-F238E27FC236}">
                <a16:creationId xmlns:a16="http://schemas.microsoft.com/office/drawing/2014/main" id="{5852BFE2-4939-4725-9D14-8FFCFBC82019}"/>
              </a:ext>
            </a:extLst>
          </p:cNvPr>
          <p:cNvGrpSpPr/>
          <p:nvPr/>
        </p:nvGrpSpPr>
        <p:grpSpPr>
          <a:xfrm>
            <a:off x="206477" y="2114117"/>
            <a:ext cx="3034254" cy="3450270"/>
            <a:chOff x="-421961" y="3751847"/>
            <a:chExt cx="6068507" cy="6780373"/>
          </a:xfrm>
        </p:grpSpPr>
        <p:sp>
          <p:nvSpPr>
            <p:cNvPr id="30" name="Shape 603">
              <a:extLst>
                <a:ext uri="{FF2B5EF4-FFF2-40B4-BE49-F238E27FC236}">
                  <a16:creationId xmlns:a16="http://schemas.microsoft.com/office/drawing/2014/main" id="{853582A5-9B6C-40BA-B8A8-E9FAE6CA8E03}"/>
                </a:ext>
              </a:extLst>
            </p:cNvPr>
            <p:cNvSpPr/>
            <p:nvPr/>
          </p:nvSpPr>
          <p:spPr>
            <a:xfrm>
              <a:off x="-421961" y="6957073"/>
              <a:ext cx="6068507"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31" name="Shape 604">
              <a:extLst>
                <a:ext uri="{FF2B5EF4-FFF2-40B4-BE49-F238E27FC236}">
                  <a16:creationId xmlns:a16="http://schemas.microsoft.com/office/drawing/2014/main" id="{E19B264B-C3E7-48FE-A7D9-A579A2C1F686}"/>
                </a:ext>
              </a:extLst>
            </p:cNvPr>
            <p:cNvSpPr/>
            <p:nvPr/>
          </p:nvSpPr>
          <p:spPr>
            <a:xfrm>
              <a:off x="2206429" y="6332789"/>
              <a:ext cx="3391763"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#02 </a:t>
              </a:r>
              <a:r>
                <a:rPr lang="id-ID" sz="1600" dirty="0">
                  <a:latin typeface="Arial" panose="020B0604020202020204" pitchFamily="34" charset="0"/>
                  <a:ea typeface="Roboto"/>
                  <a:cs typeface="Roboto"/>
                  <a:sym typeface="Roboto"/>
                </a:rPr>
                <a:t>Mobile</a:t>
              </a:r>
            </a:p>
          </p:txBody>
        </p:sp>
        <p:sp>
          <p:nvSpPr>
            <p:cNvPr id="32" name="Shape 609">
              <a:extLst>
                <a:ext uri="{FF2B5EF4-FFF2-40B4-BE49-F238E27FC236}">
                  <a16:creationId xmlns:a16="http://schemas.microsoft.com/office/drawing/2014/main" id="{29D62B05-BBF1-46AC-9111-1F1A0462A950}"/>
                </a:ext>
              </a:extLst>
            </p:cNvPr>
            <p:cNvSpPr/>
            <p:nvPr/>
          </p:nvSpPr>
          <p:spPr>
            <a:xfrm>
              <a:off x="-36045" y="9484278"/>
              <a:ext cx="5634237"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33" name="Shape 610">
              <a:extLst>
                <a:ext uri="{FF2B5EF4-FFF2-40B4-BE49-F238E27FC236}">
                  <a16:creationId xmlns:a16="http://schemas.microsoft.com/office/drawing/2014/main" id="{7F0BDC57-49FB-469D-B979-E0EF0CD0A4FB}"/>
                </a:ext>
              </a:extLst>
            </p:cNvPr>
            <p:cNvSpPr/>
            <p:nvPr/>
          </p:nvSpPr>
          <p:spPr>
            <a:xfrm>
              <a:off x="1265758" y="8778354"/>
              <a:ext cx="4332436"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#03 </a:t>
              </a:r>
              <a:r>
                <a:rPr lang="id-ID" sz="1600" dirty="0">
                  <a:latin typeface="Arial" panose="020B0604020202020204" pitchFamily="34" charset="0"/>
                  <a:ea typeface="Roboto"/>
                  <a:cs typeface="Roboto"/>
                  <a:sym typeface="Roboto"/>
                </a:rPr>
                <a:t>Digital divide</a:t>
              </a:r>
            </a:p>
          </p:txBody>
        </p:sp>
        <p:sp>
          <p:nvSpPr>
            <p:cNvPr id="34" name="Shape 615">
              <a:extLst>
                <a:ext uri="{FF2B5EF4-FFF2-40B4-BE49-F238E27FC236}">
                  <a16:creationId xmlns:a16="http://schemas.microsoft.com/office/drawing/2014/main" id="{FA5B83E9-4256-44DD-A67C-C8E73DE1C0E2}"/>
                </a:ext>
              </a:extLst>
            </p:cNvPr>
            <p:cNvSpPr/>
            <p:nvPr/>
          </p:nvSpPr>
          <p:spPr>
            <a:xfrm>
              <a:off x="-421961" y="4457769"/>
              <a:ext cx="6020153" cy="1047942"/>
            </a:xfrm>
            <a:prstGeom prst="rect">
              <a:avLst/>
            </a:prstGeom>
            <a:noFill/>
            <a:ln>
              <a:noFill/>
            </a:ln>
          </p:spPr>
          <p:txBody>
            <a:bodyPr lIns="91412" tIns="45700" rIns="91412" bIns="45700" anchor="t" anchorCtr="0">
              <a:noAutofit/>
            </a:bodyPr>
            <a:lstStyle/>
            <a:p>
              <a:pPr algn="r">
                <a:lnSpc>
                  <a:spcPct val="130000"/>
                </a:lnSpc>
                <a:buSzPct val="25000"/>
              </a:pPr>
              <a:r>
                <a:rPr kumimoji="0" lang="de-DE" sz="14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mn-cs"/>
                </a:rPr>
                <a:t>Lorem ipsum dolor sit amet, consetetur sadipscing elitr.</a:t>
              </a:r>
              <a:endParaRPr lang="id-ID" sz="1400" dirty="0">
                <a:solidFill>
                  <a:schemeClr val="tx1">
                    <a:lumMod val="75000"/>
                    <a:lumOff val="25000"/>
                  </a:schemeClr>
                </a:solidFill>
                <a:latin typeface="Arial" panose="020B0604020202020204" pitchFamily="34" charset="0"/>
                <a:ea typeface="Roboto"/>
                <a:cs typeface="Roboto"/>
                <a:sym typeface="Roboto"/>
              </a:endParaRPr>
            </a:p>
          </p:txBody>
        </p:sp>
        <p:sp>
          <p:nvSpPr>
            <p:cNvPr id="35" name="Shape 616">
              <a:extLst>
                <a:ext uri="{FF2B5EF4-FFF2-40B4-BE49-F238E27FC236}">
                  <a16:creationId xmlns:a16="http://schemas.microsoft.com/office/drawing/2014/main" id="{67C4D280-6638-4764-9AC4-9198C110CB61}"/>
                </a:ext>
              </a:extLst>
            </p:cNvPr>
            <p:cNvSpPr/>
            <p:nvPr/>
          </p:nvSpPr>
          <p:spPr>
            <a:xfrm>
              <a:off x="913375" y="3751847"/>
              <a:ext cx="4684821"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#01 </a:t>
              </a:r>
              <a:r>
                <a:rPr lang="id-ID" sz="1600" dirty="0">
                  <a:latin typeface="Arial" panose="020B0604020202020204" pitchFamily="34" charset="0"/>
                  <a:ea typeface="Roboto"/>
                  <a:cs typeface="Roboto"/>
                  <a:sym typeface="Roboto"/>
                </a:rPr>
                <a:t>Cybersecurity</a:t>
              </a:r>
            </a:p>
          </p:txBody>
        </p:sp>
      </p:grpSp>
      <p:grpSp>
        <p:nvGrpSpPr>
          <p:cNvPr id="36" name="Gruppieren 45">
            <a:extLst>
              <a:ext uri="{FF2B5EF4-FFF2-40B4-BE49-F238E27FC236}">
                <a16:creationId xmlns:a16="http://schemas.microsoft.com/office/drawing/2014/main" id="{C1CB13C3-6062-4D36-8C30-31516403F177}"/>
              </a:ext>
            </a:extLst>
          </p:cNvPr>
          <p:cNvGrpSpPr/>
          <p:nvPr/>
        </p:nvGrpSpPr>
        <p:grpSpPr>
          <a:xfrm>
            <a:off x="8941932" y="2114117"/>
            <a:ext cx="2848917" cy="3390187"/>
            <a:chOff x="18836380" y="3751847"/>
            <a:chExt cx="4753029" cy="6780373"/>
          </a:xfrm>
        </p:grpSpPr>
        <p:sp>
          <p:nvSpPr>
            <p:cNvPr id="37" name="Shape 601">
              <a:extLst>
                <a:ext uri="{FF2B5EF4-FFF2-40B4-BE49-F238E27FC236}">
                  <a16:creationId xmlns:a16="http://schemas.microsoft.com/office/drawing/2014/main" id="{BD61D21F-37DC-4916-8626-E87BB7F24F40}"/>
                </a:ext>
              </a:extLst>
            </p:cNvPr>
            <p:cNvSpPr/>
            <p:nvPr/>
          </p:nvSpPr>
          <p:spPr>
            <a:xfrm>
              <a:off x="18873791" y="6937501"/>
              <a:ext cx="4715618"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38" name="Shape 602">
              <a:extLst>
                <a:ext uri="{FF2B5EF4-FFF2-40B4-BE49-F238E27FC236}">
                  <a16:creationId xmlns:a16="http://schemas.microsoft.com/office/drawing/2014/main" id="{398A99A3-EAAF-4FB9-B020-C86985687134}"/>
                </a:ext>
              </a:extLst>
            </p:cNvPr>
            <p:cNvSpPr/>
            <p:nvPr/>
          </p:nvSpPr>
          <p:spPr>
            <a:xfrm>
              <a:off x="18865877" y="6231577"/>
              <a:ext cx="3151460"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#05 </a:t>
              </a:r>
              <a:r>
                <a:rPr lang="id-ID" sz="1600" dirty="0">
                  <a:latin typeface="Arial" panose="020B0604020202020204" pitchFamily="34" charset="0"/>
                  <a:ea typeface="Roboto"/>
                  <a:cs typeface="Roboto"/>
                  <a:sym typeface="Roboto"/>
                </a:rPr>
                <a:t>Photos</a:t>
              </a:r>
            </a:p>
          </p:txBody>
        </p:sp>
        <p:sp>
          <p:nvSpPr>
            <p:cNvPr id="39" name="Shape 607">
              <a:extLst>
                <a:ext uri="{FF2B5EF4-FFF2-40B4-BE49-F238E27FC236}">
                  <a16:creationId xmlns:a16="http://schemas.microsoft.com/office/drawing/2014/main" id="{7A9C28D2-5590-4012-A3B6-618BB921FE2E}"/>
                </a:ext>
              </a:extLst>
            </p:cNvPr>
            <p:cNvSpPr/>
            <p:nvPr/>
          </p:nvSpPr>
          <p:spPr>
            <a:xfrm>
              <a:off x="18873790" y="9484278"/>
              <a:ext cx="4715614"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40" name="Shape 608">
              <a:extLst>
                <a:ext uri="{FF2B5EF4-FFF2-40B4-BE49-F238E27FC236}">
                  <a16:creationId xmlns:a16="http://schemas.microsoft.com/office/drawing/2014/main" id="{CFDF1188-0EC6-48AB-A026-3907D117D3AB}"/>
                </a:ext>
              </a:extLst>
            </p:cNvPr>
            <p:cNvSpPr/>
            <p:nvPr/>
          </p:nvSpPr>
          <p:spPr>
            <a:xfrm>
              <a:off x="18865881" y="8778354"/>
              <a:ext cx="4109434"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#06 </a:t>
              </a:r>
              <a:r>
                <a:rPr lang="id-ID" sz="1600" dirty="0">
                  <a:latin typeface="Arial" panose="020B0604020202020204" pitchFamily="34" charset="0"/>
                  <a:ea typeface="Roboto"/>
                  <a:cs typeface="Roboto"/>
                  <a:sym typeface="Roboto"/>
                </a:rPr>
                <a:t>Digital divide</a:t>
              </a:r>
            </a:p>
          </p:txBody>
        </p:sp>
        <p:sp>
          <p:nvSpPr>
            <p:cNvPr id="41" name="Shape 613">
              <a:extLst>
                <a:ext uri="{FF2B5EF4-FFF2-40B4-BE49-F238E27FC236}">
                  <a16:creationId xmlns:a16="http://schemas.microsoft.com/office/drawing/2014/main" id="{71466645-1F9B-4C83-95A1-C0518CE69625}"/>
                </a:ext>
              </a:extLst>
            </p:cNvPr>
            <p:cNvSpPr/>
            <p:nvPr/>
          </p:nvSpPr>
          <p:spPr>
            <a:xfrm>
              <a:off x="18873791" y="4457769"/>
              <a:ext cx="4597507"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42" name="Shape 614">
              <a:extLst>
                <a:ext uri="{FF2B5EF4-FFF2-40B4-BE49-F238E27FC236}">
                  <a16:creationId xmlns:a16="http://schemas.microsoft.com/office/drawing/2014/main" id="{BBA23ADD-84FF-451A-9374-82ACE1A583D5}"/>
                </a:ext>
              </a:extLst>
            </p:cNvPr>
            <p:cNvSpPr/>
            <p:nvPr/>
          </p:nvSpPr>
          <p:spPr>
            <a:xfrm>
              <a:off x="18836380" y="3751847"/>
              <a:ext cx="3334808"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#04 </a:t>
              </a:r>
              <a:r>
                <a:rPr lang="id-ID" sz="1600" dirty="0">
                  <a:latin typeface="Arial" panose="020B0604020202020204" pitchFamily="34" charset="0"/>
                  <a:ea typeface="Roboto"/>
                  <a:cs typeface="Roboto"/>
                  <a:sym typeface="Roboto"/>
                </a:rPr>
                <a:t>Target</a:t>
              </a:r>
            </a:p>
          </p:txBody>
        </p:sp>
      </p:grpSp>
      <p:sp>
        <p:nvSpPr>
          <p:cNvPr id="23" name="Title 1">
            <a:extLst>
              <a:ext uri="{FF2B5EF4-FFF2-40B4-BE49-F238E27FC236}">
                <a16:creationId xmlns:a16="http://schemas.microsoft.com/office/drawing/2014/main" id="{595C23E0-F239-417D-A5FC-3D65681BA092}"/>
              </a:ext>
            </a:extLst>
          </p:cNvPr>
          <p:cNvSpPr>
            <a:spLocks noGrp="1"/>
          </p:cNvSpPr>
          <p:nvPr>
            <p:ph type="title"/>
          </p:nvPr>
        </p:nvSpPr>
        <p:spPr/>
        <p:txBody>
          <a:bodyPr/>
          <a:lstStyle/>
          <a:p>
            <a:r>
              <a:rPr lang="en-US" b="1" dirty="0"/>
              <a:t>Figure Title</a:t>
            </a:r>
          </a:p>
        </p:txBody>
      </p:sp>
      <p:sp>
        <p:nvSpPr>
          <p:cNvPr id="10" name="Text Placeholder 9">
            <a:extLst>
              <a:ext uri="{FF2B5EF4-FFF2-40B4-BE49-F238E27FC236}">
                <a16:creationId xmlns:a16="http://schemas.microsoft.com/office/drawing/2014/main" id="{08344B1A-BF37-4FD8-AF21-F41530AB7B3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3732981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ieren 1"/>
          <p:cNvGrpSpPr/>
          <p:nvPr/>
        </p:nvGrpSpPr>
        <p:grpSpPr>
          <a:xfrm>
            <a:off x="1192228" y="1839986"/>
            <a:ext cx="10062558" cy="3630463"/>
            <a:chOff x="2381281" y="3679968"/>
            <a:chExt cx="20125116" cy="7260926"/>
          </a:xfrm>
        </p:grpSpPr>
        <p:sp>
          <p:nvSpPr>
            <p:cNvPr id="126" name="Textfeld 125"/>
            <p:cNvSpPr txBox="1"/>
            <p:nvPr/>
          </p:nvSpPr>
          <p:spPr>
            <a:xfrm>
              <a:off x="5030621" y="8849174"/>
              <a:ext cx="1407960" cy="553998"/>
            </a:xfrm>
            <a:prstGeom prst="rect">
              <a:avLst/>
            </a:prstGeom>
            <a:noFill/>
          </p:spPr>
          <p:txBody>
            <a:bodyPr wrap="square" rtlCol="0">
              <a:spAutoFit/>
            </a:bodyPr>
            <a:lstStyle/>
            <a:p>
              <a:r>
                <a:rPr lang="de-DE" sz="1200" dirty="0">
                  <a:latin typeface="Arial" panose="020B0604020202020204" pitchFamily="34" charset="0"/>
                </a:rPr>
                <a:t>10 %</a:t>
              </a:r>
            </a:p>
          </p:txBody>
        </p:sp>
        <p:sp>
          <p:nvSpPr>
            <p:cNvPr id="127" name="Textfeld 126"/>
            <p:cNvSpPr txBox="1"/>
            <p:nvPr/>
          </p:nvSpPr>
          <p:spPr>
            <a:xfrm>
              <a:off x="6666375" y="8849174"/>
              <a:ext cx="1407960" cy="553998"/>
            </a:xfrm>
            <a:prstGeom prst="rect">
              <a:avLst/>
            </a:prstGeom>
            <a:noFill/>
          </p:spPr>
          <p:txBody>
            <a:bodyPr wrap="square" rtlCol="0">
              <a:spAutoFit/>
            </a:bodyPr>
            <a:lstStyle/>
            <a:p>
              <a:r>
                <a:rPr lang="de-DE" sz="1200" dirty="0">
                  <a:latin typeface="Arial" panose="020B0604020202020204" pitchFamily="34" charset="0"/>
                </a:rPr>
                <a:t>20 %</a:t>
              </a:r>
            </a:p>
          </p:txBody>
        </p:sp>
        <p:sp>
          <p:nvSpPr>
            <p:cNvPr id="128" name="Textfeld 127"/>
            <p:cNvSpPr txBox="1"/>
            <p:nvPr/>
          </p:nvSpPr>
          <p:spPr>
            <a:xfrm>
              <a:off x="8302129" y="8849174"/>
              <a:ext cx="1407960" cy="553998"/>
            </a:xfrm>
            <a:prstGeom prst="rect">
              <a:avLst/>
            </a:prstGeom>
            <a:noFill/>
          </p:spPr>
          <p:txBody>
            <a:bodyPr wrap="square" rtlCol="0">
              <a:spAutoFit/>
            </a:bodyPr>
            <a:lstStyle/>
            <a:p>
              <a:r>
                <a:rPr lang="de-DE" sz="1200" dirty="0">
                  <a:latin typeface="Arial" panose="020B0604020202020204" pitchFamily="34" charset="0"/>
                </a:rPr>
                <a:t>30 %</a:t>
              </a:r>
            </a:p>
          </p:txBody>
        </p:sp>
        <p:sp>
          <p:nvSpPr>
            <p:cNvPr id="129" name="Textfeld 128"/>
            <p:cNvSpPr txBox="1"/>
            <p:nvPr/>
          </p:nvSpPr>
          <p:spPr>
            <a:xfrm>
              <a:off x="9937883" y="8849174"/>
              <a:ext cx="1407960" cy="553998"/>
            </a:xfrm>
            <a:prstGeom prst="rect">
              <a:avLst/>
            </a:prstGeom>
            <a:noFill/>
          </p:spPr>
          <p:txBody>
            <a:bodyPr wrap="square" rtlCol="0">
              <a:spAutoFit/>
            </a:bodyPr>
            <a:lstStyle/>
            <a:p>
              <a:r>
                <a:rPr lang="de-DE" sz="1200" dirty="0">
                  <a:latin typeface="Arial" panose="020B0604020202020204" pitchFamily="34" charset="0"/>
                </a:rPr>
                <a:t>40 %</a:t>
              </a:r>
            </a:p>
          </p:txBody>
        </p:sp>
        <p:sp>
          <p:nvSpPr>
            <p:cNvPr id="130" name="Textfeld 129"/>
            <p:cNvSpPr txBox="1"/>
            <p:nvPr/>
          </p:nvSpPr>
          <p:spPr>
            <a:xfrm>
              <a:off x="11573637" y="8849174"/>
              <a:ext cx="1407960" cy="553998"/>
            </a:xfrm>
            <a:prstGeom prst="rect">
              <a:avLst/>
            </a:prstGeom>
            <a:noFill/>
          </p:spPr>
          <p:txBody>
            <a:bodyPr wrap="square" rtlCol="0">
              <a:spAutoFit/>
            </a:bodyPr>
            <a:lstStyle/>
            <a:p>
              <a:r>
                <a:rPr lang="de-DE" sz="1200" dirty="0">
                  <a:latin typeface="Arial" panose="020B0604020202020204" pitchFamily="34" charset="0"/>
                </a:rPr>
                <a:t>50 %</a:t>
              </a:r>
            </a:p>
          </p:txBody>
        </p:sp>
        <p:sp>
          <p:nvSpPr>
            <p:cNvPr id="131" name="Textfeld 130"/>
            <p:cNvSpPr txBox="1"/>
            <p:nvPr/>
          </p:nvSpPr>
          <p:spPr>
            <a:xfrm>
              <a:off x="13209391" y="8849174"/>
              <a:ext cx="1407960" cy="553998"/>
            </a:xfrm>
            <a:prstGeom prst="rect">
              <a:avLst/>
            </a:prstGeom>
            <a:noFill/>
          </p:spPr>
          <p:txBody>
            <a:bodyPr wrap="square" rtlCol="0">
              <a:spAutoFit/>
            </a:bodyPr>
            <a:lstStyle/>
            <a:p>
              <a:r>
                <a:rPr lang="de-DE" sz="1200" dirty="0">
                  <a:latin typeface="Arial" panose="020B0604020202020204" pitchFamily="34" charset="0"/>
                </a:rPr>
                <a:t>60 %</a:t>
              </a:r>
            </a:p>
          </p:txBody>
        </p:sp>
        <p:sp>
          <p:nvSpPr>
            <p:cNvPr id="132" name="Textfeld 131"/>
            <p:cNvSpPr txBox="1"/>
            <p:nvPr/>
          </p:nvSpPr>
          <p:spPr>
            <a:xfrm>
              <a:off x="14845145" y="8849174"/>
              <a:ext cx="1407960" cy="553998"/>
            </a:xfrm>
            <a:prstGeom prst="rect">
              <a:avLst/>
            </a:prstGeom>
            <a:noFill/>
          </p:spPr>
          <p:txBody>
            <a:bodyPr wrap="square" rtlCol="0">
              <a:spAutoFit/>
            </a:bodyPr>
            <a:lstStyle/>
            <a:p>
              <a:r>
                <a:rPr lang="de-DE" sz="1200" dirty="0">
                  <a:latin typeface="Arial" panose="020B0604020202020204" pitchFamily="34" charset="0"/>
                </a:rPr>
                <a:t>70 %</a:t>
              </a:r>
            </a:p>
          </p:txBody>
        </p:sp>
        <p:sp>
          <p:nvSpPr>
            <p:cNvPr id="133" name="Textfeld 132"/>
            <p:cNvSpPr txBox="1"/>
            <p:nvPr/>
          </p:nvSpPr>
          <p:spPr>
            <a:xfrm>
              <a:off x="16480899" y="8849174"/>
              <a:ext cx="1407960" cy="553998"/>
            </a:xfrm>
            <a:prstGeom prst="rect">
              <a:avLst/>
            </a:prstGeom>
            <a:noFill/>
          </p:spPr>
          <p:txBody>
            <a:bodyPr wrap="square" rtlCol="0">
              <a:spAutoFit/>
            </a:bodyPr>
            <a:lstStyle/>
            <a:p>
              <a:r>
                <a:rPr lang="de-DE" sz="1200" dirty="0">
                  <a:latin typeface="Arial" panose="020B0604020202020204" pitchFamily="34" charset="0"/>
                </a:rPr>
                <a:t>80 %</a:t>
              </a:r>
            </a:p>
          </p:txBody>
        </p:sp>
        <p:sp>
          <p:nvSpPr>
            <p:cNvPr id="134" name="Textfeld 133"/>
            <p:cNvSpPr txBox="1"/>
            <p:nvPr/>
          </p:nvSpPr>
          <p:spPr>
            <a:xfrm>
              <a:off x="18116653" y="8849176"/>
              <a:ext cx="1279964" cy="553998"/>
            </a:xfrm>
            <a:prstGeom prst="rect">
              <a:avLst/>
            </a:prstGeom>
            <a:noFill/>
          </p:spPr>
          <p:txBody>
            <a:bodyPr wrap="square" rtlCol="0">
              <a:spAutoFit/>
            </a:bodyPr>
            <a:lstStyle/>
            <a:p>
              <a:r>
                <a:rPr lang="de-DE" sz="1200" dirty="0">
                  <a:latin typeface="Arial" panose="020B0604020202020204" pitchFamily="34" charset="0"/>
                </a:rPr>
                <a:t>90 %</a:t>
              </a:r>
            </a:p>
          </p:txBody>
        </p:sp>
        <p:sp>
          <p:nvSpPr>
            <p:cNvPr id="135" name="Textfeld 134"/>
            <p:cNvSpPr txBox="1"/>
            <p:nvPr/>
          </p:nvSpPr>
          <p:spPr>
            <a:xfrm>
              <a:off x="19624409" y="8849176"/>
              <a:ext cx="1635756" cy="553998"/>
            </a:xfrm>
            <a:prstGeom prst="rect">
              <a:avLst/>
            </a:prstGeom>
            <a:noFill/>
          </p:spPr>
          <p:txBody>
            <a:bodyPr wrap="square" rtlCol="0">
              <a:spAutoFit/>
            </a:bodyPr>
            <a:lstStyle/>
            <a:p>
              <a:r>
                <a:rPr lang="de-DE" sz="1200" dirty="0">
                  <a:latin typeface="Arial" panose="020B0604020202020204" pitchFamily="34" charset="0"/>
                </a:rPr>
                <a:t>´100 %</a:t>
              </a:r>
            </a:p>
          </p:txBody>
        </p:sp>
        <p:graphicFrame>
          <p:nvGraphicFramePr>
            <p:cNvPr id="136" name="Diagramm 135"/>
            <p:cNvGraphicFramePr/>
            <p:nvPr>
              <p:extLst>
                <p:ext uri="{D42A27DB-BD31-4B8C-83A1-F6EECF244321}">
                  <p14:modId xmlns:p14="http://schemas.microsoft.com/office/powerpoint/2010/main" val="31513314"/>
                </p:ext>
              </p:extLst>
            </p:nvPr>
          </p:nvGraphicFramePr>
          <p:xfrm>
            <a:off x="4993500" y="3679968"/>
            <a:ext cx="17512897" cy="5217201"/>
          </p:xfrm>
          <a:graphic>
            <a:graphicData uri="http://schemas.openxmlformats.org/drawingml/2006/chart">
              <c:chart xmlns:c="http://schemas.openxmlformats.org/drawingml/2006/chart" xmlns:r="http://schemas.openxmlformats.org/officeDocument/2006/relationships" r:id="rId3"/>
            </a:graphicData>
          </a:graphic>
        </p:graphicFrame>
        <p:sp>
          <p:nvSpPr>
            <p:cNvPr id="137" name="Textfeld 136"/>
            <p:cNvSpPr txBox="1"/>
            <p:nvPr/>
          </p:nvSpPr>
          <p:spPr>
            <a:xfrm>
              <a:off x="2381281" y="4165796"/>
              <a:ext cx="2591298" cy="553998"/>
            </a:xfrm>
            <a:prstGeom prst="rect">
              <a:avLst/>
            </a:prstGeom>
            <a:noFill/>
          </p:spPr>
          <p:txBody>
            <a:bodyPr wrap="square" rtlCol="0">
              <a:spAutoFit/>
            </a:bodyPr>
            <a:lstStyle/>
            <a:p>
              <a:pPr algn="r"/>
              <a:r>
                <a:rPr lang="de-DE" sz="1200" dirty="0">
                  <a:solidFill>
                    <a:schemeClr val="tx1">
                      <a:lumMod val="95000"/>
                      <a:lumOff val="5000"/>
                    </a:schemeClr>
                  </a:solidFill>
                  <a:latin typeface="Arial" panose="020B0604020202020204" pitchFamily="34" charset="0"/>
                </a:rPr>
                <a:t>Product A</a:t>
              </a:r>
            </a:p>
          </p:txBody>
        </p:sp>
        <p:sp>
          <p:nvSpPr>
            <p:cNvPr id="138" name="Textfeld 137"/>
            <p:cNvSpPr txBox="1"/>
            <p:nvPr/>
          </p:nvSpPr>
          <p:spPr>
            <a:xfrm>
              <a:off x="2381281" y="5077640"/>
              <a:ext cx="2591298" cy="553998"/>
            </a:xfrm>
            <a:prstGeom prst="rect">
              <a:avLst/>
            </a:prstGeom>
            <a:noFill/>
          </p:spPr>
          <p:txBody>
            <a:bodyPr wrap="square" rtlCol="0">
              <a:spAutoFit/>
            </a:bodyPr>
            <a:lstStyle/>
            <a:p>
              <a:pPr algn="r"/>
              <a:r>
                <a:rPr lang="de-DE" sz="1200" dirty="0">
                  <a:solidFill>
                    <a:schemeClr val="tx1">
                      <a:lumMod val="95000"/>
                      <a:lumOff val="5000"/>
                    </a:schemeClr>
                  </a:solidFill>
                  <a:latin typeface="Arial" panose="020B0604020202020204" pitchFamily="34" charset="0"/>
                </a:rPr>
                <a:t>Product B</a:t>
              </a:r>
            </a:p>
          </p:txBody>
        </p:sp>
        <p:sp>
          <p:nvSpPr>
            <p:cNvPr id="139" name="Textfeld 138"/>
            <p:cNvSpPr txBox="1"/>
            <p:nvPr/>
          </p:nvSpPr>
          <p:spPr>
            <a:xfrm>
              <a:off x="2381281" y="6018744"/>
              <a:ext cx="2591298" cy="553998"/>
            </a:xfrm>
            <a:prstGeom prst="rect">
              <a:avLst/>
            </a:prstGeom>
            <a:noFill/>
          </p:spPr>
          <p:txBody>
            <a:bodyPr wrap="square" rtlCol="0">
              <a:spAutoFit/>
            </a:bodyPr>
            <a:lstStyle/>
            <a:p>
              <a:pPr algn="r"/>
              <a:r>
                <a:rPr lang="de-DE" sz="1200" dirty="0">
                  <a:solidFill>
                    <a:schemeClr val="tx1">
                      <a:lumMod val="95000"/>
                      <a:lumOff val="5000"/>
                    </a:schemeClr>
                  </a:solidFill>
                  <a:latin typeface="Arial" panose="020B0604020202020204" pitchFamily="34" charset="0"/>
                </a:rPr>
                <a:t>Product C</a:t>
              </a:r>
            </a:p>
          </p:txBody>
        </p:sp>
        <p:sp>
          <p:nvSpPr>
            <p:cNvPr id="140" name="Textfeld 139"/>
            <p:cNvSpPr txBox="1"/>
            <p:nvPr/>
          </p:nvSpPr>
          <p:spPr>
            <a:xfrm>
              <a:off x="2381281" y="6943814"/>
              <a:ext cx="2591298" cy="553998"/>
            </a:xfrm>
            <a:prstGeom prst="rect">
              <a:avLst/>
            </a:prstGeom>
            <a:noFill/>
          </p:spPr>
          <p:txBody>
            <a:bodyPr wrap="square" rtlCol="0">
              <a:spAutoFit/>
            </a:bodyPr>
            <a:lstStyle/>
            <a:p>
              <a:pPr algn="r"/>
              <a:r>
                <a:rPr lang="de-DE" sz="1200" dirty="0">
                  <a:solidFill>
                    <a:schemeClr val="tx1">
                      <a:lumMod val="95000"/>
                      <a:lumOff val="5000"/>
                    </a:schemeClr>
                  </a:solidFill>
                  <a:latin typeface="Arial" panose="020B0604020202020204" pitchFamily="34" charset="0"/>
                </a:rPr>
                <a:t>Product D</a:t>
              </a:r>
            </a:p>
          </p:txBody>
        </p:sp>
        <p:sp>
          <p:nvSpPr>
            <p:cNvPr id="141" name="Textfeld 140"/>
            <p:cNvSpPr txBox="1"/>
            <p:nvPr/>
          </p:nvSpPr>
          <p:spPr>
            <a:xfrm>
              <a:off x="2381281" y="7878636"/>
              <a:ext cx="2591298" cy="553998"/>
            </a:xfrm>
            <a:prstGeom prst="rect">
              <a:avLst/>
            </a:prstGeom>
            <a:noFill/>
          </p:spPr>
          <p:txBody>
            <a:bodyPr wrap="square" rtlCol="0">
              <a:spAutoFit/>
            </a:bodyPr>
            <a:lstStyle/>
            <a:p>
              <a:pPr algn="r"/>
              <a:r>
                <a:rPr lang="de-DE" sz="1200" dirty="0">
                  <a:solidFill>
                    <a:schemeClr val="tx1">
                      <a:lumMod val="95000"/>
                      <a:lumOff val="5000"/>
                    </a:schemeClr>
                  </a:solidFill>
                  <a:latin typeface="Arial" panose="020B0604020202020204" pitchFamily="34" charset="0"/>
                </a:rPr>
                <a:t>Product E</a:t>
              </a:r>
            </a:p>
          </p:txBody>
        </p:sp>
        <p:sp>
          <p:nvSpPr>
            <p:cNvPr id="142" name="Textfeld 141"/>
            <p:cNvSpPr txBox="1">
              <a:spLocks noChangeAspect="1"/>
            </p:cNvSpPr>
            <p:nvPr/>
          </p:nvSpPr>
          <p:spPr>
            <a:xfrm>
              <a:off x="14617659" y="10386896"/>
              <a:ext cx="431568" cy="492442"/>
            </a:xfrm>
            <a:prstGeom prst="rect">
              <a:avLst/>
            </a:prstGeom>
            <a:solidFill>
              <a:schemeClr val="accent3"/>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143" name="Textfeld 142"/>
            <p:cNvSpPr txBox="1"/>
            <p:nvPr/>
          </p:nvSpPr>
          <p:spPr>
            <a:xfrm>
              <a:off x="15080673" y="10386896"/>
              <a:ext cx="3118346" cy="553998"/>
            </a:xfrm>
            <a:prstGeom prst="rect">
              <a:avLst/>
            </a:prstGeom>
            <a:noFill/>
          </p:spPr>
          <p:txBody>
            <a:bodyPr wrap="square" rtlCol="0">
              <a:spAutoFit/>
            </a:bodyPr>
            <a:lstStyle/>
            <a:p>
              <a:r>
                <a:rPr lang="de-DE" sz="1200" dirty="0">
                  <a:latin typeface="Arial" panose="020B0604020202020204" pitchFamily="34" charset="0"/>
                </a:rPr>
                <a:t>Our Company Plan</a:t>
              </a:r>
            </a:p>
          </p:txBody>
        </p:sp>
        <p:sp>
          <p:nvSpPr>
            <p:cNvPr id="144" name="Textfeld 143"/>
            <p:cNvSpPr txBox="1">
              <a:spLocks noChangeAspect="1"/>
            </p:cNvSpPr>
            <p:nvPr/>
          </p:nvSpPr>
          <p:spPr>
            <a:xfrm>
              <a:off x="10551837" y="10386896"/>
              <a:ext cx="431568" cy="492442"/>
            </a:xfrm>
            <a:prstGeom prst="rect">
              <a:avLst/>
            </a:prstGeom>
            <a:solidFill>
              <a:schemeClr val="accent4"/>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145" name="Textfeld 144"/>
            <p:cNvSpPr txBox="1"/>
            <p:nvPr/>
          </p:nvSpPr>
          <p:spPr>
            <a:xfrm>
              <a:off x="11014851" y="10386896"/>
              <a:ext cx="3118346" cy="553998"/>
            </a:xfrm>
            <a:prstGeom prst="rect">
              <a:avLst/>
            </a:prstGeom>
            <a:noFill/>
          </p:spPr>
          <p:txBody>
            <a:bodyPr wrap="square" rtlCol="0">
              <a:spAutoFit/>
            </a:bodyPr>
            <a:lstStyle/>
            <a:p>
              <a:r>
                <a:rPr lang="de-DE" sz="1200" dirty="0">
                  <a:latin typeface="Arial" panose="020B0604020202020204" pitchFamily="34" charset="0"/>
                </a:rPr>
                <a:t>Our Company Plan</a:t>
              </a:r>
            </a:p>
          </p:txBody>
        </p:sp>
        <p:sp>
          <p:nvSpPr>
            <p:cNvPr id="146" name="Textfeld 145"/>
            <p:cNvSpPr txBox="1">
              <a:spLocks noChangeAspect="1"/>
            </p:cNvSpPr>
            <p:nvPr/>
          </p:nvSpPr>
          <p:spPr>
            <a:xfrm>
              <a:off x="6579529" y="10386896"/>
              <a:ext cx="431568" cy="492442"/>
            </a:xfrm>
            <a:prstGeom prst="rect">
              <a:avLst/>
            </a:prstGeom>
            <a:solidFill>
              <a:schemeClr val="accent1"/>
            </a:solidFill>
          </p:spPr>
          <p:txBody>
            <a:bodyPr wrap="square" rtlCol="0">
              <a:spAutoFit/>
            </a:bodyPr>
            <a:lstStyle/>
            <a:p>
              <a:pPr algn="ctr"/>
              <a:endParaRPr lang="de-DE" sz="1000" dirty="0">
                <a:solidFill>
                  <a:schemeClr val="bg2">
                    <a:lumMod val="50000"/>
                  </a:schemeClr>
                </a:solidFill>
                <a:latin typeface="Arial" panose="020B0604020202020204" pitchFamily="34" charset="0"/>
              </a:endParaRPr>
            </a:p>
          </p:txBody>
        </p:sp>
        <p:sp>
          <p:nvSpPr>
            <p:cNvPr id="147" name="Textfeld 146"/>
            <p:cNvSpPr txBox="1"/>
            <p:nvPr/>
          </p:nvSpPr>
          <p:spPr>
            <a:xfrm>
              <a:off x="7042543" y="10386896"/>
              <a:ext cx="3118346" cy="553998"/>
            </a:xfrm>
            <a:prstGeom prst="rect">
              <a:avLst/>
            </a:prstGeom>
            <a:noFill/>
          </p:spPr>
          <p:txBody>
            <a:bodyPr wrap="square" rtlCol="0">
              <a:spAutoFit/>
            </a:bodyPr>
            <a:lstStyle/>
            <a:p>
              <a:r>
                <a:rPr lang="de-DE" sz="1200" dirty="0">
                  <a:latin typeface="Arial" panose="020B0604020202020204" pitchFamily="34" charset="0"/>
                </a:rPr>
                <a:t>Our Company Plan</a:t>
              </a:r>
            </a:p>
          </p:txBody>
        </p:sp>
      </p:grpSp>
      <p:sp>
        <p:nvSpPr>
          <p:cNvPr id="30" name="Title 1">
            <a:extLst>
              <a:ext uri="{FF2B5EF4-FFF2-40B4-BE49-F238E27FC236}">
                <a16:creationId xmlns:a16="http://schemas.microsoft.com/office/drawing/2014/main" id="{C370CBF8-B25E-441B-BE1E-962F7F8A38CE}"/>
              </a:ext>
            </a:extLst>
          </p:cNvPr>
          <p:cNvSpPr>
            <a:spLocks noGrp="1"/>
          </p:cNvSpPr>
          <p:nvPr>
            <p:ph type="title"/>
          </p:nvPr>
        </p:nvSpPr>
        <p:spPr/>
        <p:txBody>
          <a:bodyPr/>
          <a:lstStyle/>
          <a:p>
            <a:r>
              <a:rPr lang="en-US" sz="2400" b="1" dirty="0"/>
              <a:t>Figure Title</a:t>
            </a:r>
          </a:p>
        </p:txBody>
      </p:sp>
      <p:sp>
        <p:nvSpPr>
          <p:cNvPr id="5" name="Text Placeholder 4">
            <a:extLst>
              <a:ext uri="{FF2B5EF4-FFF2-40B4-BE49-F238E27FC236}">
                <a16:creationId xmlns:a16="http://schemas.microsoft.com/office/drawing/2014/main" id="{4231B8DF-BFD5-4971-BD3C-4D2752FD9E5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474646664"/>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ieren 3"/>
          <p:cNvGrpSpPr/>
          <p:nvPr/>
        </p:nvGrpSpPr>
        <p:grpSpPr>
          <a:xfrm>
            <a:off x="3711134" y="1278194"/>
            <a:ext cx="4737101" cy="4497128"/>
            <a:chOff x="7419090" y="3276355"/>
            <a:chExt cx="9474201" cy="8232531"/>
          </a:xfrm>
        </p:grpSpPr>
        <mc:AlternateContent xmlns:mc="http://schemas.openxmlformats.org/markup-compatibility/2006" xmlns:cx1="http://schemas.microsoft.com/office/drawing/2015/9/8/chartex">
          <mc:Choice Requires="cx1">
            <p:graphicFrame>
              <p:nvGraphicFramePr>
                <p:cNvPr id="49" name="Diagramm 48"/>
                <p:cNvGraphicFramePr/>
                <p:nvPr>
                  <p:extLst>
                    <p:ext uri="{D42A27DB-BD31-4B8C-83A1-F6EECF244321}">
                      <p14:modId xmlns:p14="http://schemas.microsoft.com/office/powerpoint/2010/main" val="734707439"/>
                    </p:ext>
                  </p:extLst>
                </p:nvPr>
              </p:nvGraphicFramePr>
              <p:xfrm>
                <a:off x="7419090" y="5192754"/>
                <a:ext cx="9474201" cy="631613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9" name="Diagramm 48"/>
                <p:cNvPicPr>
                  <a:picLocks noGrp="1" noRot="1" noChangeAspect="1" noMove="1" noResize="1" noEditPoints="1" noAdjustHandles="1" noChangeArrowheads="1" noChangeShapeType="1"/>
                </p:cNvPicPr>
                <p:nvPr/>
              </p:nvPicPr>
              <p:blipFill>
                <a:blip r:embed="rId7"/>
                <a:stretch>
                  <a:fillRect/>
                </a:stretch>
              </p:blipFill>
              <p:spPr>
                <a:xfrm>
                  <a:off x="3711134" y="2325052"/>
                  <a:ext cx="4737101" cy="3450270"/>
                </a:xfrm>
                <a:prstGeom prst="rect">
                  <a:avLst/>
                </a:prstGeom>
              </p:spPr>
            </p:pic>
          </mc:Fallback>
        </mc:AlternateContent>
        <p:sp>
          <p:nvSpPr>
            <p:cNvPr id="50" name="Textfeld 49"/>
            <p:cNvSpPr txBox="1"/>
            <p:nvPr/>
          </p:nvSpPr>
          <p:spPr>
            <a:xfrm rot="16200000">
              <a:off x="7569466" y="8574555"/>
              <a:ext cx="2020753" cy="553998"/>
            </a:xfrm>
            <a:prstGeom prst="rect">
              <a:avLst/>
            </a:prstGeom>
            <a:noFill/>
            <a:effectLst/>
          </p:spPr>
          <p:txBody>
            <a:bodyPr wrap="square" rtlCol="0">
              <a:spAutoFit/>
            </a:bodyPr>
            <a:lstStyle/>
            <a:p>
              <a:pPr algn="r"/>
              <a:r>
                <a:rPr lang="de-DE" sz="1200" dirty="0">
                  <a:latin typeface="Arial" panose="020B0604020202020204" pitchFamily="34" charset="0"/>
                </a:rPr>
                <a:t>2010 | 57 %</a:t>
              </a:r>
            </a:p>
          </p:txBody>
        </p:sp>
        <p:sp>
          <p:nvSpPr>
            <p:cNvPr id="51" name="Textfeld 50"/>
            <p:cNvSpPr txBox="1"/>
            <p:nvPr/>
          </p:nvSpPr>
          <p:spPr>
            <a:xfrm rot="16200000">
              <a:off x="9061998" y="7462939"/>
              <a:ext cx="2020753" cy="553998"/>
            </a:xfrm>
            <a:prstGeom prst="rect">
              <a:avLst/>
            </a:prstGeom>
            <a:noFill/>
            <a:effectLst/>
          </p:spPr>
          <p:txBody>
            <a:bodyPr wrap="square" rtlCol="0">
              <a:spAutoFit/>
            </a:bodyPr>
            <a:lstStyle/>
            <a:p>
              <a:pPr algn="r"/>
              <a:r>
                <a:rPr lang="de-DE" sz="1200" dirty="0">
                  <a:latin typeface="Arial" panose="020B0604020202020204" pitchFamily="34" charset="0"/>
                </a:rPr>
                <a:t>2011 | 57 %</a:t>
              </a:r>
            </a:p>
          </p:txBody>
        </p:sp>
        <p:sp>
          <p:nvSpPr>
            <p:cNvPr id="53" name="Textfeld 52"/>
            <p:cNvSpPr txBox="1"/>
            <p:nvPr/>
          </p:nvSpPr>
          <p:spPr>
            <a:xfrm rot="16200000">
              <a:off x="10570446" y="4868921"/>
              <a:ext cx="2020753" cy="553998"/>
            </a:xfrm>
            <a:prstGeom prst="rect">
              <a:avLst/>
            </a:prstGeom>
            <a:noFill/>
            <a:effectLst/>
          </p:spPr>
          <p:txBody>
            <a:bodyPr wrap="square" rtlCol="0">
              <a:spAutoFit/>
            </a:bodyPr>
            <a:lstStyle/>
            <a:p>
              <a:pPr algn="r"/>
              <a:r>
                <a:rPr lang="de-DE" sz="1200" dirty="0">
                  <a:solidFill>
                    <a:schemeClr val="accent1"/>
                  </a:solidFill>
                  <a:latin typeface="Arial" panose="020B0604020202020204" pitchFamily="34" charset="0"/>
                </a:rPr>
                <a:t>2012 | 57 %</a:t>
              </a:r>
            </a:p>
          </p:txBody>
        </p:sp>
        <p:sp>
          <p:nvSpPr>
            <p:cNvPr id="54" name="Textfeld 53"/>
            <p:cNvSpPr txBox="1"/>
            <p:nvPr/>
          </p:nvSpPr>
          <p:spPr>
            <a:xfrm rot="16200000">
              <a:off x="12037950" y="4627768"/>
              <a:ext cx="2020753" cy="553998"/>
            </a:xfrm>
            <a:prstGeom prst="rect">
              <a:avLst/>
            </a:prstGeom>
            <a:noFill/>
            <a:effectLst/>
          </p:spPr>
          <p:txBody>
            <a:bodyPr wrap="square" rtlCol="0">
              <a:spAutoFit/>
            </a:bodyPr>
            <a:lstStyle/>
            <a:p>
              <a:pPr algn="r"/>
              <a:r>
                <a:rPr lang="de-DE" sz="1200" dirty="0">
                  <a:latin typeface="Arial" panose="020B0604020202020204" pitchFamily="34" charset="0"/>
                </a:rPr>
                <a:t>2013 | 57 %</a:t>
              </a:r>
            </a:p>
          </p:txBody>
        </p:sp>
        <p:sp>
          <p:nvSpPr>
            <p:cNvPr id="55" name="Textfeld 54"/>
            <p:cNvSpPr txBox="1"/>
            <p:nvPr/>
          </p:nvSpPr>
          <p:spPr>
            <a:xfrm rot="16200000">
              <a:off x="13542604" y="7757619"/>
              <a:ext cx="2020753" cy="553998"/>
            </a:xfrm>
            <a:prstGeom prst="rect">
              <a:avLst/>
            </a:prstGeom>
            <a:noFill/>
            <a:effectLst/>
          </p:spPr>
          <p:txBody>
            <a:bodyPr wrap="square" rtlCol="0">
              <a:spAutoFit/>
            </a:bodyPr>
            <a:lstStyle/>
            <a:p>
              <a:pPr algn="r"/>
              <a:r>
                <a:rPr lang="de-DE" sz="1200" dirty="0">
                  <a:latin typeface="Arial" panose="020B0604020202020204" pitchFamily="34" charset="0"/>
                </a:rPr>
                <a:t>2014 | 57 %</a:t>
              </a:r>
            </a:p>
          </p:txBody>
        </p:sp>
        <p:sp>
          <p:nvSpPr>
            <p:cNvPr id="56" name="Textfeld 55"/>
            <p:cNvSpPr txBox="1"/>
            <p:nvPr/>
          </p:nvSpPr>
          <p:spPr>
            <a:xfrm rot="16200000">
              <a:off x="15100769" y="8698056"/>
              <a:ext cx="2020753" cy="553998"/>
            </a:xfrm>
            <a:prstGeom prst="rect">
              <a:avLst/>
            </a:prstGeom>
            <a:noFill/>
            <a:effectLst/>
          </p:spPr>
          <p:txBody>
            <a:bodyPr wrap="square" rtlCol="0">
              <a:spAutoFit/>
            </a:bodyPr>
            <a:lstStyle/>
            <a:p>
              <a:pPr algn="r"/>
              <a:r>
                <a:rPr lang="de-DE" sz="1200" dirty="0">
                  <a:latin typeface="Arial" panose="020B0604020202020204" pitchFamily="34" charset="0"/>
                </a:rPr>
                <a:t>2015 | 57 %</a:t>
              </a:r>
            </a:p>
          </p:txBody>
        </p:sp>
        <p:sp>
          <p:nvSpPr>
            <p:cNvPr id="57" name="Shape 3779"/>
            <p:cNvSpPr/>
            <p:nvPr/>
          </p:nvSpPr>
          <p:spPr>
            <a:xfrm>
              <a:off x="8372066" y="7012248"/>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tx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sp>
          <p:nvSpPr>
            <p:cNvPr id="58" name="Shape 3779"/>
            <p:cNvSpPr/>
            <p:nvPr/>
          </p:nvSpPr>
          <p:spPr>
            <a:xfrm>
              <a:off x="9854414" y="5841296"/>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tx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sp>
          <p:nvSpPr>
            <p:cNvPr id="59" name="Shape 3779"/>
            <p:cNvSpPr/>
            <p:nvPr/>
          </p:nvSpPr>
          <p:spPr>
            <a:xfrm>
              <a:off x="12859865" y="3276355"/>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tx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sp>
          <p:nvSpPr>
            <p:cNvPr id="60" name="Shape 3779"/>
            <p:cNvSpPr/>
            <p:nvPr/>
          </p:nvSpPr>
          <p:spPr>
            <a:xfrm>
              <a:off x="11383355" y="3485793"/>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accent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sp>
          <p:nvSpPr>
            <p:cNvPr id="61" name="Shape 3779"/>
            <p:cNvSpPr/>
            <p:nvPr/>
          </p:nvSpPr>
          <p:spPr>
            <a:xfrm>
              <a:off x="14368314" y="6137215"/>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tx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sp>
          <p:nvSpPr>
            <p:cNvPr id="62" name="Shape 3779"/>
            <p:cNvSpPr/>
            <p:nvPr/>
          </p:nvSpPr>
          <p:spPr>
            <a:xfrm>
              <a:off x="15918888" y="7068372"/>
              <a:ext cx="435918" cy="584200"/>
            </a:xfrm>
            <a:custGeom>
              <a:avLst/>
              <a:gdLst/>
              <a:ahLst/>
              <a:cxnLst/>
              <a:rect l="0" t="0" r="0" b="0"/>
              <a:pathLst>
                <a:path w="120000" h="120000" extrusionOk="0">
                  <a:moveTo>
                    <a:pt x="60000" y="119802"/>
                  </a:moveTo>
                  <a:lnTo>
                    <a:pt x="60000" y="119802"/>
                  </a:lnTo>
                  <a:cubicBezTo>
                    <a:pt x="60000" y="119802"/>
                    <a:pt x="0" y="69753"/>
                    <a:pt x="0" y="44532"/>
                  </a:cubicBezTo>
                  <a:cubicBezTo>
                    <a:pt x="0" y="20886"/>
                    <a:pt x="26167" y="0"/>
                    <a:pt x="60000" y="0"/>
                  </a:cubicBezTo>
                  <a:cubicBezTo>
                    <a:pt x="91718" y="0"/>
                    <a:pt x="119735" y="20886"/>
                    <a:pt x="119735" y="44532"/>
                  </a:cubicBezTo>
                  <a:cubicBezTo>
                    <a:pt x="119735" y="69753"/>
                    <a:pt x="60000" y="119802"/>
                    <a:pt x="60000" y="119802"/>
                  </a:cubicBezTo>
                  <a:close/>
                  <a:moveTo>
                    <a:pt x="60000" y="15369"/>
                  </a:moveTo>
                  <a:lnTo>
                    <a:pt x="60000" y="15369"/>
                  </a:lnTo>
                  <a:cubicBezTo>
                    <a:pt x="37533" y="15369"/>
                    <a:pt x="18766" y="29359"/>
                    <a:pt x="18766" y="44532"/>
                  </a:cubicBezTo>
                  <a:cubicBezTo>
                    <a:pt x="18766" y="61280"/>
                    <a:pt x="37533" y="75270"/>
                    <a:pt x="60000" y="75270"/>
                  </a:cubicBezTo>
                  <a:cubicBezTo>
                    <a:pt x="80352" y="75270"/>
                    <a:pt x="99118" y="61280"/>
                    <a:pt x="99118" y="44532"/>
                  </a:cubicBezTo>
                  <a:cubicBezTo>
                    <a:pt x="99118" y="29359"/>
                    <a:pt x="80352" y="15369"/>
                    <a:pt x="60000" y="15369"/>
                  </a:cubicBezTo>
                  <a:close/>
                  <a:moveTo>
                    <a:pt x="60000" y="59901"/>
                  </a:moveTo>
                  <a:lnTo>
                    <a:pt x="60000" y="59901"/>
                  </a:lnTo>
                  <a:cubicBezTo>
                    <a:pt x="48634" y="59901"/>
                    <a:pt x="39383" y="53004"/>
                    <a:pt x="39383" y="44532"/>
                  </a:cubicBezTo>
                  <a:cubicBezTo>
                    <a:pt x="39383" y="36256"/>
                    <a:pt x="48634" y="30738"/>
                    <a:pt x="60000" y="30738"/>
                  </a:cubicBezTo>
                  <a:cubicBezTo>
                    <a:pt x="71101" y="30738"/>
                    <a:pt x="78502" y="36256"/>
                    <a:pt x="78502" y="44532"/>
                  </a:cubicBezTo>
                  <a:cubicBezTo>
                    <a:pt x="78502" y="53004"/>
                    <a:pt x="71101" y="59901"/>
                    <a:pt x="60000" y="59901"/>
                  </a:cubicBezTo>
                  <a:close/>
                </a:path>
              </a:pathLst>
            </a:custGeom>
            <a:solidFill>
              <a:schemeClr val="tx1"/>
            </a:solidFill>
            <a:ln>
              <a:noFill/>
            </a:ln>
            <a:effectLst/>
          </p:spPr>
          <p:txBody>
            <a:bodyPr lIns="45713" tIns="22850" rIns="45713" bIns="22850" anchor="ctr" anchorCtr="0">
              <a:noAutofit/>
            </a:bodyPr>
            <a:lstStyle/>
            <a:p>
              <a:endParaRPr sz="900" dirty="0">
                <a:solidFill>
                  <a:schemeClr val="bg2">
                    <a:lumMod val="50000"/>
                  </a:schemeClr>
                </a:solidFill>
                <a:latin typeface="Arial" panose="020B0604020202020204" pitchFamily="34" charset="0"/>
                <a:ea typeface="Lato"/>
                <a:cs typeface="Lato"/>
                <a:sym typeface="Lato"/>
              </a:endParaRPr>
            </a:p>
          </p:txBody>
        </p:sp>
      </p:grpSp>
      <p:grpSp>
        <p:nvGrpSpPr>
          <p:cNvPr id="66" name="Gruppieren 38">
            <a:extLst>
              <a:ext uri="{FF2B5EF4-FFF2-40B4-BE49-F238E27FC236}">
                <a16:creationId xmlns:a16="http://schemas.microsoft.com/office/drawing/2014/main" id="{9C0378DA-439D-46DD-8E37-B8A2FC956924}"/>
              </a:ext>
            </a:extLst>
          </p:cNvPr>
          <p:cNvGrpSpPr/>
          <p:nvPr/>
        </p:nvGrpSpPr>
        <p:grpSpPr>
          <a:xfrm>
            <a:off x="206477" y="2114117"/>
            <a:ext cx="3034254" cy="3450270"/>
            <a:chOff x="-421961" y="3751847"/>
            <a:chExt cx="6068507" cy="6780373"/>
          </a:xfrm>
        </p:grpSpPr>
        <p:sp>
          <p:nvSpPr>
            <p:cNvPr id="67" name="Shape 603">
              <a:extLst>
                <a:ext uri="{FF2B5EF4-FFF2-40B4-BE49-F238E27FC236}">
                  <a16:creationId xmlns:a16="http://schemas.microsoft.com/office/drawing/2014/main" id="{E724CDBB-DCCD-4D06-A5C2-FBE138903346}"/>
                </a:ext>
              </a:extLst>
            </p:cNvPr>
            <p:cNvSpPr/>
            <p:nvPr/>
          </p:nvSpPr>
          <p:spPr>
            <a:xfrm>
              <a:off x="-421961" y="6957073"/>
              <a:ext cx="6068507"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68" name="Shape 604">
              <a:extLst>
                <a:ext uri="{FF2B5EF4-FFF2-40B4-BE49-F238E27FC236}">
                  <a16:creationId xmlns:a16="http://schemas.microsoft.com/office/drawing/2014/main" id="{78825E1D-675C-418E-91DF-4A29AC424A6C}"/>
                </a:ext>
              </a:extLst>
            </p:cNvPr>
            <p:cNvSpPr/>
            <p:nvPr/>
          </p:nvSpPr>
          <p:spPr>
            <a:xfrm>
              <a:off x="2206429" y="6332789"/>
              <a:ext cx="3391763"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#02 </a:t>
              </a:r>
              <a:r>
                <a:rPr lang="id-ID" sz="1600" dirty="0">
                  <a:latin typeface="Arial" panose="020B0604020202020204" pitchFamily="34" charset="0"/>
                  <a:ea typeface="Roboto"/>
                  <a:cs typeface="Roboto"/>
                  <a:sym typeface="Roboto"/>
                </a:rPr>
                <a:t>Mobile</a:t>
              </a:r>
            </a:p>
          </p:txBody>
        </p:sp>
        <p:sp>
          <p:nvSpPr>
            <p:cNvPr id="69" name="Shape 609">
              <a:extLst>
                <a:ext uri="{FF2B5EF4-FFF2-40B4-BE49-F238E27FC236}">
                  <a16:creationId xmlns:a16="http://schemas.microsoft.com/office/drawing/2014/main" id="{4A6D3FBD-F98E-44A0-81AD-DEF293F7616F}"/>
                </a:ext>
              </a:extLst>
            </p:cNvPr>
            <p:cNvSpPr/>
            <p:nvPr/>
          </p:nvSpPr>
          <p:spPr>
            <a:xfrm>
              <a:off x="-36045" y="9484278"/>
              <a:ext cx="5634237" cy="1047942"/>
            </a:xfrm>
            <a:prstGeom prst="rect">
              <a:avLst/>
            </a:prstGeom>
            <a:noFill/>
            <a:ln>
              <a:noFill/>
            </a:ln>
          </p:spPr>
          <p:txBody>
            <a:bodyPr lIns="91412" tIns="45700" rIns="91412" bIns="45700" anchor="t" anchorCtr="0">
              <a:noAutofit/>
            </a:bodyPr>
            <a:lstStyle/>
            <a:p>
              <a:pPr marL="0" marR="0" lvl="0" indent="0" algn="r"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70" name="Shape 610">
              <a:extLst>
                <a:ext uri="{FF2B5EF4-FFF2-40B4-BE49-F238E27FC236}">
                  <a16:creationId xmlns:a16="http://schemas.microsoft.com/office/drawing/2014/main" id="{6B4AEED4-6909-4AEF-AD6F-6278C029370E}"/>
                </a:ext>
              </a:extLst>
            </p:cNvPr>
            <p:cNvSpPr/>
            <p:nvPr/>
          </p:nvSpPr>
          <p:spPr>
            <a:xfrm>
              <a:off x="1265758" y="8778354"/>
              <a:ext cx="4332436"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#03 </a:t>
              </a:r>
              <a:r>
                <a:rPr lang="id-ID" sz="1600" dirty="0">
                  <a:latin typeface="Arial" panose="020B0604020202020204" pitchFamily="34" charset="0"/>
                  <a:ea typeface="Roboto"/>
                  <a:cs typeface="Roboto"/>
                  <a:sym typeface="Roboto"/>
                </a:rPr>
                <a:t>Digital divide</a:t>
              </a:r>
            </a:p>
          </p:txBody>
        </p:sp>
        <p:sp>
          <p:nvSpPr>
            <p:cNvPr id="71" name="Shape 615">
              <a:extLst>
                <a:ext uri="{FF2B5EF4-FFF2-40B4-BE49-F238E27FC236}">
                  <a16:creationId xmlns:a16="http://schemas.microsoft.com/office/drawing/2014/main" id="{1E0C64AE-DC3D-463F-9BD1-22ED8C80CC96}"/>
                </a:ext>
              </a:extLst>
            </p:cNvPr>
            <p:cNvSpPr/>
            <p:nvPr/>
          </p:nvSpPr>
          <p:spPr>
            <a:xfrm>
              <a:off x="-421961" y="4457769"/>
              <a:ext cx="6020153" cy="1047942"/>
            </a:xfrm>
            <a:prstGeom prst="rect">
              <a:avLst/>
            </a:prstGeom>
            <a:noFill/>
            <a:ln>
              <a:noFill/>
            </a:ln>
          </p:spPr>
          <p:txBody>
            <a:bodyPr lIns="91412" tIns="45700" rIns="91412" bIns="45700" anchor="t" anchorCtr="0">
              <a:noAutofit/>
            </a:bodyPr>
            <a:lstStyle/>
            <a:p>
              <a:pPr algn="r">
                <a:lnSpc>
                  <a:spcPct val="130000"/>
                </a:lnSpc>
                <a:buSzPct val="25000"/>
              </a:pPr>
              <a:r>
                <a:rPr kumimoji="0" lang="de-DE" sz="1400" b="0"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mn-ea"/>
                  <a:cs typeface="+mn-cs"/>
                </a:rPr>
                <a:t>Lorem ipsum dolor sit amet, consetetur sadipscing elitr.</a:t>
              </a:r>
              <a:endParaRPr lang="id-ID" sz="1400" dirty="0">
                <a:solidFill>
                  <a:schemeClr val="tx1">
                    <a:lumMod val="75000"/>
                    <a:lumOff val="25000"/>
                  </a:schemeClr>
                </a:solidFill>
                <a:latin typeface="Arial" panose="020B0604020202020204" pitchFamily="34" charset="0"/>
                <a:ea typeface="Roboto"/>
                <a:cs typeface="Roboto"/>
                <a:sym typeface="Roboto"/>
              </a:endParaRPr>
            </a:p>
          </p:txBody>
        </p:sp>
        <p:sp>
          <p:nvSpPr>
            <p:cNvPr id="72" name="Shape 616">
              <a:extLst>
                <a:ext uri="{FF2B5EF4-FFF2-40B4-BE49-F238E27FC236}">
                  <a16:creationId xmlns:a16="http://schemas.microsoft.com/office/drawing/2014/main" id="{45BC88E9-851D-4CCC-ADB7-5E335F30FC96}"/>
                </a:ext>
              </a:extLst>
            </p:cNvPr>
            <p:cNvSpPr/>
            <p:nvPr/>
          </p:nvSpPr>
          <p:spPr>
            <a:xfrm>
              <a:off x="913375" y="3751847"/>
              <a:ext cx="4684821" cy="800182"/>
            </a:xfrm>
            <a:prstGeom prst="rect">
              <a:avLst/>
            </a:prstGeom>
            <a:noFill/>
            <a:ln>
              <a:noFill/>
            </a:ln>
          </p:spPr>
          <p:txBody>
            <a:bodyPr lIns="91412" tIns="45700" rIns="91412" bIns="45700" anchor="t" anchorCtr="0">
              <a:noAutofit/>
            </a:bodyPr>
            <a:lstStyle/>
            <a:p>
              <a:pPr algn="r">
                <a:lnSpc>
                  <a:spcPct val="130000"/>
                </a:lnSpc>
                <a:buSzPct val="25000"/>
              </a:pPr>
              <a:r>
                <a:rPr lang="de-DE" sz="1600" b="1" dirty="0">
                  <a:latin typeface="Arial" panose="020B0604020202020204" pitchFamily="34" charset="0"/>
                  <a:ea typeface="Roboto"/>
                  <a:cs typeface="Roboto"/>
                  <a:sym typeface="Roboto"/>
                </a:rPr>
                <a:t>#01 </a:t>
              </a:r>
              <a:r>
                <a:rPr lang="id-ID" sz="1600" dirty="0">
                  <a:latin typeface="Arial" panose="020B0604020202020204" pitchFamily="34" charset="0"/>
                  <a:ea typeface="Roboto"/>
                  <a:cs typeface="Roboto"/>
                  <a:sym typeface="Roboto"/>
                </a:rPr>
                <a:t>Cybersecurity</a:t>
              </a:r>
            </a:p>
          </p:txBody>
        </p:sp>
      </p:grpSp>
      <p:grpSp>
        <p:nvGrpSpPr>
          <p:cNvPr id="73" name="Gruppieren 45">
            <a:extLst>
              <a:ext uri="{FF2B5EF4-FFF2-40B4-BE49-F238E27FC236}">
                <a16:creationId xmlns:a16="http://schemas.microsoft.com/office/drawing/2014/main" id="{BBB14995-F039-4227-BD61-CFB07F54D365}"/>
              </a:ext>
            </a:extLst>
          </p:cNvPr>
          <p:cNvGrpSpPr/>
          <p:nvPr/>
        </p:nvGrpSpPr>
        <p:grpSpPr>
          <a:xfrm>
            <a:off x="8941932" y="2114117"/>
            <a:ext cx="2848917" cy="3390187"/>
            <a:chOff x="18836380" y="3751847"/>
            <a:chExt cx="4753029" cy="6780373"/>
          </a:xfrm>
        </p:grpSpPr>
        <p:sp>
          <p:nvSpPr>
            <p:cNvPr id="74" name="Shape 601">
              <a:extLst>
                <a:ext uri="{FF2B5EF4-FFF2-40B4-BE49-F238E27FC236}">
                  <a16:creationId xmlns:a16="http://schemas.microsoft.com/office/drawing/2014/main" id="{9B1EB117-660D-4712-95C9-C30339BA7FAE}"/>
                </a:ext>
              </a:extLst>
            </p:cNvPr>
            <p:cNvSpPr/>
            <p:nvPr/>
          </p:nvSpPr>
          <p:spPr>
            <a:xfrm>
              <a:off x="18873791" y="6937501"/>
              <a:ext cx="4715618"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75" name="Shape 602">
              <a:extLst>
                <a:ext uri="{FF2B5EF4-FFF2-40B4-BE49-F238E27FC236}">
                  <a16:creationId xmlns:a16="http://schemas.microsoft.com/office/drawing/2014/main" id="{5059E3EA-434C-412D-9395-41CD8F65BE0A}"/>
                </a:ext>
              </a:extLst>
            </p:cNvPr>
            <p:cNvSpPr/>
            <p:nvPr/>
          </p:nvSpPr>
          <p:spPr>
            <a:xfrm>
              <a:off x="18865877" y="6231577"/>
              <a:ext cx="3151460"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#05 </a:t>
              </a:r>
              <a:r>
                <a:rPr lang="en-US" sz="1600" dirty="0">
                  <a:latin typeface="Arial" panose="020B0604020202020204" pitchFamily="34" charset="0"/>
                  <a:ea typeface="Roboto"/>
                  <a:cs typeface="Roboto"/>
                  <a:sym typeface="Roboto"/>
                </a:rPr>
                <a:t>Network</a:t>
              </a:r>
              <a:endParaRPr lang="id-ID" sz="1600" dirty="0">
                <a:latin typeface="Arial" panose="020B0604020202020204" pitchFamily="34" charset="0"/>
                <a:ea typeface="Roboto"/>
                <a:cs typeface="Roboto"/>
                <a:sym typeface="Roboto"/>
              </a:endParaRPr>
            </a:p>
          </p:txBody>
        </p:sp>
        <p:sp>
          <p:nvSpPr>
            <p:cNvPr id="76" name="Shape 607">
              <a:extLst>
                <a:ext uri="{FF2B5EF4-FFF2-40B4-BE49-F238E27FC236}">
                  <a16:creationId xmlns:a16="http://schemas.microsoft.com/office/drawing/2014/main" id="{6520FACA-C7F7-489F-BD41-64051AE03FCA}"/>
                </a:ext>
              </a:extLst>
            </p:cNvPr>
            <p:cNvSpPr/>
            <p:nvPr/>
          </p:nvSpPr>
          <p:spPr>
            <a:xfrm>
              <a:off x="18873790" y="9484278"/>
              <a:ext cx="4715614"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77" name="Shape 608">
              <a:extLst>
                <a:ext uri="{FF2B5EF4-FFF2-40B4-BE49-F238E27FC236}">
                  <a16:creationId xmlns:a16="http://schemas.microsoft.com/office/drawing/2014/main" id="{EC0AA665-EDB5-4329-A3A3-239193C59111}"/>
                </a:ext>
              </a:extLst>
            </p:cNvPr>
            <p:cNvSpPr/>
            <p:nvPr/>
          </p:nvSpPr>
          <p:spPr>
            <a:xfrm>
              <a:off x="18865881" y="8778354"/>
              <a:ext cx="4109434"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#06 </a:t>
              </a:r>
              <a:r>
                <a:rPr lang="en-US" sz="1600" dirty="0">
                  <a:latin typeface="Arial" panose="020B0604020202020204" pitchFamily="34" charset="0"/>
                  <a:ea typeface="Roboto"/>
                  <a:cs typeface="Roboto"/>
                  <a:sym typeface="Roboto"/>
                </a:rPr>
                <a:t>Capacity building</a:t>
              </a:r>
              <a:endParaRPr lang="id-ID" sz="1600" dirty="0">
                <a:latin typeface="Arial" panose="020B0604020202020204" pitchFamily="34" charset="0"/>
                <a:ea typeface="Roboto"/>
                <a:cs typeface="Roboto"/>
                <a:sym typeface="Roboto"/>
              </a:endParaRPr>
            </a:p>
          </p:txBody>
        </p:sp>
        <p:sp>
          <p:nvSpPr>
            <p:cNvPr id="78" name="Shape 613">
              <a:extLst>
                <a:ext uri="{FF2B5EF4-FFF2-40B4-BE49-F238E27FC236}">
                  <a16:creationId xmlns:a16="http://schemas.microsoft.com/office/drawing/2014/main" id="{7377689F-F6D9-4487-A2D5-FDCC398F0B50}"/>
                </a:ext>
              </a:extLst>
            </p:cNvPr>
            <p:cNvSpPr/>
            <p:nvPr/>
          </p:nvSpPr>
          <p:spPr>
            <a:xfrm>
              <a:off x="18873791" y="4457769"/>
              <a:ext cx="4597507" cy="1047942"/>
            </a:xfrm>
            <a:prstGeom prst="rect">
              <a:avLst/>
            </a:prstGeom>
            <a:noFill/>
            <a:ln>
              <a:noFill/>
            </a:ln>
          </p:spPr>
          <p:txBody>
            <a:bodyPr lIns="91412" tIns="45700" rIns="91412" bIns="45700" anchor="t" anchorCtr="0">
              <a:noAutofit/>
            </a:bodyPr>
            <a:lstStyle/>
            <a:p>
              <a:pPr marL="0" marR="0" lvl="0" indent="0" defTabSz="914400" rtl="0" eaLnBrk="1" fontAlgn="auto" latinLnBrk="0" hangingPunct="1">
                <a:lnSpc>
                  <a:spcPct val="130000"/>
                </a:lnSpc>
                <a:spcBef>
                  <a:spcPts val="0"/>
                </a:spcBef>
                <a:spcAft>
                  <a:spcPts val="0"/>
                </a:spcAft>
                <a:buClrTx/>
                <a:buSzPct val="25000"/>
                <a:buFontTx/>
                <a:buNone/>
                <a:tabLst/>
                <a:defRPr/>
              </a:pPr>
              <a:r>
                <a:rPr kumimoji="0" lang="de-DE"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mn-cs"/>
                </a:rPr>
                <a:t>Lorem ipsum dolor sit amet, consetetur sadipscing elitr.</a:t>
              </a:r>
              <a:endParaRPr kumimoji="0" lang="id-ID" sz="14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Roboto"/>
                <a:cs typeface="Roboto"/>
                <a:sym typeface="Roboto"/>
              </a:endParaRPr>
            </a:p>
          </p:txBody>
        </p:sp>
        <p:sp>
          <p:nvSpPr>
            <p:cNvPr id="79" name="Shape 614">
              <a:extLst>
                <a:ext uri="{FF2B5EF4-FFF2-40B4-BE49-F238E27FC236}">
                  <a16:creationId xmlns:a16="http://schemas.microsoft.com/office/drawing/2014/main" id="{7E37020B-99B3-4642-ADD7-211C91F171D5}"/>
                </a:ext>
              </a:extLst>
            </p:cNvPr>
            <p:cNvSpPr/>
            <p:nvPr/>
          </p:nvSpPr>
          <p:spPr>
            <a:xfrm>
              <a:off x="18836380" y="3751847"/>
              <a:ext cx="3334808" cy="800182"/>
            </a:xfrm>
            <a:prstGeom prst="rect">
              <a:avLst/>
            </a:prstGeom>
            <a:noFill/>
            <a:ln>
              <a:noFill/>
            </a:ln>
          </p:spPr>
          <p:txBody>
            <a:bodyPr lIns="91412" tIns="45700" rIns="91412" bIns="45700" anchor="t" anchorCtr="0">
              <a:noAutofit/>
            </a:bodyPr>
            <a:lstStyle/>
            <a:p>
              <a:pPr>
                <a:lnSpc>
                  <a:spcPct val="130000"/>
                </a:lnSpc>
                <a:buSzPct val="25000"/>
              </a:pPr>
              <a:r>
                <a:rPr lang="de-DE" sz="1600" b="1" dirty="0">
                  <a:latin typeface="Arial" panose="020B0604020202020204" pitchFamily="34" charset="0"/>
                  <a:ea typeface="Roboto"/>
                  <a:cs typeface="Roboto"/>
                  <a:sym typeface="Roboto"/>
                </a:rPr>
                <a:t>#04 </a:t>
              </a:r>
              <a:r>
                <a:rPr lang="id-ID" sz="1600" dirty="0">
                  <a:latin typeface="Arial" panose="020B0604020202020204" pitchFamily="34" charset="0"/>
                  <a:ea typeface="Roboto"/>
                  <a:cs typeface="Roboto"/>
                  <a:sym typeface="Roboto"/>
                </a:rPr>
                <a:t>Target</a:t>
              </a:r>
            </a:p>
          </p:txBody>
        </p:sp>
      </p:grpSp>
      <p:sp>
        <p:nvSpPr>
          <p:cNvPr id="35" name="Title 1">
            <a:extLst>
              <a:ext uri="{FF2B5EF4-FFF2-40B4-BE49-F238E27FC236}">
                <a16:creationId xmlns:a16="http://schemas.microsoft.com/office/drawing/2014/main" id="{1B1A8348-8FD2-40A0-B3BD-25A9651CB646}"/>
              </a:ext>
            </a:extLst>
          </p:cNvPr>
          <p:cNvSpPr>
            <a:spLocks noGrp="1"/>
          </p:cNvSpPr>
          <p:nvPr>
            <p:ph type="title"/>
          </p:nvPr>
        </p:nvSpPr>
        <p:spPr/>
        <p:txBody>
          <a:bodyPr/>
          <a:lstStyle/>
          <a:p>
            <a:r>
              <a:rPr lang="en-US" sz="2400" b="1" dirty="0"/>
              <a:t>Figure Title</a:t>
            </a:r>
          </a:p>
        </p:txBody>
      </p:sp>
      <p:sp>
        <p:nvSpPr>
          <p:cNvPr id="5" name="Text Placeholder 4">
            <a:extLst>
              <a:ext uri="{FF2B5EF4-FFF2-40B4-BE49-F238E27FC236}">
                <a16:creationId xmlns:a16="http://schemas.microsoft.com/office/drawing/2014/main" id="{0C3051E0-AEA5-47D9-98BF-50D0E2FCB07D}"/>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08500663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89221F-C756-496D-BF24-A7428073C874}"/>
              </a:ext>
            </a:extLst>
          </p:cNvPr>
          <p:cNvSpPr>
            <a:spLocks noGrp="1"/>
          </p:cNvSpPr>
          <p:nvPr>
            <p:ph type="title"/>
          </p:nvPr>
        </p:nvSpPr>
        <p:spPr/>
        <p:txBody>
          <a:bodyPr/>
          <a:lstStyle/>
          <a:p>
            <a:r>
              <a:rPr lang="en-US" dirty="0"/>
              <a:t>Key figures</a:t>
            </a:r>
          </a:p>
        </p:txBody>
      </p:sp>
      <p:sp>
        <p:nvSpPr>
          <p:cNvPr id="4" name="Text Placeholder 3">
            <a:extLst>
              <a:ext uri="{FF2B5EF4-FFF2-40B4-BE49-F238E27FC236}">
                <a16:creationId xmlns:a16="http://schemas.microsoft.com/office/drawing/2014/main" id="{F0AC2936-DA79-41D1-AD64-DAF09BE9F204}"/>
              </a:ext>
            </a:extLst>
          </p:cNvPr>
          <p:cNvSpPr>
            <a:spLocks noGrp="1"/>
          </p:cNvSpPr>
          <p:nvPr>
            <p:ph type="body" sz="quarter" idx="10"/>
          </p:nvPr>
        </p:nvSpPr>
        <p:spPr/>
        <p:txBody>
          <a:bodyPr/>
          <a:lstStyle/>
          <a:p>
            <a:endParaRPr lang="en-US"/>
          </a:p>
        </p:txBody>
      </p:sp>
      <p:grpSp>
        <p:nvGrpSpPr>
          <p:cNvPr id="29" name="Gruppieren 1">
            <a:extLst>
              <a:ext uri="{FF2B5EF4-FFF2-40B4-BE49-F238E27FC236}">
                <a16:creationId xmlns:a16="http://schemas.microsoft.com/office/drawing/2014/main" id="{F64ADAE6-2509-4C32-ACE6-A46578303C2F}"/>
              </a:ext>
            </a:extLst>
          </p:cNvPr>
          <p:cNvGrpSpPr/>
          <p:nvPr/>
        </p:nvGrpSpPr>
        <p:grpSpPr>
          <a:xfrm>
            <a:off x="516558" y="4012357"/>
            <a:ext cx="3160434" cy="1610776"/>
            <a:chOff x="3886715" y="8771826"/>
            <a:chExt cx="3417940" cy="1742019"/>
          </a:xfrm>
        </p:grpSpPr>
        <p:sp>
          <p:nvSpPr>
            <p:cNvPr id="30" name="Shape 604">
              <a:extLst>
                <a:ext uri="{FF2B5EF4-FFF2-40B4-BE49-F238E27FC236}">
                  <a16:creationId xmlns:a16="http://schemas.microsoft.com/office/drawing/2014/main" id="{169EF17E-55B3-4A2A-AE55-05C5832B1FF5}"/>
                </a:ext>
              </a:extLst>
            </p:cNvPr>
            <p:cNvSpPr/>
            <p:nvPr/>
          </p:nvSpPr>
          <p:spPr>
            <a:xfrm>
              <a:off x="3886715" y="9713663"/>
              <a:ext cx="3417940" cy="800182"/>
            </a:xfrm>
            <a:prstGeom prst="rect">
              <a:avLst/>
            </a:prstGeom>
            <a:noFill/>
            <a:ln>
              <a:noFill/>
            </a:ln>
          </p:spPr>
          <p:txBody>
            <a:bodyPr lIns="182824" tIns="91400" rIns="182824" bIns="91400" anchor="t" anchorCtr="0">
              <a:noAutofit/>
            </a:bodyPr>
            <a:lstStyle/>
            <a:p>
              <a:pPr algn="ctr" defTabSz="457200">
                <a:lnSpc>
                  <a:spcPct val="130000"/>
                </a:lnSpc>
                <a:buSzPct val="25000"/>
              </a:pPr>
              <a:r>
                <a:rPr lang="id-ID" spc="50" dirty="0">
                  <a:solidFill>
                    <a:schemeClr val="tx1">
                      <a:lumMod val="75000"/>
                      <a:lumOff val="25000"/>
                    </a:schemeClr>
                  </a:solidFill>
                  <a:ea typeface="Roboto"/>
                  <a:cs typeface="Roboto"/>
                  <a:sym typeface="Roboto"/>
                </a:rPr>
                <a:t>Member </a:t>
              </a:r>
              <a:r>
                <a:rPr lang="id-ID" spc="50" dirty="0" err="1">
                  <a:solidFill>
                    <a:schemeClr val="tx1">
                      <a:lumMod val="75000"/>
                      <a:lumOff val="25000"/>
                    </a:schemeClr>
                  </a:solidFill>
                  <a:ea typeface="Roboto"/>
                  <a:cs typeface="Roboto"/>
                  <a:sym typeface="Roboto"/>
                </a:rPr>
                <a:t>states</a:t>
              </a:r>
              <a:endParaRPr lang="id-ID" spc="50" dirty="0">
                <a:solidFill>
                  <a:schemeClr val="tx1">
                    <a:lumMod val="75000"/>
                    <a:lumOff val="25000"/>
                  </a:schemeClr>
                </a:solidFill>
                <a:ea typeface="Roboto"/>
                <a:cs typeface="Roboto"/>
                <a:sym typeface="Roboto"/>
              </a:endParaRPr>
            </a:p>
          </p:txBody>
        </p:sp>
        <p:sp>
          <p:nvSpPr>
            <p:cNvPr id="31" name="Shape 616">
              <a:extLst>
                <a:ext uri="{FF2B5EF4-FFF2-40B4-BE49-F238E27FC236}">
                  <a16:creationId xmlns:a16="http://schemas.microsoft.com/office/drawing/2014/main" id="{1D6FECF5-D4B4-4541-8CF7-460E86097945}"/>
                </a:ext>
              </a:extLst>
            </p:cNvPr>
            <p:cNvSpPr/>
            <p:nvPr/>
          </p:nvSpPr>
          <p:spPr>
            <a:xfrm>
              <a:off x="3976156" y="8771826"/>
              <a:ext cx="3089151" cy="1288701"/>
            </a:xfrm>
            <a:prstGeom prst="rect">
              <a:avLst/>
            </a:prstGeom>
            <a:noFill/>
            <a:ln>
              <a:noFill/>
            </a:ln>
          </p:spPr>
          <p:txBody>
            <a:bodyPr lIns="182824" tIns="91400" rIns="182824" bIns="91400" anchor="t" anchorCtr="0">
              <a:noAutofit/>
            </a:bodyPr>
            <a:lstStyle/>
            <a:p>
              <a:pPr algn="ctr" defTabSz="457200">
                <a:lnSpc>
                  <a:spcPct val="130000"/>
                </a:lnSpc>
                <a:buSzPct val="25000"/>
              </a:pPr>
              <a:r>
                <a:rPr lang="de-DE" sz="4800" dirty="0">
                  <a:solidFill>
                    <a:prstClr val="black"/>
                  </a:solidFill>
                  <a:ea typeface="Roboto"/>
                  <a:cs typeface="Roboto"/>
                  <a:sym typeface="Roboto"/>
                </a:rPr>
                <a:t>193</a:t>
              </a:r>
              <a:endParaRPr lang="de-DE" sz="6000" dirty="0">
                <a:solidFill>
                  <a:prstClr val="black"/>
                </a:solidFill>
                <a:ea typeface="Roboto"/>
                <a:cs typeface="Roboto"/>
                <a:sym typeface="Roboto"/>
              </a:endParaRPr>
            </a:p>
          </p:txBody>
        </p:sp>
      </p:grpSp>
      <p:grpSp>
        <p:nvGrpSpPr>
          <p:cNvPr id="32" name="Gruppieren 2">
            <a:extLst>
              <a:ext uri="{FF2B5EF4-FFF2-40B4-BE49-F238E27FC236}">
                <a16:creationId xmlns:a16="http://schemas.microsoft.com/office/drawing/2014/main" id="{3634CD80-31DD-4802-9C4A-7FDDC2C1BB52}"/>
              </a:ext>
            </a:extLst>
          </p:cNvPr>
          <p:cNvGrpSpPr/>
          <p:nvPr/>
        </p:nvGrpSpPr>
        <p:grpSpPr>
          <a:xfrm>
            <a:off x="4205478" y="4014203"/>
            <a:ext cx="3746333" cy="1625082"/>
            <a:chOff x="10807412" y="8839062"/>
            <a:chExt cx="4331039" cy="1614667"/>
          </a:xfrm>
        </p:grpSpPr>
        <p:sp>
          <p:nvSpPr>
            <p:cNvPr id="33" name="Shape 600">
              <a:extLst>
                <a:ext uri="{FF2B5EF4-FFF2-40B4-BE49-F238E27FC236}">
                  <a16:creationId xmlns:a16="http://schemas.microsoft.com/office/drawing/2014/main" id="{4CC9A887-CEE1-48BB-A288-499A9EC78887}"/>
                </a:ext>
              </a:extLst>
            </p:cNvPr>
            <p:cNvSpPr/>
            <p:nvPr/>
          </p:nvSpPr>
          <p:spPr>
            <a:xfrm>
              <a:off x="10807412" y="9653547"/>
              <a:ext cx="4331039" cy="800182"/>
            </a:xfrm>
            <a:prstGeom prst="rect">
              <a:avLst/>
            </a:prstGeom>
            <a:noFill/>
            <a:ln>
              <a:noFill/>
            </a:ln>
          </p:spPr>
          <p:txBody>
            <a:bodyPr lIns="182824" tIns="91400" rIns="182824" bIns="91400" anchor="t" anchorCtr="0">
              <a:noAutofit/>
            </a:bodyPr>
            <a:lstStyle/>
            <a:p>
              <a:pPr algn="ctr" defTabSz="457200">
                <a:lnSpc>
                  <a:spcPct val="130000"/>
                </a:lnSpc>
                <a:buSzPct val="25000"/>
              </a:pPr>
              <a:r>
                <a:rPr lang="id-ID" spc="60" dirty="0" err="1">
                  <a:solidFill>
                    <a:schemeClr val="tx1">
                      <a:lumMod val="75000"/>
                      <a:lumOff val="25000"/>
                    </a:schemeClr>
                  </a:solidFill>
                  <a:ea typeface="Roboto"/>
                  <a:cs typeface="Roboto"/>
                  <a:sym typeface="Roboto"/>
                </a:rPr>
                <a:t>Private</a:t>
              </a:r>
              <a:r>
                <a:rPr lang="id-ID" spc="60" dirty="0">
                  <a:solidFill>
                    <a:schemeClr val="tx1">
                      <a:lumMod val="75000"/>
                      <a:lumOff val="25000"/>
                    </a:schemeClr>
                  </a:solidFill>
                  <a:ea typeface="Roboto"/>
                  <a:cs typeface="Roboto"/>
                  <a:sym typeface="Roboto"/>
                </a:rPr>
                <a:t> </a:t>
              </a:r>
              <a:r>
                <a:rPr lang="id-ID" spc="60" dirty="0" err="1">
                  <a:solidFill>
                    <a:schemeClr val="tx1">
                      <a:lumMod val="75000"/>
                      <a:lumOff val="25000"/>
                    </a:schemeClr>
                  </a:solidFill>
                  <a:ea typeface="Roboto"/>
                  <a:cs typeface="Roboto"/>
                  <a:sym typeface="Roboto"/>
                </a:rPr>
                <a:t>sector</a:t>
              </a:r>
              <a:r>
                <a:rPr lang="id-ID" spc="60" dirty="0">
                  <a:solidFill>
                    <a:schemeClr val="tx1">
                      <a:lumMod val="75000"/>
                      <a:lumOff val="25000"/>
                    </a:schemeClr>
                  </a:solidFill>
                  <a:ea typeface="Roboto"/>
                  <a:cs typeface="Roboto"/>
                  <a:sym typeface="Roboto"/>
                </a:rPr>
                <a:t> </a:t>
              </a:r>
              <a:r>
                <a:rPr lang="id-ID" spc="60" dirty="0" err="1">
                  <a:solidFill>
                    <a:schemeClr val="tx1">
                      <a:lumMod val="75000"/>
                      <a:lumOff val="25000"/>
                    </a:schemeClr>
                  </a:solidFill>
                  <a:ea typeface="Roboto"/>
                  <a:cs typeface="Roboto"/>
                  <a:sym typeface="Roboto"/>
                </a:rPr>
                <a:t>organizations</a:t>
              </a:r>
              <a:endParaRPr lang="id-ID" spc="60" dirty="0">
                <a:solidFill>
                  <a:schemeClr val="tx1">
                    <a:lumMod val="75000"/>
                    <a:lumOff val="25000"/>
                  </a:schemeClr>
                </a:solidFill>
                <a:ea typeface="Roboto"/>
                <a:cs typeface="Roboto"/>
                <a:sym typeface="Roboto"/>
              </a:endParaRPr>
            </a:p>
          </p:txBody>
        </p:sp>
        <p:sp>
          <p:nvSpPr>
            <p:cNvPr id="34" name="Shape 616">
              <a:extLst>
                <a:ext uri="{FF2B5EF4-FFF2-40B4-BE49-F238E27FC236}">
                  <a16:creationId xmlns:a16="http://schemas.microsoft.com/office/drawing/2014/main" id="{6EDA5D14-391E-4269-82E3-1ECC0B2D7EFE}"/>
                </a:ext>
              </a:extLst>
            </p:cNvPr>
            <p:cNvSpPr/>
            <p:nvPr/>
          </p:nvSpPr>
          <p:spPr>
            <a:xfrm>
              <a:off x="11419797" y="8839062"/>
              <a:ext cx="3089151" cy="1288701"/>
            </a:xfrm>
            <a:prstGeom prst="rect">
              <a:avLst/>
            </a:prstGeom>
            <a:noFill/>
            <a:ln>
              <a:noFill/>
            </a:ln>
          </p:spPr>
          <p:txBody>
            <a:bodyPr lIns="182824" tIns="91400" rIns="182824" bIns="91400" anchor="t" anchorCtr="0">
              <a:noAutofit/>
            </a:bodyPr>
            <a:lstStyle/>
            <a:p>
              <a:pPr algn="ctr" defTabSz="457200">
                <a:lnSpc>
                  <a:spcPct val="130000"/>
                </a:lnSpc>
                <a:buSzPct val="25000"/>
              </a:pPr>
              <a:r>
                <a:rPr lang="de-DE" sz="4800" dirty="0">
                  <a:solidFill>
                    <a:prstClr val="black"/>
                  </a:solidFill>
                  <a:ea typeface="Roboto"/>
                  <a:cs typeface="Roboto"/>
                  <a:sym typeface="Roboto"/>
                </a:rPr>
                <a:t>+700</a:t>
              </a:r>
            </a:p>
          </p:txBody>
        </p:sp>
      </p:grpSp>
      <p:grpSp>
        <p:nvGrpSpPr>
          <p:cNvPr id="35" name="Gruppieren 3">
            <a:extLst>
              <a:ext uri="{FF2B5EF4-FFF2-40B4-BE49-F238E27FC236}">
                <a16:creationId xmlns:a16="http://schemas.microsoft.com/office/drawing/2014/main" id="{F007EE96-8BDB-41DA-ADDE-1D52D549659F}"/>
              </a:ext>
            </a:extLst>
          </p:cNvPr>
          <p:cNvGrpSpPr/>
          <p:nvPr/>
        </p:nvGrpSpPr>
        <p:grpSpPr>
          <a:xfrm>
            <a:off x="8173126" y="4014202"/>
            <a:ext cx="3233523" cy="1645310"/>
            <a:chOff x="7869552" y="3539273"/>
            <a:chExt cx="4586127" cy="1634765"/>
          </a:xfrm>
        </p:grpSpPr>
        <p:sp>
          <p:nvSpPr>
            <p:cNvPr id="36" name="Shape 602">
              <a:extLst>
                <a:ext uri="{FF2B5EF4-FFF2-40B4-BE49-F238E27FC236}">
                  <a16:creationId xmlns:a16="http://schemas.microsoft.com/office/drawing/2014/main" id="{21F8E3CE-A0B5-4CEF-8B6B-C3D3DDE8E080}"/>
                </a:ext>
              </a:extLst>
            </p:cNvPr>
            <p:cNvSpPr/>
            <p:nvPr/>
          </p:nvSpPr>
          <p:spPr>
            <a:xfrm>
              <a:off x="7869552" y="4373856"/>
              <a:ext cx="4586127" cy="800182"/>
            </a:xfrm>
            <a:prstGeom prst="rect">
              <a:avLst/>
            </a:prstGeom>
            <a:noFill/>
            <a:ln>
              <a:noFill/>
            </a:ln>
          </p:spPr>
          <p:txBody>
            <a:bodyPr lIns="182824" tIns="91400" rIns="182824" bIns="91400" anchor="t" anchorCtr="0">
              <a:noAutofit/>
            </a:bodyPr>
            <a:lstStyle/>
            <a:p>
              <a:pPr algn="ctr" defTabSz="457200">
                <a:lnSpc>
                  <a:spcPct val="130000"/>
                </a:lnSpc>
                <a:buSzPct val="25000"/>
              </a:pPr>
              <a:r>
                <a:rPr lang="id-ID" spc="60" dirty="0">
                  <a:solidFill>
                    <a:schemeClr val="tx1">
                      <a:lumMod val="75000"/>
                      <a:lumOff val="25000"/>
                    </a:schemeClr>
                  </a:solidFill>
                  <a:ea typeface="Roboto"/>
                  <a:cs typeface="Roboto"/>
                  <a:sym typeface="Roboto"/>
                </a:rPr>
                <a:t>Academia members</a:t>
              </a:r>
            </a:p>
          </p:txBody>
        </p:sp>
        <p:sp>
          <p:nvSpPr>
            <p:cNvPr id="37" name="Shape 616">
              <a:extLst>
                <a:ext uri="{FF2B5EF4-FFF2-40B4-BE49-F238E27FC236}">
                  <a16:creationId xmlns:a16="http://schemas.microsoft.com/office/drawing/2014/main" id="{88A5E453-EC65-4DD8-BC3D-2CE24274AB72}"/>
                </a:ext>
              </a:extLst>
            </p:cNvPr>
            <p:cNvSpPr/>
            <p:nvPr/>
          </p:nvSpPr>
          <p:spPr>
            <a:xfrm>
              <a:off x="8517017" y="3539273"/>
              <a:ext cx="3089151" cy="1288701"/>
            </a:xfrm>
            <a:prstGeom prst="rect">
              <a:avLst/>
            </a:prstGeom>
            <a:noFill/>
            <a:ln>
              <a:noFill/>
            </a:ln>
          </p:spPr>
          <p:txBody>
            <a:bodyPr lIns="182824" tIns="91400" rIns="182824" bIns="91400" anchor="t" anchorCtr="0">
              <a:noAutofit/>
            </a:bodyPr>
            <a:lstStyle/>
            <a:p>
              <a:pPr algn="ctr" defTabSz="457200">
                <a:lnSpc>
                  <a:spcPct val="130000"/>
                </a:lnSpc>
                <a:buSzPct val="25000"/>
              </a:pPr>
              <a:r>
                <a:rPr lang="de-DE" sz="4800" dirty="0">
                  <a:solidFill>
                    <a:prstClr val="black"/>
                  </a:solidFill>
                  <a:ea typeface="Roboto"/>
                  <a:cs typeface="Roboto"/>
                  <a:sym typeface="Roboto"/>
                </a:rPr>
                <a:t>+150</a:t>
              </a:r>
            </a:p>
          </p:txBody>
        </p:sp>
      </p:grpSp>
      <p:sp>
        <p:nvSpPr>
          <p:cNvPr id="50" name="Freeform 67">
            <a:extLst>
              <a:ext uri="{FF2B5EF4-FFF2-40B4-BE49-F238E27FC236}">
                <a16:creationId xmlns:a16="http://schemas.microsoft.com/office/drawing/2014/main" id="{864ADBE5-A7CF-4964-8375-6569ACA1445B}"/>
              </a:ext>
            </a:extLst>
          </p:cNvPr>
          <p:cNvSpPr>
            <a:spLocks noChangeArrowheads="1"/>
          </p:cNvSpPr>
          <p:nvPr/>
        </p:nvSpPr>
        <p:spPr bwMode="auto">
          <a:xfrm>
            <a:off x="1777623" y="2272916"/>
            <a:ext cx="1096413" cy="1275233"/>
          </a:xfrm>
          <a:custGeom>
            <a:avLst/>
            <a:gdLst>
              <a:gd name="T0" fmla="*/ 434 w 453"/>
              <a:gd name="T1" fmla="*/ 186 h 533"/>
              <a:gd name="T2" fmla="*/ 434 w 453"/>
              <a:gd name="T3" fmla="*/ 186 h 533"/>
              <a:gd name="T4" fmla="*/ 44 w 453"/>
              <a:gd name="T5" fmla="*/ 160 h 533"/>
              <a:gd name="T6" fmla="*/ 0 w 453"/>
              <a:gd name="T7" fmla="*/ 178 h 533"/>
              <a:gd name="T8" fmla="*/ 88 w 453"/>
              <a:gd name="T9" fmla="*/ 532 h 533"/>
              <a:gd name="T10" fmla="*/ 141 w 453"/>
              <a:gd name="T11" fmla="*/ 532 h 533"/>
              <a:gd name="T12" fmla="*/ 97 w 453"/>
              <a:gd name="T13" fmla="*/ 355 h 533"/>
              <a:gd name="T14" fmla="*/ 443 w 453"/>
              <a:gd name="T15" fmla="*/ 195 h 533"/>
              <a:gd name="T16" fmla="*/ 434 w 453"/>
              <a:gd name="T17" fmla="*/ 18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3" h="533">
                <a:moveTo>
                  <a:pt x="434" y="186"/>
                </a:moveTo>
                <a:lnTo>
                  <a:pt x="434" y="186"/>
                </a:lnTo>
                <a:cubicBezTo>
                  <a:pt x="151" y="301"/>
                  <a:pt x="266" y="0"/>
                  <a:pt x="44" y="160"/>
                </a:cubicBezTo>
                <a:cubicBezTo>
                  <a:pt x="0" y="178"/>
                  <a:pt x="0" y="178"/>
                  <a:pt x="0" y="178"/>
                </a:cubicBezTo>
                <a:cubicBezTo>
                  <a:pt x="88" y="532"/>
                  <a:pt x="88" y="532"/>
                  <a:pt x="88" y="532"/>
                </a:cubicBezTo>
                <a:cubicBezTo>
                  <a:pt x="141" y="532"/>
                  <a:pt x="141" y="532"/>
                  <a:pt x="141" y="532"/>
                </a:cubicBezTo>
                <a:cubicBezTo>
                  <a:pt x="97" y="355"/>
                  <a:pt x="97" y="355"/>
                  <a:pt x="97" y="355"/>
                </a:cubicBezTo>
                <a:cubicBezTo>
                  <a:pt x="293" y="195"/>
                  <a:pt x="213" y="532"/>
                  <a:pt x="443" y="195"/>
                </a:cubicBezTo>
                <a:cubicBezTo>
                  <a:pt x="452" y="195"/>
                  <a:pt x="443" y="186"/>
                  <a:pt x="434" y="186"/>
                </a:cubicBezTo>
              </a:path>
            </a:pathLst>
          </a:custGeom>
          <a:solidFill>
            <a:srgbClr val="009CD6"/>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91424" tIns="45712" rIns="91424" bIns="45712"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1" name="Freeform 97">
            <a:extLst>
              <a:ext uri="{FF2B5EF4-FFF2-40B4-BE49-F238E27FC236}">
                <a16:creationId xmlns:a16="http://schemas.microsoft.com/office/drawing/2014/main" id="{6821C8EE-DA7F-454B-B031-42DB4715593D}"/>
              </a:ext>
            </a:extLst>
          </p:cNvPr>
          <p:cNvSpPr>
            <a:spLocks noChangeArrowheads="1"/>
          </p:cNvSpPr>
          <p:nvPr/>
        </p:nvSpPr>
        <p:spPr bwMode="auto">
          <a:xfrm>
            <a:off x="5475828" y="2539642"/>
            <a:ext cx="1240343" cy="1064691"/>
          </a:xfrm>
          <a:custGeom>
            <a:avLst/>
            <a:gdLst>
              <a:gd name="T0" fmla="*/ 230 w 497"/>
              <a:gd name="T1" fmla="*/ 231 h 426"/>
              <a:gd name="T2" fmla="*/ 230 w 497"/>
              <a:gd name="T3" fmla="*/ 231 h 426"/>
              <a:gd name="T4" fmla="*/ 274 w 497"/>
              <a:gd name="T5" fmla="*/ 231 h 426"/>
              <a:gd name="T6" fmla="*/ 274 w 497"/>
              <a:gd name="T7" fmla="*/ 275 h 426"/>
              <a:gd name="T8" fmla="*/ 496 w 497"/>
              <a:gd name="T9" fmla="*/ 275 h 426"/>
              <a:gd name="T10" fmla="*/ 487 w 497"/>
              <a:gd name="T11" fmla="*/ 133 h 426"/>
              <a:gd name="T12" fmla="*/ 443 w 497"/>
              <a:gd name="T13" fmla="*/ 80 h 426"/>
              <a:gd name="T14" fmla="*/ 363 w 497"/>
              <a:gd name="T15" fmla="*/ 80 h 426"/>
              <a:gd name="T16" fmla="*/ 337 w 497"/>
              <a:gd name="T17" fmla="*/ 27 h 426"/>
              <a:gd name="T18" fmla="*/ 300 w 497"/>
              <a:gd name="T19" fmla="*/ 0 h 426"/>
              <a:gd name="T20" fmla="*/ 194 w 497"/>
              <a:gd name="T21" fmla="*/ 0 h 426"/>
              <a:gd name="T22" fmla="*/ 168 w 497"/>
              <a:gd name="T23" fmla="*/ 27 h 426"/>
              <a:gd name="T24" fmla="*/ 133 w 497"/>
              <a:gd name="T25" fmla="*/ 80 h 426"/>
              <a:gd name="T26" fmla="*/ 53 w 497"/>
              <a:gd name="T27" fmla="*/ 80 h 426"/>
              <a:gd name="T28" fmla="*/ 9 w 497"/>
              <a:gd name="T29" fmla="*/ 133 h 426"/>
              <a:gd name="T30" fmla="*/ 0 w 497"/>
              <a:gd name="T31" fmla="*/ 275 h 426"/>
              <a:gd name="T32" fmla="*/ 230 w 497"/>
              <a:gd name="T33" fmla="*/ 275 h 426"/>
              <a:gd name="T34" fmla="*/ 230 w 497"/>
              <a:gd name="T35" fmla="*/ 231 h 426"/>
              <a:gd name="T36" fmla="*/ 186 w 497"/>
              <a:gd name="T37" fmla="*/ 53 h 426"/>
              <a:gd name="T38" fmla="*/ 186 w 497"/>
              <a:gd name="T39" fmla="*/ 53 h 426"/>
              <a:gd name="T40" fmla="*/ 212 w 497"/>
              <a:gd name="T41" fmla="*/ 36 h 426"/>
              <a:gd name="T42" fmla="*/ 284 w 497"/>
              <a:gd name="T43" fmla="*/ 36 h 426"/>
              <a:gd name="T44" fmla="*/ 309 w 497"/>
              <a:gd name="T45" fmla="*/ 53 h 426"/>
              <a:gd name="T46" fmla="*/ 319 w 497"/>
              <a:gd name="T47" fmla="*/ 80 h 426"/>
              <a:gd name="T48" fmla="*/ 177 w 497"/>
              <a:gd name="T49" fmla="*/ 80 h 426"/>
              <a:gd name="T50" fmla="*/ 186 w 497"/>
              <a:gd name="T51" fmla="*/ 53 h 426"/>
              <a:gd name="T52" fmla="*/ 274 w 497"/>
              <a:gd name="T53" fmla="*/ 355 h 426"/>
              <a:gd name="T54" fmla="*/ 274 w 497"/>
              <a:gd name="T55" fmla="*/ 355 h 426"/>
              <a:gd name="T56" fmla="*/ 230 w 497"/>
              <a:gd name="T57" fmla="*/ 355 h 426"/>
              <a:gd name="T58" fmla="*/ 230 w 497"/>
              <a:gd name="T59" fmla="*/ 302 h 426"/>
              <a:gd name="T60" fmla="*/ 9 w 497"/>
              <a:gd name="T61" fmla="*/ 302 h 426"/>
              <a:gd name="T62" fmla="*/ 17 w 497"/>
              <a:gd name="T63" fmla="*/ 381 h 426"/>
              <a:gd name="T64" fmla="*/ 62 w 497"/>
              <a:gd name="T65" fmla="*/ 425 h 426"/>
              <a:gd name="T66" fmla="*/ 434 w 497"/>
              <a:gd name="T67" fmla="*/ 425 h 426"/>
              <a:gd name="T68" fmla="*/ 478 w 497"/>
              <a:gd name="T69" fmla="*/ 381 h 426"/>
              <a:gd name="T70" fmla="*/ 487 w 497"/>
              <a:gd name="T71" fmla="*/ 302 h 426"/>
              <a:gd name="T72" fmla="*/ 274 w 497"/>
              <a:gd name="T73" fmla="*/ 302 h 426"/>
              <a:gd name="T74" fmla="*/ 274 w 497"/>
              <a:gd name="T75" fmla="*/ 355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rgbClr val="009CD6"/>
          </a:solidFill>
          <a:ln>
            <a:noFill/>
          </a:ln>
          <a:effectLst/>
        </p:spPr>
        <p:txBody>
          <a:bodyPr wrap="none" lIns="91424" tIns="45712" rIns="91424" bIns="45712"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2" name="Freeform 101">
            <a:extLst>
              <a:ext uri="{FF2B5EF4-FFF2-40B4-BE49-F238E27FC236}">
                <a16:creationId xmlns:a16="http://schemas.microsoft.com/office/drawing/2014/main" id="{AEF5B30A-4C69-4668-BF65-BCD79950227D}"/>
              </a:ext>
            </a:extLst>
          </p:cNvPr>
          <p:cNvSpPr>
            <a:spLocks noChangeArrowheads="1"/>
          </p:cNvSpPr>
          <p:nvPr/>
        </p:nvSpPr>
        <p:spPr bwMode="auto">
          <a:xfrm>
            <a:off x="9123745" y="2443431"/>
            <a:ext cx="1389648" cy="1064692"/>
          </a:xfrm>
          <a:custGeom>
            <a:avLst/>
            <a:gdLst>
              <a:gd name="T0" fmla="*/ 80 w 497"/>
              <a:gd name="T1" fmla="*/ 248 h 382"/>
              <a:gd name="T2" fmla="*/ 80 w 497"/>
              <a:gd name="T3" fmla="*/ 248 h 382"/>
              <a:gd name="T4" fmla="*/ 159 w 497"/>
              <a:gd name="T5" fmla="*/ 328 h 382"/>
              <a:gd name="T6" fmla="*/ 248 w 497"/>
              <a:gd name="T7" fmla="*/ 381 h 382"/>
              <a:gd name="T8" fmla="*/ 337 w 497"/>
              <a:gd name="T9" fmla="*/ 337 h 382"/>
              <a:gd name="T10" fmla="*/ 390 w 497"/>
              <a:gd name="T11" fmla="*/ 258 h 382"/>
              <a:gd name="T12" fmla="*/ 248 w 497"/>
              <a:gd name="T13" fmla="*/ 328 h 382"/>
              <a:gd name="T14" fmla="*/ 80 w 497"/>
              <a:gd name="T15" fmla="*/ 248 h 382"/>
              <a:gd name="T16" fmla="*/ 487 w 497"/>
              <a:gd name="T17" fmla="*/ 124 h 382"/>
              <a:gd name="T18" fmla="*/ 487 w 497"/>
              <a:gd name="T19" fmla="*/ 124 h 382"/>
              <a:gd name="T20" fmla="*/ 274 w 497"/>
              <a:gd name="T21" fmla="*/ 9 h 382"/>
              <a:gd name="T22" fmla="*/ 221 w 497"/>
              <a:gd name="T23" fmla="*/ 9 h 382"/>
              <a:gd name="T24" fmla="*/ 9 w 497"/>
              <a:gd name="T25" fmla="*/ 124 h 382"/>
              <a:gd name="T26" fmla="*/ 9 w 497"/>
              <a:gd name="T27" fmla="*/ 160 h 382"/>
              <a:gd name="T28" fmla="*/ 221 w 497"/>
              <a:gd name="T29" fmla="*/ 275 h 382"/>
              <a:gd name="T30" fmla="*/ 274 w 497"/>
              <a:gd name="T31" fmla="*/ 275 h 382"/>
              <a:gd name="T32" fmla="*/ 408 w 497"/>
              <a:gd name="T33" fmla="*/ 195 h 382"/>
              <a:gd name="T34" fmla="*/ 266 w 497"/>
              <a:gd name="T35" fmla="*/ 160 h 382"/>
              <a:gd name="T36" fmla="*/ 248 w 497"/>
              <a:gd name="T37" fmla="*/ 168 h 382"/>
              <a:gd name="T38" fmla="*/ 203 w 497"/>
              <a:gd name="T39" fmla="*/ 133 h 382"/>
              <a:gd name="T40" fmla="*/ 248 w 497"/>
              <a:gd name="T41" fmla="*/ 107 h 382"/>
              <a:gd name="T42" fmla="*/ 293 w 497"/>
              <a:gd name="T43" fmla="*/ 124 h 382"/>
              <a:gd name="T44" fmla="*/ 443 w 497"/>
              <a:gd name="T45" fmla="*/ 177 h 382"/>
              <a:gd name="T46" fmla="*/ 487 w 497"/>
              <a:gd name="T47" fmla="*/ 160 h 382"/>
              <a:gd name="T48" fmla="*/ 487 w 497"/>
              <a:gd name="T49" fmla="*/ 124 h 382"/>
              <a:gd name="T50" fmla="*/ 425 w 497"/>
              <a:gd name="T51" fmla="*/ 346 h 382"/>
              <a:gd name="T52" fmla="*/ 425 w 497"/>
              <a:gd name="T53" fmla="*/ 346 h 382"/>
              <a:gd name="T54" fmla="*/ 461 w 497"/>
              <a:gd name="T55" fmla="*/ 337 h 382"/>
              <a:gd name="T56" fmla="*/ 443 w 497"/>
              <a:gd name="T57" fmla="*/ 177 h 382"/>
              <a:gd name="T58" fmla="*/ 408 w 497"/>
              <a:gd name="T59" fmla="*/ 195 h 382"/>
              <a:gd name="T60" fmla="*/ 425 w 497"/>
              <a:gd name="T61" fmla="*/ 3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7" h="382">
                <a:moveTo>
                  <a:pt x="80" y="248"/>
                </a:moveTo>
                <a:lnTo>
                  <a:pt x="80" y="248"/>
                </a:lnTo>
                <a:cubicBezTo>
                  <a:pt x="97" y="293"/>
                  <a:pt x="106" y="311"/>
                  <a:pt x="159" y="328"/>
                </a:cubicBezTo>
                <a:cubicBezTo>
                  <a:pt x="203" y="355"/>
                  <a:pt x="230" y="381"/>
                  <a:pt x="248" y="381"/>
                </a:cubicBezTo>
                <a:cubicBezTo>
                  <a:pt x="266" y="381"/>
                  <a:pt x="293" y="355"/>
                  <a:pt x="337" y="337"/>
                </a:cubicBezTo>
                <a:cubicBezTo>
                  <a:pt x="390" y="311"/>
                  <a:pt x="372" y="311"/>
                  <a:pt x="390" y="258"/>
                </a:cubicBezTo>
                <a:cubicBezTo>
                  <a:pt x="248" y="328"/>
                  <a:pt x="248" y="328"/>
                  <a:pt x="248" y="328"/>
                </a:cubicBezTo>
                <a:lnTo>
                  <a:pt x="80" y="248"/>
                </a:lnTo>
                <a:close/>
                <a:moveTo>
                  <a:pt x="487" y="124"/>
                </a:moveTo>
                <a:lnTo>
                  <a:pt x="487" y="124"/>
                </a:lnTo>
                <a:cubicBezTo>
                  <a:pt x="274" y="9"/>
                  <a:pt x="274" y="9"/>
                  <a:pt x="274" y="9"/>
                </a:cubicBezTo>
                <a:cubicBezTo>
                  <a:pt x="266" y="0"/>
                  <a:pt x="239" y="0"/>
                  <a:pt x="221" y="9"/>
                </a:cubicBezTo>
                <a:cubicBezTo>
                  <a:pt x="9" y="124"/>
                  <a:pt x="9" y="124"/>
                  <a:pt x="9" y="124"/>
                </a:cubicBezTo>
                <a:cubicBezTo>
                  <a:pt x="0" y="133"/>
                  <a:pt x="0" y="142"/>
                  <a:pt x="9" y="160"/>
                </a:cubicBezTo>
                <a:cubicBezTo>
                  <a:pt x="221" y="275"/>
                  <a:pt x="221" y="275"/>
                  <a:pt x="221" y="275"/>
                </a:cubicBezTo>
                <a:cubicBezTo>
                  <a:pt x="239" y="284"/>
                  <a:pt x="266" y="284"/>
                  <a:pt x="274" y="275"/>
                </a:cubicBezTo>
                <a:cubicBezTo>
                  <a:pt x="408" y="195"/>
                  <a:pt x="408" y="195"/>
                  <a:pt x="408" y="195"/>
                </a:cubicBezTo>
                <a:cubicBezTo>
                  <a:pt x="266" y="160"/>
                  <a:pt x="266" y="160"/>
                  <a:pt x="266" y="160"/>
                </a:cubicBezTo>
                <a:cubicBezTo>
                  <a:pt x="257" y="160"/>
                  <a:pt x="257" y="168"/>
                  <a:pt x="248" y="168"/>
                </a:cubicBezTo>
                <a:cubicBezTo>
                  <a:pt x="221" y="168"/>
                  <a:pt x="203" y="151"/>
                  <a:pt x="203" y="133"/>
                </a:cubicBezTo>
                <a:cubicBezTo>
                  <a:pt x="203" y="124"/>
                  <a:pt x="221" y="107"/>
                  <a:pt x="248" y="107"/>
                </a:cubicBezTo>
                <a:cubicBezTo>
                  <a:pt x="266" y="107"/>
                  <a:pt x="284" y="115"/>
                  <a:pt x="293" y="124"/>
                </a:cubicBezTo>
                <a:cubicBezTo>
                  <a:pt x="443" y="177"/>
                  <a:pt x="443" y="177"/>
                  <a:pt x="443" y="177"/>
                </a:cubicBezTo>
                <a:cubicBezTo>
                  <a:pt x="487" y="160"/>
                  <a:pt x="487" y="160"/>
                  <a:pt x="487" y="160"/>
                </a:cubicBezTo>
                <a:cubicBezTo>
                  <a:pt x="496" y="142"/>
                  <a:pt x="496" y="133"/>
                  <a:pt x="487" y="124"/>
                </a:cubicBezTo>
                <a:close/>
                <a:moveTo>
                  <a:pt x="425" y="346"/>
                </a:moveTo>
                <a:lnTo>
                  <a:pt x="425" y="346"/>
                </a:lnTo>
                <a:cubicBezTo>
                  <a:pt x="416" y="355"/>
                  <a:pt x="452" y="364"/>
                  <a:pt x="461" y="337"/>
                </a:cubicBezTo>
                <a:cubicBezTo>
                  <a:pt x="469" y="213"/>
                  <a:pt x="443" y="177"/>
                  <a:pt x="443" y="177"/>
                </a:cubicBezTo>
                <a:cubicBezTo>
                  <a:pt x="408" y="195"/>
                  <a:pt x="408" y="195"/>
                  <a:pt x="408" y="195"/>
                </a:cubicBezTo>
                <a:cubicBezTo>
                  <a:pt x="408" y="195"/>
                  <a:pt x="443" y="222"/>
                  <a:pt x="425" y="346"/>
                </a:cubicBezTo>
                <a:close/>
              </a:path>
            </a:pathLst>
          </a:custGeom>
          <a:solidFill>
            <a:srgbClr val="009CD6"/>
          </a:solidFill>
          <a:ln>
            <a:noFill/>
          </a:ln>
          <a:effectLst/>
        </p:spPr>
        <p:txBody>
          <a:bodyPr wrap="none" lIns="91424" tIns="45712" rIns="91424" bIns="45712"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263117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0"/>
          <p:cNvSpPr txBox="1">
            <a:spLocks/>
          </p:cNvSpPr>
          <p:nvPr/>
        </p:nvSpPr>
        <p:spPr>
          <a:xfrm>
            <a:off x="2893661" y="2768518"/>
            <a:ext cx="6404678" cy="778469"/>
          </a:xfrm>
          <a:prstGeom prst="rect">
            <a:avLst/>
          </a:prstGeom>
        </p:spPr>
        <p:txBody>
          <a:bodyPr vert="horz" wrap="square" lIns="60947" tIns="30473" rIns="60947" bIns="30473" rtlCol="0" anchor="ctr">
            <a:sp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pPr>
              <a:lnSpc>
                <a:spcPct val="130000"/>
              </a:lnSpc>
            </a:pPr>
            <a:r>
              <a:rPr lang="en-US" sz="4000" dirty="0">
                <a:solidFill>
                  <a:schemeClr val="tx1"/>
                </a:solidFill>
                <a:latin typeface="+mj-lt"/>
                <a:cs typeface="Lato Light"/>
              </a:rPr>
              <a:t>Timeline</a:t>
            </a:r>
          </a:p>
        </p:txBody>
      </p:sp>
    </p:spTree>
    <p:extLst>
      <p:ext uri="{BB962C8B-B14F-4D97-AF65-F5344CB8AC3E}">
        <p14:creationId xmlns:p14="http://schemas.microsoft.com/office/powerpoint/2010/main" val="36825546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Gerader Verbinder 33"/>
          <p:cNvCxnSpPr/>
          <p:nvPr/>
        </p:nvCxnSpPr>
        <p:spPr>
          <a:xfrm>
            <a:off x="1508276" y="3376309"/>
            <a:ext cx="10682139"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39" name="Ellipse 38"/>
          <p:cNvSpPr/>
          <p:nvPr/>
        </p:nvSpPr>
        <p:spPr>
          <a:xfrm>
            <a:off x="1076508" y="2943775"/>
            <a:ext cx="863533" cy="863533"/>
          </a:xfrm>
          <a:prstGeom prst="ellipse">
            <a:avLst/>
          </a:prstGeom>
          <a:solidFill>
            <a:srgbClr val="009C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solidFill>
                <a:schemeClr val="bg2">
                  <a:lumMod val="50000"/>
                </a:schemeClr>
              </a:solidFill>
            </a:endParaRPr>
          </a:p>
        </p:txBody>
      </p:sp>
      <p:grpSp>
        <p:nvGrpSpPr>
          <p:cNvPr id="4" name="Gruppieren 3"/>
          <p:cNvGrpSpPr/>
          <p:nvPr/>
        </p:nvGrpSpPr>
        <p:grpSpPr>
          <a:xfrm>
            <a:off x="8512424" y="2545220"/>
            <a:ext cx="2714761" cy="2908601"/>
            <a:chOff x="17021673" y="5090437"/>
            <a:chExt cx="5429522" cy="5817200"/>
          </a:xfrm>
        </p:grpSpPr>
        <p:sp>
          <p:nvSpPr>
            <p:cNvPr id="36" name="Shape 610"/>
            <p:cNvSpPr/>
            <p:nvPr/>
          </p:nvSpPr>
          <p:spPr>
            <a:xfrm>
              <a:off x="17570217" y="7517972"/>
              <a:ext cx="4332436"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b="1" dirty="0">
                  <a:latin typeface="Arial" panose="020B0604020202020204" pitchFamily="34" charset="0"/>
                  <a:ea typeface="Roboto"/>
                  <a:cs typeface="Roboto"/>
                  <a:sym typeface="Roboto"/>
                </a:rPr>
                <a:t>Third</a:t>
              </a:r>
              <a:r>
                <a:rPr lang="id-ID" sz="2000" dirty="0">
                  <a:latin typeface="Arial" panose="020B0604020202020204" pitchFamily="34" charset="0"/>
                  <a:ea typeface="Roboto"/>
                  <a:cs typeface="Roboto"/>
                  <a:sym typeface="Roboto"/>
                </a:rPr>
                <a:t> </a:t>
              </a:r>
              <a:r>
                <a:rPr lang="en-US" sz="2000" dirty="0">
                  <a:latin typeface="Arial" panose="020B0604020202020204" pitchFamily="34" charset="0"/>
                  <a:ea typeface="Roboto"/>
                  <a:cs typeface="Roboto"/>
                  <a:sym typeface="Roboto"/>
                </a:rPr>
                <a:t>entry</a:t>
              </a:r>
              <a:endParaRPr lang="id-ID" sz="2000" dirty="0">
                <a:latin typeface="Arial" panose="020B0604020202020204" pitchFamily="34" charset="0"/>
                <a:ea typeface="Roboto"/>
                <a:cs typeface="Roboto"/>
                <a:sym typeface="Roboto"/>
              </a:endParaRPr>
            </a:p>
          </p:txBody>
        </p:sp>
        <p:sp>
          <p:nvSpPr>
            <p:cNvPr id="38" name="Ellipse 37"/>
            <p:cNvSpPr/>
            <p:nvPr/>
          </p:nvSpPr>
          <p:spPr>
            <a:xfrm>
              <a:off x="19128913" y="6113557"/>
              <a:ext cx="1234646" cy="1234646"/>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03</a:t>
              </a:r>
              <a:endParaRPr lang="de-DE" sz="900" b="1" dirty="0">
                <a:solidFill>
                  <a:schemeClr val="tx1"/>
                </a:solidFill>
                <a:latin typeface="Arial" panose="020B0604020202020204" pitchFamily="34" charset="0"/>
              </a:endParaRPr>
            </a:p>
          </p:txBody>
        </p:sp>
        <p:sp>
          <p:nvSpPr>
            <p:cNvPr id="44" name="Textfeld 43"/>
            <p:cNvSpPr txBox="1"/>
            <p:nvPr/>
          </p:nvSpPr>
          <p:spPr>
            <a:xfrm>
              <a:off x="17021673" y="8513650"/>
              <a:ext cx="5429522" cy="2393987"/>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 eirmod tempor invidunt ut labore et.</a:t>
              </a:r>
            </a:p>
          </p:txBody>
        </p:sp>
        <p:sp>
          <p:nvSpPr>
            <p:cNvPr id="47" name="Shape 616"/>
            <p:cNvSpPr/>
            <p:nvPr/>
          </p:nvSpPr>
          <p:spPr>
            <a:xfrm>
              <a:off x="18191859" y="5090437"/>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2013</a:t>
              </a:r>
              <a:endParaRPr lang="id-ID" sz="1600" dirty="0">
                <a:latin typeface="Arial" panose="020B0604020202020204" pitchFamily="34" charset="0"/>
                <a:ea typeface="Roboto"/>
                <a:cs typeface="Roboto"/>
                <a:sym typeface="Roboto"/>
              </a:endParaRPr>
            </a:p>
          </p:txBody>
        </p:sp>
      </p:grpSp>
      <p:grpSp>
        <p:nvGrpSpPr>
          <p:cNvPr id="3" name="Gruppieren 2"/>
          <p:cNvGrpSpPr/>
          <p:nvPr/>
        </p:nvGrpSpPr>
        <p:grpSpPr>
          <a:xfrm>
            <a:off x="5264220" y="2575297"/>
            <a:ext cx="2714762" cy="2617481"/>
            <a:chOff x="10525264" y="5150593"/>
            <a:chExt cx="5429524" cy="5234962"/>
          </a:xfrm>
        </p:grpSpPr>
        <p:sp>
          <p:nvSpPr>
            <p:cNvPr id="35" name="Shape 604"/>
            <p:cNvSpPr/>
            <p:nvPr/>
          </p:nvSpPr>
          <p:spPr>
            <a:xfrm>
              <a:off x="11526060" y="7537591"/>
              <a:ext cx="3427930"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dirty="0">
                  <a:latin typeface="Arial" panose="020B0604020202020204" pitchFamily="34" charset="0"/>
                  <a:ea typeface="Roboto"/>
                  <a:cs typeface="Roboto"/>
                  <a:sym typeface="Roboto"/>
                </a:rPr>
                <a:t>Second entry</a:t>
              </a:r>
              <a:endParaRPr lang="id-ID" sz="1600" dirty="0">
                <a:latin typeface="Arial" panose="020B0604020202020204" pitchFamily="34" charset="0"/>
                <a:ea typeface="Roboto"/>
                <a:cs typeface="Roboto"/>
                <a:sym typeface="Roboto"/>
              </a:endParaRPr>
            </a:p>
          </p:txBody>
        </p:sp>
        <p:sp>
          <p:nvSpPr>
            <p:cNvPr id="42" name="Ellipse 41"/>
            <p:cNvSpPr/>
            <p:nvPr/>
          </p:nvSpPr>
          <p:spPr>
            <a:xfrm>
              <a:off x="12632916" y="6113561"/>
              <a:ext cx="1234646" cy="1234646"/>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02</a:t>
              </a:r>
              <a:endParaRPr lang="de-DE" sz="900" b="1" dirty="0">
                <a:solidFill>
                  <a:schemeClr val="tx1"/>
                </a:solidFill>
                <a:latin typeface="Arial" panose="020B0604020202020204" pitchFamily="34" charset="0"/>
              </a:endParaRPr>
            </a:p>
          </p:txBody>
        </p:sp>
        <p:sp>
          <p:nvSpPr>
            <p:cNvPr id="45" name="Textfeld 44"/>
            <p:cNvSpPr txBox="1"/>
            <p:nvPr/>
          </p:nvSpPr>
          <p:spPr>
            <a:xfrm>
              <a:off x="10525264" y="8555823"/>
              <a:ext cx="5429524" cy="1829732"/>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a:t>
              </a:r>
            </a:p>
          </p:txBody>
        </p:sp>
        <p:sp>
          <p:nvSpPr>
            <p:cNvPr id="48" name="Shape 616"/>
            <p:cNvSpPr/>
            <p:nvPr/>
          </p:nvSpPr>
          <p:spPr>
            <a:xfrm>
              <a:off x="11726228" y="5150593"/>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2014</a:t>
              </a:r>
              <a:endParaRPr lang="id-ID" sz="1600" dirty="0">
                <a:latin typeface="Arial" panose="020B0604020202020204" pitchFamily="34" charset="0"/>
                <a:ea typeface="Roboto"/>
                <a:cs typeface="Roboto"/>
                <a:sym typeface="Roboto"/>
              </a:endParaRPr>
            </a:p>
          </p:txBody>
        </p:sp>
      </p:grpSp>
      <p:grpSp>
        <p:nvGrpSpPr>
          <p:cNvPr id="2" name="Gruppieren 1"/>
          <p:cNvGrpSpPr/>
          <p:nvPr/>
        </p:nvGrpSpPr>
        <p:grpSpPr>
          <a:xfrm>
            <a:off x="2193540" y="2555658"/>
            <a:ext cx="2714763" cy="2637120"/>
            <a:chOff x="4383904" y="5111315"/>
            <a:chExt cx="5429526" cy="5274240"/>
          </a:xfrm>
        </p:grpSpPr>
        <p:sp>
          <p:nvSpPr>
            <p:cNvPr id="37" name="Shape 616"/>
            <p:cNvSpPr/>
            <p:nvPr/>
          </p:nvSpPr>
          <p:spPr>
            <a:xfrm>
              <a:off x="5149208" y="7526041"/>
              <a:ext cx="3898922"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dirty="0">
                  <a:latin typeface="Arial" panose="020B0604020202020204" pitchFamily="34" charset="0"/>
                  <a:ea typeface="Roboto"/>
                  <a:cs typeface="Roboto"/>
                  <a:sym typeface="Roboto"/>
                </a:rPr>
                <a:t>First</a:t>
              </a:r>
              <a:r>
                <a:rPr lang="id-ID" sz="2000" dirty="0">
                  <a:latin typeface="Arial" panose="020B0604020202020204" pitchFamily="34" charset="0"/>
                  <a:ea typeface="Roboto"/>
                  <a:cs typeface="Roboto"/>
                  <a:sym typeface="Roboto"/>
                </a:rPr>
                <a:t> </a:t>
              </a:r>
              <a:r>
                <a:rPr lang="en-US" sz="2000" b="1" dirty="0">
                  <a:latin typeface="Arial" panose="020B0604020202020204" pitchFamily="34" charset="0"/>
                  <a:ea typeface="Roboto"/>
                  <a:cs typeface="Roboto"/>
                  <a:sym typeface="Roboto"/>
                </a:rPr>
                <a:t>entry</a:t>
              </a:r>
              <a:endParaRPr lang="id-ID" sz="2000" b="1" dirty="0">
                <a:latin typeface="Arial" panose="020B0604020202020204" pitchFamily="34" charset="0"/>
                <a:ea typeface="Roboto"/>
                <a:cs typeface="Roboto"/>
                <a:sym typeface="Roboto"/>
              </a:endParaRPr>
            </a:p>
          </p:txBody>
        </p:sp>
        <p:sp>
          <p:nvSpPr>
            <p:cNvPr id="46" name="Shape 616"/>
            <p:cNvSpPr/>
            <p:nvPr/>
          </p:nvSpPr>
          <p:spPr>
            <a:xfrm>
              <a:off x="5554094" y="5111315"/>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2012</a:t>
              </a:r>
              <a:endParaRPr lang="id-ID" sz="1000" dirty="0">
                <a:latin typeface="Arial" panose="020B0604020202020204" pitchFamily="34" charset="0"/>
                <a:ea typeface="Roboto"/>
                <a:cs typeface="Roboto"/>
                <a:sym typeface="Roboto"/>
              </a:endParaRPr>
            </a:p>
          </p:txBody>
        </p:sp>
        <p:sp>
          <p:nvSpPr>
            <p:cNvPr id="49" name="Ellipse 48"/>
            <p:cNvSpPr/>
            <p:nvPr/>
          </p:nvSpPr>
          <p:spPr>
            <a:xfrm>
              <a:off x="6483670" y="6113563"/>
              <a:ext cx="1234646" cy="1234646"/>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01</a:t>
              </a:r>
              <a:endParaRPr lang="de-DE" sz="800" b="1" dirty="0">
                <a:solidFill>
                  <a:schemeClr val="tx1"/>
                </a:solidFill>
                <a:latin typeface="Arial" panose="020B0604020202020204" pitchFamily="34" charset="0"/>
              </a:endParaRPr>
            </a:p>
          </p:txBody>
        </p:sp>
        <p:sp>
          <p:nvSpPr>
            <p:cNvPr id="51" name="Textfeld 50"/>
            <p:cNvSpPr txBox="1"/>
            <p:nvPr/>
          </p:nvSpPr>
          <p:spPr>
            <a:xfrm>
              <a:off x="4383904" y="8555823"/>
              <a:ext cx="5429526" cy="1829732"/>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a:t>
              </a:r>
            </a:p>
          </p:txBody>
        </p:sp>
      </p:grpSp>
      <p:sp>
        <p:nvSpPr>
          <p:cNvPr id="5" name="Title 4">
            <a:extLst>
              <a:ext uri="{FF2B5EF4-FFF2-40B4-BE49-F238E27FC236}">
                <a16:creationId xmlns:a16="http://schemas.microsoft.com/office/drawing/2014/main" id="{8FDB5AD8-3F8B-4E58-A8D6-457EE69F637D}"/>
              </a:ext>
            </a:extLst>
          </p:cNvPr>
          <p:cNvSpPr>
            <a:spLocks noGrp="1"/>
          </p:cNvSpPr>
          <p:nvPr>
            <p:ph type="title"/>
          </p:nvPr>
        </p:nvSpPr>
        <p:spPr/>
        <p:txBody>
          <a:bodyPr/>
          <a:lstStyle/>
          <a:p>
            <a:r>
              <a:rPr lang="en-US" dirty="0"/>
              <a:t>Timeline title</a:t>
            </a:r>
          </a:p>
        </p:txBody>
      </p:sp>
      <p:sp>
        <p:nvSpPr>
          <p:cNvPr id="8" name="Text Placeholder 7">
            <a:extLst>
              <a:ext uri="{FF2B5EF4-FFF2-40B4-BE49-F238E27FC236}">
                <a16:creationId xmlns:a16="http://schemas.microsoft.com/office/drawing/2014/main" id="{2225E624-F160-4DAD-A7C4-83326D631DF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5698928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Gerader Verbinder 21"/>
          <p:cNvCxnSpPr/>
          <p:nvPr/>
        </p:nvCxnSpPr>
        <p:spPr>
          <a:xfrm>
            <a:off x="-15429" y="3376309"/>
            <a:ext cx="12188824"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grpSp>
        <p:nvGrpSpPr>
          <p:cNvPr id="4" name="Gruppieren 3"/>
          <p:cNvGrpSpPr/>
          <p:nvPr/>
        </p:nvGrpSpPr>
        <p:grpSpPr>
          <a:xfrm>
            <a:off x="5782987" y="2548848"/>
            <a:ext cx="2528364" cy="3192154"/>
            <a:chOff x="11562798" y="5097693"/>
            <a:chExt cx="5056728" cy="6384306"/>
          </a:xfrm>
        </p:grpSpPr>
        <p:sp>
          <p:nvSpPr>
            <p:cNvPr id="23" name="Shape 610"/>
            <p:cNvSpPr/>
            <p:nvPr/>
          </p:nvSpPr>
          <p:spPr>
            <a:xfrm>
              <a:off x="12056224" y="7479436"/>
              <a:ext cx="4332436"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b="1" dirty="0">
                  <a:latin typeface="Arial" panose="020B0604020202020204" pitchFamily="34" charset="0"/>
                  <a:ea typeface="Roboto"/>
                  <a:cs typeface="Roboto"/>
                  <a:sym typeface="Roboto"/>
                </a:rPr>
                <a:t>Fifth</a:t>
              </a:r>
              <a:r>
                <a:rPr lang="id-ID" sz="2000" dirty="0">
                  <a:latin typeface="Arial" panose="020B0604020202020204" pitchFamily="34" charset="0"/>
                  <a:ea typeface="Roboto"/>
                  <a:cs typeface="Roboto"/>
                  <a:sym typeface="Roboto"/>
                </a:rPr>
                <a:t> </a:t>
              </a:r>
              <a:r>
                <a:rPr lang="en-US" sz="2000" dirty="0">
                  <a:latin typeface="Arial" panose="020B0604020202020204" pitchFamily="34" charset="0"/>
                  <a:ea typeface="Roboto"/>
                  <a:cs typeface="Roboto"/>
                  <a:sym typeface="Roboto"/>
                </a:rPr>
                <a:t>entry</a:t>
              </a:r>
              <a:endParaRPr lang="id-ID" sz="2000" dirty="0">
                <a:latin typeface="Arial" panose="020B0604020202020204" pitchFamily="34" charset="0"/>
                <a:ea typeface="Roboto"/>
                <a:cs typeface="Roboto"/>
                <a:sym typeface="Roboto"/>
              </a:endParaRPr>
            </a:p>
          </p:txBody>
        </p:sp>
        <p:sp>
          <p:nvSpPr>
            <p:cNvPr id="25" name="Ellipse 24"/>
            <p:cNvSpPr/>
            <p:nvPr/>
          </p:nvSpPr>
          <p:spPr>
            <a:xfrm>
              <a:off x="13414486" y="6053893"/>
              <a:ext cx="1353354" cy="1353354"/>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05</a:t>
              </a:r>
            </a:p>
          </p:txBody>
        </p:sp>
        <p:sp>
          <p:nvSpPr>
            <p:cNvPr id="27" name="Textfeld 26"/>
            <p:cNvSpPr txBox="1"/>
            <p:nvPr/>
          </p:nvSpPr>
          <p:spPr>
            <a:xfrm>
              <a:off x="11562798" y="8523754"/>
              <a:ext cx="5056728" cy="2958245"/>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 eirmod tempor invidunt ut labore et.</a:t>
              </a:r>
            </a:p>
          </p:txBody>
        </p:sp>
        <p:sp>
          <p:nvSpPr>
            <p:cNvPr id="29" name="Shape 616"/>
            <p:cNvSpPr/>
            <p:nvPr/>
          </p:nvSpPr>
          <p:spPr>
            <a:xfrm>
              <a:off x="12546586" y="5097693"/>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2015</a:t>
              </a:r>
              <a:endParaRPr lang="id-ID" sz="1600" dirty="0">
                <a:latin typeface="Arial" panose="020B0604020202020204" pitchFamily="34" charset="0"/>
                <a:ea typeface="Roboto"/>
                <a:cs typeface="Roboto"/>
                <a:sym typeface="Roboto"/>
              </a:endParaRPr>
            </a:p>
          </p:txBody>
        </p:sp>
      </p:grpSp>
      <p:grpSp>
        <p:nvGrpSpPr>
          <p:cNvPr id="2" name="Gruppieren 1"/>
          <p:cNvGrpSpPr/>
          <p:nvPr/>
        </p:nvGrpSpPr>
        <p:grpSpPr>
          <a:xfrm>
            <a:off x="742978" y="2545110"/>
            <a:ext cx="2434670" cy="2929796"/>
            <a:chOff x="1482780" y="5090219"/>
            <a:chExt cx="4869340" cy="5859592"/>
          </a:xfrm>
        </p:grpSpPr>
        <p:sp>
          <p:nvSpPr>
            <p:cNvPr id="24" name="Shape 616"/>
            <p:cNvSpPr/>
            <p:nvPr/>
          </p:nvSpPr>
          <p:spPr>
            <a:xfrm>
              <a:off x="1934508" y="7473209"/>
              <a:ext cx="4164730"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dirty="0">
                  <a:latin typeface="Arial" panose="020B0604020202020204" pitchFamily="34" charset="0"/>
                  <a:ea typeface="Roboto"/>
                  <a:cs typeface="Roboto"/>
                  <a:sym typeface="Roboto"/>
                </a:rPr>
                <a:t>Fourth</a:t>
              </a:r>
              <a:r>
                <a:rPr lang="id-ID" sz="2000" dirty="0">
                  <a:latin typeface="Arial" panose="020B0604020202020204" pitchFamily="34" charset="0"/>
                  <a:ea typeface="Roboto"/>
                  <a:cs typeface="Roboto"/>
                  <a:sym typeface="Roboto"/>
                </a:rPr>
                <a:t> </a:t>
              </a:r>
              <a:r>
                <a:rPr lang="en-US" sz="2000" b="1" dirty="0">
                  <a:latin typeface="Arial" panose="020B0604020202020204" pitchFamily="34" charset="0"/>
                  <a:ea typeface="Roboto"/>
                  <a:cs typeface="Roboto"/>
                  <a:sym typeface="Roboto"/>
                </a:rPr>
                <a:t>entry</a:t>
              </a:r>
              <a:endParaRPr lang="id-ID" sz="2000" b="1" dirty="0">
                <a:latin typeface="Arial" panose="020B0604020202020204" pitchFamily="34" charset="0"/>
                <a:ea typeface="Roboto"/>
                <a:cs typeface="Roboto"/>
                <a:sym typeface="Roboto"/>
              </a:endParaRPr>
            </a:p>
          </p:txBody>
        </p:sp>
        <p:sp>
          <p:nvSpPr>
            <p:cNvPr id="28" name="Shape 616"/>
            <p:cNvSpPr/>
            <p:nvPr/>
          </p:nvSpPr>
          <p:spPr>
            <a:xfrm>
              <a:off x="2372874" y="5090219"/>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2014</a:t>
              </a:r>
              <a:endParaRPr lang="id-ID" sz="1600" dirty="0">
                <a:latin typeface="Arial" panose="020B0604020202020204" pitchFamily="34" charset="0"/>
                <a:ea typeface="Roboto"/>
                <a:cs typeface="Roboto"/>
                <a:sym typeface="Roboto"/>
              </a:endParaRPr>
            </a:p>
          </p:txBody>
        </p:sp>
        <p:sp>
          <p:nvSpPr>
            <p:cNvPr id="30" name="Ellipse 29"/>
            <p:cNvSpPr/>
            <p:nvPr/>
          </p:nvSpPr>
          <p:spPr>
            <a:xfrm>
              <a:off x="3280798" y="6103209"/>
              <a:ext cx="1282888" cy="1282888"/>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04</a:t>
              </a:r>
            </a:p>
          </p:txBody>
        </p:sp>
        <p:sp>
          <p:nvSpPr>
            <p:cNvPr id="32" name="Textfeld 31"/>
            <p:cNvSpPr txBox="1"/>
            <p:nvPr/>
          </p:nvSpPr>
          <p:spPr>
            <a:xfrm>
              <a:off x="1482780" y="8555823"/>
              <a:ext cx="4869340" cy="2393988"/>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a:t>
              </a:r>
            </a:p>
          </p:txBody>
        </p:sp>
      </p:grpSp>
      <p:grpSp>
        <p:nvGrpSpPr>
          <p:cNvPr id="3" name="Gruppieren 2"/>
          <p:cNvGrpSpPr/>
          <p:nvPr/>
        </p:nvGrpSpPr>
        <p:grpSpPr>
          <a:xfrm>
            <a:off x="4000148" y="2786324"/>
            <a:ext cx="1160995" cy="1161915"/>
            <a:chOff x="7997121" y="5572648"/>
            <a:chExt cx="2321990" cy="2323830"/>
          </a:xfrm>
        </p:grpSpPr>
        <p:sp>
          <p:nvSpPr>
            <p:cNvPr id="33" name="Shape 3506"/>
            <p:cNvSpPr/>
            <p:nvPr/>
          </p:nvSpPr>
          <p:spPr>
            <a:xfrm rot="11840417">
              <a:off x="7997121" y="5574786"/>
              <a:ext cx="2321691" cy="2321692"/>
            </a:xfrm>
            <a:prstGeom prst="ellipse">
              <a:avLst/>
            </a:prstGeom>
            <a:solidFill>
              <a:schemeClr val="accent3"/>
            </a:solidFill>
            <a:ln>
              <a:noFill/>
            </a:ln>
          </p:spPr>
          <p:txBody>
            <a:bodyPr lIns="45713" tIns="22850" rIns="45713" bIns="22850" anchor="ctr" anchorCtr="0">
              <a:noAutofit/>
            </a:bodyPr>
            <a:lstStyle/>
            <a:p>
              <a:pPr algn="ctr"/>
              <a:endParaRPr dirty="0">
                <a:solidFill>
                  <a:schemeClr val="bg2">
                    <a:lumMod val="50000"/>
                  </a:schemeClr>
                </a:solidFill>
                <a:latin typeface="Arial" panose="020B0604020202020204" pitchFamily="34" charset="0"/>
                <a:ea typeface="Lato"/>
                <a:cs typeface="Lato"/>
                <a:sym typeface="Lato"/>
              </a:endParaRPr>
            </a:p>
          </p:txBody>
        </p:sp>
        <p:sp>
          <p:nvSpPr>
            <p:cNvPr id="53" name="Shape 3507"/>
            <p:cNvSpPr/>
            <p:nvPr/>
          </p:nvSpPr>
          <p:spPr>
            <a:xfrm rot="5422425">
              <a:off x="8012321" y="5572352"/>
              <a:ext cx="2306493" cy="2307086"/>
            </a:xfrm>
            <a:prstGeom prst="pie">
              <a:avLst>
                <a:gd name="adj1" fmla="val 10766470"/>
                <a:gd name="adj2" fmla="val 6573054"/>
              </a:avLst>
            </a:prstGeom>
            <a:solidFill>
              <a:srgbClr val="009CD6"/>
            </a:solidFill>
            <a:ln>
              <a:noFill/>
            </a:ln>
            <a:effectLst>
              <a:outerShdw blurRad="38100" dist="38100" algn="ctr" rotWithShape="0">
                <a:srgbClr val="000000">
                  <a:alpha val="23000"/>
                </a:srgbClr>
              </a:outerShdw>
            </a:effectLst>
          </p:spPr>
          <p:txBody>
            <a:bodyPr lIns="45713" tIns="22850" rIns="45713" bIns="22850" anchor="ctr" anchorCtr="0">
              <a:noAutofit/>
            </a:bodyPr>
            <a:lstStyle/>
            <a:p>
              <a:pPr algn="ctr"/>
              <a:endParaRPr dirty="0">
                <a:solidFill>
                  <a:schemeClr val="bg2">
                    <a:lumMod val="50000"/>
                  </a:schemeClr>
                </a:solidFill>
                <a:latin typeface="Arial" panose="020B0604020202020204" pitchFamily="34" charset="0"/>
                <a:ea typeface="Calibri"/>
                <a:cs typeface="Arial" panose="020B0604020202020204" pitchFamily="34" charset="0"/>
                <a:sym typeface="Calibri"/>
              </a:endParaRPr>
            </a:p>
          </p:txBody>
        </p:sp>
        <p:sp>
          <p:nvSpPr>
            <p:cNvPr id="54" name="Shape 3508"/>
            <p:cNvSpPr/>
            <p:nvPr/>
          </p:nvSpPr>
          <p:spPr>
            <a:xfrm>
              <a:off x="8183395" y="5770083"/>
              <a:ext cx="1949143" cy="1949142"/>
            </a:xfrm>
            <a:prstGeom prst="ellipse">
              <a:avLst/>
            </a:prstGeom>
            <a:solidFill>
              <a:schemeClr val="bg1"/>
            </a:solidFill>
            <a:ln>
              <a:noFill/>
            </a:ln>
          </p:spPr>
          <p:txBody>
            <a:bodyPr lIns="45713" tIns="22850" rIns="45713" bIns="22850" anchor="ctr" anchorCtr="0">
              <a:noAutofit/>
            </a:bodyPr>
            <a:lstStyle/>
            <a:p>
              <a:pPr algn="ctr"/>
              <a:endParaRPr dirty="0">
                <a:solidFill>
                  <a:schemeClr val="bg2">
                    <a:lumMod val="50000"/>
                  </a:schemeClr>
                </a:solidFill>
                <a:latin typeface="Arial" panose="020B0604020202020204" pitchFamily="34" charset="0"/>
                <a:ea typeface="Lato"/>
                <a:cs typeface="Lato"/>
                <a:sym typeface="Lato"/>
              </a:endParaRPr>
            </a:p>
          </p:txBody>
        </p:sp>
        <p:sp>
          <p:nvSpPr>
            <p:cNvPr id="55" name="Shape 610"/>
            <p:cNvSpPr/>
            <p:nvPr/>
          </p:nvSpPr>
          <p:spPr>
            <a:xfrm>
              <a:off x="8529909" y="6382617"/>
              <a:ext cx="1317354" cy="800182"/>
            </a:xfrm>
            <a:prstGeom prst="rect">
              <a:avLst/>
            </a:prstGeom>
            <a:noFill/>
            <a:ln>
              <a:noFill/>
            </a:ln>
          </p:spPr>
          <p:txBody>
            <a:bodyPr lIns="91412" tIns="45700" rIns="91412" bIns="45700" anchor="t" anchorCtr="0">
              <a:noAutofit/>
            </a:bodyPr>
            <a:lstStyle/>
            <a:p>
              <a:pPr algn="ctr">
                <a:lnSpc>
                  <a:spcPct val="130000"/>
                </a:lnSpc>
                <a:buSzPct val="25000"/>
              </a:pPr>
              <a:r>
                <a:rPr lang="de-DE" sz="1501" dirty="0">
                  <a:latin typeface="Arial" panose="020B0604020202020204" pitchFamily="34" charset="0"/>
                  <a:ea typeface="Roboto"/>
                  <a:cs typeface="Roboto"/>
                  <a:sym typeface="Roboto"/>
                </a:rPr>
                <a:t>85 %</a:t>
              </a:r>
              <a:endParaRPr lang="id-ID" sz="1501" dirty="0">
                <a:latin typeface="Arial" panose="020B0604020202020204" pitchFamily="34" charset="0"/>
                <a:ea typeface="Roboto"/>
                <a:cs typeface="Roboto"/>
                <a:sym typeface="Roboto"/>
              </a:endParaRPr>
            </a:p>
          </p:txBody>
        </p:sp>
      </p:grpSp>
      <p:grpSp>
        <p:nvGrpSpPr>
          <p:cNvPr id="5" name="Gruppieren 4"/>
          <p:cNvGrpSpPr/>
          <p:nvPr/>
        </p:nvGrpSpPr>
        <p:grpSpPr>
          <a:xfrm>
            <a:off x="8918010" y="2539444"/>
            <a:ext cx="2528364" cy="3201558"/>
            <a:chOff x="17208138" y="5078885"/>
            <a:chExt cx="5056728" cy="6403114"/>
          </a:xfrm>
        </p:grpSpPr>
        <p:sp>
          <p:nvSpPr>
            <p:cNvPr id="56" name="Shape 610"/>
            <p:cNvSpPr/>
            <p:nvPr/>
          </p:nvSpPr>
          <p:spPr>
            <a:xfrm>
              <a:off x="17570286" y="7463094"/>
              <a:ext cx="4332436"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dirty="0">
                  <a:latin typeface="Arial" panose="020B0604020202020204" pitchFamily="34" charset="0"/>
                  <a:ea typeface="Roboto"/>
                  <a:cs typeface="Roboto"/>
                  <a:sym typeface="Roboto"/>
                </a:rPr>
                <a:t>Sixth</a:t>
              </a:r>
              <a:r>
                <a:rPr lang="id-ID" sz="2000" dirty="0">
                  <a:latin typeface="Arial" panose="020B0604020202020204" pitchFamily="34" charset="0"/>
                  <a:ea typeface="Roboto"/>
                  <a:cs typeface="Roboto"/>
                  <a:sym typeface="Roboto"/>
                </a:rPr>
                <a:t> </a:t>
              </a:r>
              <a:r>
                <a:rPr lang="en-US" sz="2000" b="1" dirty="0">
                  <a:latin typeface="Arial" panose="020B0604020202020204" pitchFamily="34" charset="0"/>
                  <a:ea typeface="Roboto"/>
                  <a:cs typeface="Roboto"/>
                  <a:sym typeface="Roboto"/>
                </a:rPr>
                <a:t>entry</a:t>
              </a:r>
              <a:endParaRPr lang="id-ID" sz="2000" b="1" dirty="0">
                <a:latin typeface="Arial" panose="020B0604020202020204" pitchFamily="34" charset="0"/>
                <a:ea typeface="Roboto"/>
                <a:cs typeface="Roboto"/>
                <a:sym typeface="Roboto"/>
              </a:endParaRPr>
            </a:p>
          </p:txBody>
        </p:sp>
        <p:sp>
          <p:nvSpPr>
            <p:cNvPr id="57" name="Ellipse 56"/>
            <p:cNvSpPr/>
            <p:nvPr/>
          </p:nvSpPr>
          <p:spPr>
            <a:xfrm>
              <a:off x="19067360" y="6075507"/>
              <a:ext cx="1338286" cy="1338286"/>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06</a:t>
              </a:r>
            </a:p>
          </p:txBody>
        </p:sp>
        <p:sp>
          <p:nvSpPr>
            <p:cNvPr id="59" name="Textfeld 58"/>
            <p:cNvSpPr txBox="1"/>
            <p:nvPr/>
          </p:nvSpPr>
          <p:spPr>
            <a:xfrm>
              <a:off x="17208138" y="8523754"/>
              <a:ext cx="5056728" cy="2958245"/>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 eirmod tempor invidunt ut labore et.</a:t>
              </a:r>
            </a:p>
          </p:txBody>
        </p:sp>
        <p:sp>
          <p:nvSpPr>
            <p:cNvPr id="60" name="Shape 616"/>
            <p:cNvSpPr/>
            <p:nvPr/>
          </p:nvSpPr>
          <p:spPr>
            <a:xfrm>
              <a:off x="18191928" y="5078885"/>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2015</a:t>
              </a:r>
              <a:endParaRPr lang="id-ID" sz="1600" dirty="0">
                <a:latin typeface="Arial" panose="020B0604020202020204" pitchFamily="34" charset="0"/>
                <a:ea typeface="Roboto"/>
                <a:cs typeface="Roboto"/>
                <a:sym typeface="Roboto"/>
              </a:endParaRPr>
            </a:p>
          </p:txBody>
        </p:sp>
      </p:grpSp>
      <p:sp>
        <p:nvSpPr>
          <p:cNvPr id="6" name="Title 5">
            <a:extLst>
              <a:ext uri="{FF2B5EF4-FFF2-40B4-BE49-F238E27FC236}">
                <a16:creationId xmlns:a16="http://schemas.microsoft.com/office/drawing/2014/main" id="{E611F564-519C-43A7-A0E2-B1654A7359D8}"/>
              </a:ext>
            </a:extLst>
          </p:cNvPr>
          <p:cNvSpPr>
            <a:spLocks noGrp="1"/>
          </p:cNvSpPr>
          <p:nvPr>
            <p:ph type="title"/>
          </p:nvPr>
        </p:nvSpPr>
        <p:spPr/>
        <p:txBody>
          <a:bodyPr/>
          <a:lstStyle/>
          <a:p>
            <a:r>
              <a:rPr lang="en-US" dirty="0"/>
              <a:t>Timeline title</a:t>
            </a:r>
          </a:p>
        </p:txBody>
      </p:sp>
      <p:sp>
        <p:nvSpPr>
          <p:cNvPr id="9" name="Text Placeholder 8">
            <a:extLst>
              <a:ext uri="{FF2B5EF4-FFF2-40B4-BE49-F238E27FC236}">
                <a16:creationId xmlns:a16="http://schemas.microsoft.com/office/drawing/2014/main" id="{86E8506D-7DB6-400F-BD0D-19346F614AA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536800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Gerader Verbinder 33"/>
          <p:cNvCxnSpPr/>
          <p:nvPr/>
        </p:nvCxnSpPr>
        <p:spPr>
          <a:xfrm>
            <a:off x="-15429" y="3376309"/>
            <a:ext cx="1111275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grpSp>
        <p:nvGrpSpPr>
          <p:cNvPr id="4" name="Gruppieren 3"/>
          <p:cNvGrpSpPr/>
          <p:nvPr/>
        </p:nvGrpSpPr>
        <p:grpSpPr>
          <a:xfrm>
            <a:off x="3770198" y="2538539"/>
            <a:ext cx="2765497" cy="2913749"/>
            <a:chOff x="6942586" y="5090245"/>
            <a:chExt cx="5530994" cy="5827496"/>
          </a:xfrm>
        </p:grpSpPr>
        <p:sp>
          <p:nvSpPr>
            <p:cNvPr id="35" name="Shape 610"/>
            <p:cNvSpPr/>
            <p:nvPr/>
          </p:nvSpPr>
          <p:spPr>
            <a:xfrm>
              <a:off x="7541868" y="7475926"/>
              <a:ext cx="4332436"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dirty="0" err="1">
                  <a:latin typeface="Arial" panose="020B0604020202020204" pitchFamily="34" charset="0"/>
                  <a:ea typeface="Roboto"/>
                  <a:cs typeface="Roboto"/>
                  <a:sym typeface="Roboto"/>
                </a:rPr>
                <a:t>Eigth</a:t>
              </a:r>
              <a:r>
                <a:rPr lang="en-US" sz="2000" dirty="0">
                  <a:latin typeface="Arial" panose="020B0604020202020204" pitchFamily="34" charset="0"/>
                  <a:ea typeface="Roboto"/>
                  <a:cs typeface="Roboto"/>
                  <a:sym typeface="Roboto"/>
                </a:rPr>
                <a:t> </a:t>
              </a:r>
              <a:r>
                <a:rPr lang="en-US" sz="2000" b="1" dirty="0">
                  <a:latin typeface="Arial" panose="020B0604020202020204" pitchFamily="34" charset="0"/>
                  <a:ea typeface="Roboto"/>
                  <a:cs typeface="Roboto"/>
                  <a:sym typeface="Roboto"/>
                </a:rPr>
                <a:t>entry</a:t>
              </a:r>
              <a:endParaRPr lang="id-ID" sz="2000" b="1" dirty="0">
                <a:latin typeface="Arial" panose="020B0604020202020204" pitchFamily="34" charset="0"/>
                <a:ea typeface="Roboto"/>
                <a:cs typeface="Roboto"/>
                <a:sym typeface="Roboto"/>
              </a:endParaRPr>
            </a:p>
          </p:txBody>
        </p:sp>
        <p:sp>
          <p:nvSpPr>
            <p:cNvPr id="37" name="Ellipse 36"/>
            <p:cNvSpPr/>
            <p:nvPr/>
          </p:nvSpPr>
          <p:spPr>
            <a:xfrm>
              <a:off x="9068068" y="6089523"/>
              <a:ext cx="1280034" cy="1280034"/>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08</a:t>
              </a:r>
            </a:p>
          </p:txBody>
        </p:sp>
        <p:sp>
          <p:nvSpPr>
            <p:cNvPr id="39" name="Textfeld 38"/>
            <p:cNvSpPr txBox="1"/>
            <p:nvPr/>
          </p:nvSpPr>
          <p:spPr>
            <a:xfrm>
              <a:off x="6942586" y="8523754"/>
              <a:ext cx="5530994" cy="2393987"/>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 eirmod tempor invidunt ut labore et.</a:t>
              </a:r>
            </a:p>
          </p:txBody>
        </p:sp>
        <p:sp>
          <p:nvSpPr>
            <p:cNvPr id="41" name="Shape 616"/>
            <p:cNvSpPr/>
            <p:nvPr/>
          </p:nvSpPr>
          <p:spPr>
            <a:xfrm>
              <a:off x="8163510" y="5090245"/>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2017</a:t>
              </a:r>
              <a:endParaRPr lang="id-ID" sz="1600" dirty="0">
                <a:latin typeface="Arial" panose="020B0604020202020204" pitchFamily="34" charset="0"/>
                <a:ea typeface="Roboto"/>
                <a:cs typeface="Roboto"/>
                <a:sym typeface="Roboto"/>
              </a:endParaRPr>
            </a:p>
          </p:txBody>
        </p:sp>
      </p:grpSp>
      <p:grpSp>
        <p:nvGrpSpPr>
          <p:cNvPr id="5" name="Gruppieren 4"/>
          <p:cNvGrpSpPr/>
          <p:nvPr/>
        </p:nvGrpSpPr>
        <p:grpSpPr>
          <a:xfrm>
            <a:off x="519764" y="2545220"/>
            <a:ext cx="2765498" cy="2647558"/>
            <a:chOff x="1036352" y="5090439"/>
            <a:chExt cx="5530996" cy="5295116"/>
          </a:xfrm>
        </p:grpSpPr>
        <p:sp>
          <p:nvSpPr>
            <p:cNvPr id="36" name="Shape 616"/>
            <p:cNvSpPr/>
            <p:nvPr/>
          </p:nvSpPr>
          <p:spPr>
            <a:xfrm>
              <a:off x="1894774" y="7473209"/>
              <a:ext cx="3794012"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b="1" dirty="0">
                  <a:latin typeface="Arial" panose="020B0604020202020204" pitchFamily="34" charset="0"/>
                  <a:ea typeface="Roboto"/>
                  <a:cs typeface="Roboto"/>
                  <a:sym typeface="Roboto"/>
                </a:rPr>
                <a:t>Seventh </a:t>
              </a:r>
              <a:r>
                <a:rPr lang="en-US" sz="2000" dirty="0">
                  <a:latin typeface="Arial" panose="020B0604020202020204" pitchFamily="34" charset="0"/>
                  <a:ea typeface="Roboto"/>
                  <a:cs typeface="Roboto"/>
                  <a:sym typeface="Roboto"/>
                </a:rPr>
                <a:t>entry</a:t>
              </a:r>
              <a:endParaRPr lang="id-ID" sz="2000" dirty="0">
                <a:latin typeface="Arial" panose="020B0604020202020204" pitchFamily="34" charset="0"/>
                <a:ea typeface="Roboto"/>
                <a:cs typeface="Roboto"/>
                <a:sym typeface="Roboto"/>
              </a:endParaRPr>
            </a:p>
          </p:txBody>
        </p:sp>
        <p:sp>
          <p:nvSpPr>
            <p:cNvPr id="40" name="Shape 616"/>
            <p:cNvSpPr/>
            <p:nvPr/>
          </p:nvSpPr>
          <p:spPr>
            <a:xfrm>
              <a:off x="2257274" y="5090439"/>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2016</a:t>
              </a:r>
              <a:endParaRPr lang="id-ID" sz="1600" dirty="0">
                <a:latin typeface="Arial" panose="020B0604020202020204" pitchFamily="34" charset="0"/>
                <a:ea typeface="Roboto"/>
                <a:cs typeface="Roboto"/>
                <a:sym typeface="Roboto"/>
              </a:endParaRPr>
            </a:p>
          </p:txBody>
        </p:sp>
        <p:sp>
          <p:nvSpPr>
            <p:cNvPr id="42" name="Ellipse 41"/>
            <p:cNvSpPr/>
            <p:nvPr/>
          </p:nvSpPr>
          <p:spPr>
            <a:xfrm>
              <a:off x="3151762" y="6089525"/>
              <a:ext cx="1280034" cy="1280034"/>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07</a:t>
              </a:r>
            </a:p>
          </p:txBody>
        </p:sp>
        <p:sp>
          <p:nvSpPr>
            <p:cNvPr id="44" name="Textfeld 43"/>
            <p:cNvSpPr txBox="1"/>
            <p:nvPr/>
          </p:nvSpPr>
          <p:spPr>
            <a:xfrm>
              <a:off x="1036352" y="8555823"/>
              <a:ext cx="5530996" cy="1829732"/>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a:t>
              </a:r>
            </a:p>
          </p:txBody>
        </p:sp>
      </p:grpSp>
      <p:sp>
        <p:nvSpPr>
          <p:cNvPr id="45" name="Ellipse 44"/>
          <p:cNvSpPr/>
          <p:nvPr/>
        </p:nvSpPr>
        <p:spPr>
          <a:xfrm>
            <a:off x="10485979" y="2943775"/>
            <a:ext cx="863533" cy="863533"/>
          </a:xfrm>
          <a:prstGeom prst="ellipse">
            <a:avLst/>
          </a:prstGeom>
          <a:solidFill>
            <a:srgbClr val="009CD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00">
              <a:solidFill>
                <a:schemeClr val="bg2">
                  <a:lumMod val="50000"/>
                </a:schemeClr>
              </a:solidFill>
            </a:endParaRPr>
          </a:p>
        </p:txBody>
      </p:sp>
      <p:grpSp>
        <p:nvGrpSpPr>
          <p:cNvPr id="3" name="Gruppieren 2"/>
          <p:cNvGrpSpPr/>
          <p:nvPr/>
        </p:nvGrpSpPr>
        <p:grpSpPr>
          <a:xfrm>
            <a:off x="7182262" y="2545124"/>
            <a:ext cx="2765497" cy="2913749"/>
            <a:chOff x="13329244" y="5090245"/>
            <a:chExt cx="5530994" cy="5827496"/>
          </a:xfrm>
        </p:grpSpPr>
        <p:sp>
          <p:nvSpPr>
            <p:cNvPr id="47" name="Shape 610"/>
            <p:cNvSpPr/>
            <p:nvPr/>
          </p:nvSpPr>
          <p:spPr>
            <a:xfrm>
              <a:off x="13928522" y="7473206"/>
              <a:ext cx="4332436" cy="800182"/>
            </a:xfrm>
            <a:prstGeom prst="rect">
              <a:avLst/>
            </a:prstGeom>
            <a:noFill/>
            <a:ln>
              <a:noFill/>
            </a:ln>
          </p:spPr>
          <p:txBody>
            <a:bodyPr lIns="91412" tIns="45700" rIns="91412" bIns="45700" anchor="t" anchorCtr="0">
              <a:noAutofit/>
            </a:bodyPr>
            <a:lstStyle/>
            <a:p>
              <a:pPr algn="ctr">
                <a:lnSpc>
                  <a:spcPct val="130000"/>
                </a:lnSpc>
                <a:buSzPct val="25000"/>
              </a:pPr>
              <a:r>
                <a:rPr lang="en-US" sz="2000" b="1" dirty="0">
                  <a:latin typeface="Arial" panose="020B0604020202020204" pitchFamily="34" charset="0"/>
                  <a:ea typeface="Roboto"/>
                  <a:cs typeface="Roboto"/>
                  <a:sym typeface="Roboto"/>
                </a:rPr>
                <a:t>Ninth</a:t>
              </a:r>
              <a:r>
                <a:rPr lang="id-ID" sz="2000" dirty="0">
                  <a:latin typeface="Arial" panose="020B0604020202020204" pitchFamily="34" charset="0"/>
                  <a:ea typeface="Roboto"/>
                  <a:cs typeface="Roboto"/>
                  <a:sym typeface="Roboto"/>
                </a:rPr>
                <a:t> </a:t>
              </a:r>
              <a:r>
                <a:rPr lang="en-US" sz="2000" dirty="0">
                  <a:latin typeface="Arial" panose="020B0604020202020204" pitchFamily="34" charset="0"/>
                  <a:ea typeface="Roboto"/>
                  <a:cs typeface="Roboto"/>
                  <a:sym typeface="Roboto"/>
                </a:rPr>
                <a:t>entry</a:t>
              </a:r>
              <a:endParaRPr lang="id-ID" sz="2000" dirty="0">
                <a:latin typeface="Arial" panose="020B0604020202020204" pitchFamily="34" charset="0"/>
                <a:ea typeface="Roboto"/>
                <a:cs typeface="Roboto"/>
                <a:sym typeface="Roboto"/>
              </a:endParaRPr>
            </a:p>
          </p:txBody>
        </p:sp>
        <p:sp>
          <p:nvSpPr>
            <p:cNvPr id="48" name="Ellipse 47"/>
            <p:cNvSpPr/>
            <p:nvPr/>
          </p:nvSpPr>
          <p:spPr>
            <a:xfrm>
              <a:off x="15454722" y="6111061"/>
              <a:ext cx="1280034" cy="1280034"/>
            </a:xfrm>
            <a:prstGeom prst="ellipse">
              <a:avLst/>
            </a:prstGeom>
            <a:solidFill>
              <a:schemeClr val="bg1"/>
            </a:solidFill>
            <a:ln>
              <a:solidFill>
                <a:srgbClr val="009CD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latin typeface="Arial" panose="020B0604020202020204" pitchFamily="34" charset="0"/>
                </a:rPr>
                <a:t>09</a:t>
              </a:r>
            </a:p>
          </p:txBody>
        </p:sp>
        <p:sp>
          <p:nvSpPr>
            <p:cNvPr id="50" name="Textfeld 49"/>
            <p:cNvSpPr txBox="1"/>
            <p:nvPr/>
          </p:nvSpPr>
          <p:spPr>
            <a:xfrm>
              <a:off x="13329244" y="8523754"/>
              <a:ext cx="5530994" cy="2393987"/>
            </a:xfrm>
            <a:prstGeom prst="rect">
              <a:avLst/>
            </a:prstGeom>
            <a:noFill/>
          </p:spPr>
          <p:txBody>
            <a:bodyPr wrap="square" rtlCol="0">
              <a:spAutoFit/>
            </a:bodyPr>
            <a:lstStyle/>
            <a:p>
              <a:pPr algn="ctr">
                <a:lnSpc>
                  <a:spcPts val="2200"/>
                </a:lnSpc>
              </a:pPr>
              <a:r>
                <a:rPr lang="de-DE" sz="1600" dirty="0">
                  <a:latin typeface="Arial" panose="020B0604020202020204" pitchFamily="34" charset="0"/>
                </a:rPr>
                <a:t>Lorem ipsum dolor sit amet, consetetur sadipscing elitr, sed diam nonumy eirmod tempor invidunt ut labore et.</a:t>
              </a:r>
            </a:p>
          </p:txBody>
        </p:sp>
        <p:sp>
          <p:nvSpPr>
            <p:cNvPr id="51" name="Shape 616"/>
            <p:cNvSpPr/>
            <p:nvPr/>
          </p:nvSpPr>
          <p:spPr>
            <a:xfrm>
              <a:off x="14550162" y="5090245"/>
              <a:ext cx="3089152" cy="800182"/>
            </a:xfrm>
            <a:prstGeom prst="rect">
              <a:avLst/>
            </a:prstGeom>
            <a:noFill/>
            <a:ln>
              <a:noFill/>
            </a:ln>
          </p:spPr>
          <p:txBody>
            <a:bodyPr lIns="91412" tIns="45700" rIns="91412" bIns="45700" anchor="t" anchorCtr="0">
              <a:noAutofit/>
            </a:bodyPr>
            <a:lstStyle/>
            <a:p>
              <a:pPr algn="ctr">
                <a:lnSpc>
                  <a:spcPct val="130000"/>
                </a:lnSpc>
                <a:buSzPct val="25000"/>
              </a:pPr>
              <a:r>
                <a:rPr lang="de-DE" sz="1600" dirty="0">
                  <a:latin typeface="Arial" panose="020B0604020202020204" pitchFamily="34" charset="0"/>
                  <a:ea typeface="Roboto"/>
                  <a:cs typeface="Roboto"/>
                  <a:sym typeface="Roboto"/>
                </a:rPr>
                <a:t>2018</a:t>
              </a:r>
              <a:endParaRPr lang="id-ID" sz="1600" dirty="0">
                <a:latin typeface="Arial" panose="020B0604020202020204" pitchFamily="34" charset="0"/>
                <a:ea typeface="Roboto"/>
                <a:cs typeface="Roboto"/>
                <a:sym typeface="Roboto"/>
              </a:endParaRPr>
            </a:p>
          </p:txBody>
        </p:sp>
      </p:grpSp>
      <p:sp>
        <p:nvSpPr>
          <p:cNvPr id="2" name="Title 1">
            <a:extLst>
              <a:ext uri="{FF2B5EF4-FFF2-40B4-BE49-F238E27FC236}">
                <a16:creationId xmlns:a16="http://schemas.microsoft.com/office/drawing/2014/main" id="{E7AC9599-BE67-4348-8B9D-5A0A5966BE48}"/>
              </a:ext>
            </a:extLst>
          </p:cNvPr>
          <p:cNvSpPr>
            <a:spLocks noGrp="1"/>
          </p:cNvSpPr>
          <p:nvPr>
            <p:ph type="title"/>
          </p:nvPr>
        </p:nvSpPr>
        <p:spPr/>
        <p:txBody>
          <a:bodyPr/>
          <a:lstStyle/>
          <a:p>
            <a:r>
              <a:rPr lang="en-US" dirty="0"/>
              <a:t>Timeline title</a:t>
            </a:r>
          </a:p>
        </p:txBody>
      </p:sp>
      <p:sp>
        <p:nvSpPr>
          <p:cNvPr id="8" name="Text Placeholder 7">
            <a:extLst>
              <a:ext uri="{FF2B5EF4-FFF2-40B4-BE49-F238E27FC236}">
                <a16:creationId xmlns:a16="http://schemas.microsoft.com/office/drawing/2014/main" id="{0D668FC5-736F-4341-BCBB-7130780B449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352396748"/>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1336FA-1F19-48B6-A579-3476B34683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04699" y="5914419"/>
            <a:ext cx="639990" cy="705454"/>
          </a:xfrm>
          <a:prstGeom prst="rect">
            <a:avLst/>
          </a:prstGeom>
        </p:spPr>
      </p:pic>
    </p:spTree>
    <p:extLst>
      <p:ext uri="{BB962C8B-B14F-4D97-AF65-F5344CB8AC3E}">
        <p14:creationId xmlns:p14="http://schemas.microsoft.com/office/powerpoint/2010/main" val="1495946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90399" y="2450305"/>
            <a:ext cx="1753118" cy="1798421"/>
          </a:xfrm>
          <a:prstGeom prst="rect">
            <a:avLst/>
          </a:prstGeom>
          <a:solidFill>
            <a:srgbClr val="00A3E0"/>
          </a:solidFill>
          <a:ln>
            <a:solidFill>
              <a:srgbClr val="009CD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p:cNvSpPr txBox="1"/>
          <p:nvPr/>
        </p:nvSpPr>
        <p:spPr>
          <a:xfrm>
            <a:off x="5878670" y="2932545"/>
            <a:ext cx="1824918" cy="1200329"/>
          </a:xfrm>
          <a:prstGeom prst="rect">
            <a:avLst/>
          </a:prstGeom>
          <a:noFill/>
        </p:spPr>
        <p:txBody>
          <a:bodyPr wrap="square" rtlCol="0">
            <a:spAutoFit/>
          </a:bodyPr>
          <a:lstStyle/>
          <a:p>
            <a:pPr algn="l"/>
            <a:r>
              <a:rPr lang="en-US" sz="1800" b="0" i="0" u="none" strike="noStrike" baseline="0" dirty="0"/>
              <a:t>#009CD6</a:t>
            </a:r>
          </a:p>
          <a:p>
            <a:pPr algn="l"/>
            <a:r>
              <a:rPr lang="en-US" sz="1800" b="0" i="0" u="none" strike="noStrike" baseline="0" dirty="0"/>
              <a:t>R0 G156 B214</a:t>
            </a:r>
          </a:p>
          <a:p>
            <a:pPr algn="l"/>
            <a:r>
              <a:rPr lang="en-US" sz="1800" b="0" i="0" u="none" strike="noStrike" baseline="0" dirty="0"/>
              <a:t>C76 M23 Y1 K0</a:t>
            </a:r>
          </a:p>
          <a:p>
            <a:pPr algn="l"/>
            <a:r>
              <a:rPr lang="en-US" sz="1800" b="0" i="0" u="none" strike="noStrike" baseline="0" dirty="0"/>
              <a:t>299c</a:t>
            </a:r>
            <a:endParaRPr lang="en-US" sz="1600" spc="10" dirty="0"/>
          </a:p>
        </p:txBody>
      </p:sp>
      <p:sp>
        <p:nvSpPr>
          <p:cNvPr id="4" name="Title 3">
            <a:extLst>
              <a:ext uri="{FF2B5EF4-FFF2-40B4-BE49-F238E27FC236}">
                <a16:creationId xmlns:a16="http://schemas.microsoft.com/office/drawing/2014/main" id="{18B425DD-3C5E-428F-966C-39CF0F78D14F}"/>
              </a:ext>
            </a:extLst>
          </p:cNvPr>
          <p:cNvSpPr>
            <a:spLocks noGrp="1"/>
          </p:cNvSpPr>
          <p:nvPr>
            <p:ph type="title"/>
          </p:nvPr>
        </p:nvSpPr>
        <p:spPr>
          <a:xfrm>
            <a:off x="696735" y="1179461"/>
            <a:ext cx="10976290" cy="635902"/>
          </a:xfrm>
        </p:spPr>
        <p:txBody>
          <a:bodyPr/>
          <a:lstStyle/>
          <a:p>
            <a:r>
              <a:rPr lang="en-US" dirty="0"/>
              <a:t>ITU Blue</a:t>
            </a:r>
          </a:p>
        </p:txBody>
      </p:sp>
      <p:sp>
        <p:nvSpPr>
          <p:cNvPr id="6" name="Text Placeholder 5">
            <a:extLst>
              <a:ext uri="{FF2B5EF4-FFF2-40B4-BE49-F238E27FC236}">
                <a16:creationId xmlns:a16="http://schemas.microsoft.com/office/drawing/2014/main" id="{27816FAC-3B27-4BBB-8466-CDA8681EC2E9}"/>
              </a:ext>
            </a:extLst>
          </p:cNvPr>
          <p:cNvSpPr>
            <a:spLocks noGrp="1"/>
          </p:cNvSpPr>
          <p:nvPr>
            <p:ph type="body" sz="quarter" idx="10"/>
          </p:nvPr>
        </p:nvSpPr>
        <p:spPr/>
        <p:txBody>
          <a:bodyPr/>
          <a:lstStyle/>
          <a:p>
            <a:r>
              <a:rPr lang="en-US" dirty="0"/>
              <a:t>Other resources</a:t>
            </a:r>
          </a:p>
        </p:txBody>
      </p:sp>
    </p:spTree>
    <p:extLst>
      <p:ext uri="{BB962C8B-B14F-4D97-AF65-F5344CB8AC3E}">
        <p14:creationId xmlns:p14="http://schemas.microsoft.com/office/powerpoint/2010/main" val="796348459"/>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FCD8263-C469-4437-9F84-53C6DE8EA82A}"/>
              </a:ext>
            </a:extLst>
          </p:cNvPr>
          <p:cNvSpPr txBox="1"/>
          <p:nvPr/>
        </p:nvSpPr>
        <p:spPr>
          <a:xfrm>
            <a:off x="743234" y="1246527"/>
            <a:ext cx="3537170" cy="351186"/>
          </a:xfrm>
          <a:prstGeom prst="rect">
            <a:avLst/>
          </a:prstGeom>
          <a:noFill/>
        </p:spPr>
        <p:txBody>
          <a:bodyPr wrap="square" rtlCol="0" anchor="b">
            <a:spAutoFit/>
          </a:bodyPr>
          <a:lstStyle/>
          <a:p>
            <a:pPr marL="0" marR="0" lvl="0" indent="0" algn="l" defTabSz="914400" rtl="0" eaLnBrk="1" fontAlgn="auto" latinLnBrk="0" hangingPunct="1">
              <a:lnSpc>
                <a:spcPts val="1900"/>
              </a:lnSpc>
              <a:spcBef>
                <a:spcPts val="0"/>
              </a:spcBef>
              <a:spcAft>
                <a:spcPts val="0"/>
              </a:spcAft>
              <a:buClrTx/>
              <a:buSzTx/>
              <a:buFontTx/>
              <a:buNone/>
              <a:tabLst/>
              <a:defRPr/>
            </a:pPr>
            <a:r>
              <a:rPr lang="en-US" sz="2400" b="1" spc="50" baseline="0" dirty="0">
                <a:solidFill>
                  <a:schemeClr val="tx1"/>
                </a:solidFill>
                <a:latin typeface="Arial" panose="020B0604020202020204" pitchFamily="34" charset="0"/>
                <a:cs typeface="Arial" panose="020B0604020202020204" pitchFamily="34" charset="0"/>
              </a:rPr>
              <a:t>Shutterstock</a:t>
            </a:r>
            <a:endParaRPr lang="en-US" sz="2400" b="1" spc="5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EB94265-8497-4ED1-AC39-35424AEEE4EF}"/>
              </a:ext>
            </a:extLst>
          </p:cNvPr>
          <p:cNvSpPr/>
          <p:nvPr/>
        </p:nvSpPr>
        <p:spPr>
          <a:xfrm>
            <a:off x="743234" y="1764587"/>
            <a:ext cx="3996546" cy="3426579"/>
          </a:xfrm>
          <a:prstGeom prst="rect">
            <a:avLst/>
          </a:prstGeom>
        </p:spPr>
        <p:txBody>
          <a:bodyPr wrap="square">
            <a:spAutoFit/>
          </a:bodyPr>
          <a:lstStyle/>
          <a:p>
            <a:pPr lvl="0">
              <a:lnSpc>
                <a:spcPts val="2000"/>
              </a:lnSpc>
              <a:defRPr/>
            </a:pPr>
            <a:r>
              <a:rPr lang="en-US" dirty="0">
                <a:latin typeface="Arial" panose="020B0604020202020204" pitchFamily="34" charset="0"/>
                <a:cs typeface="Arial" panose="020B0604020202020204" pitchFamily="34" charset="0"/>
              </a:rPr>
              <a:t>ITU has a Shutterstock license.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You can search their large database of photos and quickly find one that works for your needs.</a:t>
            </a:r>
          </a:p>
          <a:p>
            <a:pPr lvl="0">
              <a:lnSpc>
                <a:spcPts val="2000"/>
              </a:lnSpc>
              <a:defRPr/>
            </a:pPr>
            <a:endParaRPr lang="en-US" dirty="0">
              <a:latin typeface="Arial" panose="020B0604020202020204" pitchFamily="34" charset="0"/>
              <a:cs typeface="Arial" panose="020B0604020202020204" pitchFamily="34" charset="0"/>
            </a:endParaRPr>
          </a:p>
          <a:p>
            <a:pPr lvl="0">
              <a:lnSpc>
                <a:spcPts val="2000"/>
              </a:lnSpc>
              <a:defRPr/>
            </a:pPr>
            <a:r>
              <a:rPr lang="en-US" dirty="0">
                <a:latin typeface="Arial" panose="020B0604020202020204" pitchFamily="34" charset="0"/>
                <a:cs typeface="Arial" panose="020B0604020202020204" pitchFamily="34" charset="0"/>
              </a:rPr>
              <a:t>Once you have identified the photos needed. Please contact the communications officer in your sector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to download the images.</a:t>
            </a:r>
          </a:p>
          <a:p>
            <a:pPr lvl="0">
              <a:lnSpc>
                <a:spcPts val="2000"/>
              </a:lnSpc>
              <a:defRPr/>
            </a:pPr>
            <a:endParaRPr lang="en-US" dirty="0">
              <a:latin typeface="Arial" panose="020B0604020202020204" pitchFamily="34" charset="0"/>
              <a:cs typeface="Arial" panose="020B0604020202020204" pitchFamily="34" charset="0"/>
            </a:endParaRPr>
          </a:p>
          <a:p>
            <a:pPr lvl="0">
              <a:lnSpc>
                <a:spcPts val="2000"/>
              </a:lnSpc>
              <a:defRPr/>
            </a:pPr>
            <a:r>
              <a:rPr lang="en-US" dirty="0">
                <a:solidFill>
                  <a:srgbClr val="0076A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www.shutterstock.com/</a:t>
            </a:r>
            <a:endParaRPr lang="en-US" dirty="0">
              <a:solidFill>
                <a:srgbClr val="0076A1"/>
              </a:solidFill>
              <a:latin typeface="Arial" panose="020B0604020202020204" pitchFamily="34" charset="0"/>
              <a:cs typeface="Arial" panose="020B0604020202020204" pitchFamily="34" charset="0"/>
            </a:endParaRPr>
          </a:p>
          <a:p>
            <a:pPr lvl="0">
              <a:lnSpc>
                <a:spcPts val="2000"/>
              </a:lnSpc>
              <a:defRPr/>
            </a:pPr>
            <a:endParaRPr lang="en-US" dirty="0">
              <a:latin typeface="Arial" panose="020B0604020202020204" pitchFamily="34" charset="0"/>
              <a:cs typeface="Arial" panose="020B0604020202020204" pitchFamily="34" charset="0"/>
            </a:endParaRPr>
          </a:p>
          <a:p>
            <a:pPr lvl="0">
              <a:lnSpc>
                <a:spcPts val="2000"/>
              </a:lnSpc>
              <a:defRPr/>
            </a:pPr>
            <a:endParaRPr lang="en-US"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D8B3F49-B430-4BD9-9EF3-FACFB82CD7B9}"/>
              </a:ext>
            </a:extLst>
          </p:cNvPr>
          <p:cNvSpPr/>
          <p:nvPr/>
        </p:nvSpPr>
        <p:spPr>
          <a:xfrm>
            <a:off x="5785683" y="1185329"/>
            <a:ext cx="5497434" cy="4965462"/>
          </a:xfrm>
          <a:prstGeom prst="rect">
            <a:avLst/>
          </a:prstGeom>
        </p:spPr>
        <p:txBody>
          <a:bodyPr wrap="square">
            <a:spAutoFit/>
          </a:bodyPr>
          <a:lstStyle/>
          <a:p>
            <a:pPr lvl="0">
              <a:lnSpc>
                <a:spcPts val="1900"/>
              </a:lnSpc>
              <a:defRPr/>
            </a:pPr>
            <a:r>
              <a:rPr lang="en-GB" dirty="0" err="1">
                <a:latin typeface="Arial" panose="020B0604020202020204" pitchFamily="34" charset="0"/>
                <a:cs typeface="Arial" panose="020B0604020202020204" pitchFamily="34" charset="0"/>
                <a:hlinkClick r:id="rId4"/>
              </a:rPr>
              <a:t>Unsplash</a:t>
            </a:r>
            <a:r>
              <a:rPr lang="en-GB" dirty="0">
                <a:latin typeface="Arial" panose="020B0604020202020204" pitchFamily="34" charset="0"/>
                <a:cs typeface="Arial" panose="020B0604020202020204" pitchFamily="34" charset="0"/>
              </a:rPr>
              <a:t>: The site is easy to navigate, with intuitive tags that can help guide and refine a search for diverse subjects.</a:t>
            </a:r>
          </a:p>
          <a:p>
            <a:pPr lvl="0">
              <a:lnSpc>
                <a:spcPts val="1900"/>
              </a:lnSpc>
              <a:defRPr/>
            </a:pPr>
            <a:endParaRPr lang="en-GB" dirty="0">
              <a:latin typeface="Arial" panose="020B0604020202020204" pitchFamily="34" charset="0"/>
              <a:cs typeface="Arial" panose="020B0604020202020204" pitchFamily="34" charset="0"/>
            </a:endParaRPr>
          </a:p>
          <a:p>
            <a:pPr lvl="0">
              <a:lnSpc>
                <a:spcPts val="1900"/>
              </a:lnSpc>
              <a:defRPr/>
            </a:pPr>
            <a:r>
              <a:rPr lang="en-GB" dirty="0" err="1">
                <a:latin typeface="Arial" panose="020B0604020202020204" pitchFamily="34" charset="0"/>
                <a:cs typeface="Arial" panose="020B0604020202020204" pitchFamily="34" charset="0"/>
                <a:hlinkClick r:id="rId4"/>
              </a:rPr>
              <a:t>Pexels</a:t>
            </a:r>
            <a:r>
              <a:rPr lang="en-GB" dirty="0">
                <a:latin typeface="Arial" panose="020B0604020202020204" pitchFamily="34" charset="0"/>
                <a:cs typeface="Arial" panose="020B0604020202020204" pitchFamily="34" charset="0"/>
              </a:rPr>
              <a:t>: In addition to being free, all photos on this site can be modified. Simple and streamlined, it’s easy and fast to sift through images to find representations of different identities. </a:t>
            </a:r>
          </a:p>
          <a:p>
            <a:pPr lvl="0">
              <a:lnSpc>
                <a:spcPts val="1900"/>
              </a:lnSpc>
              <a:defRPr/>
            </a:pPr>
            <a:endParaRPr lang="en-GB" dirty="0">
              <a:latin typeface="Arial" panose="020B0604020202020204" pitchFamily="34" charset="0"/>
              <a:cs typeface="Arial" panose="020B0604020202020204" pitchFamily="34" charset="0"/>
            </a:endParaRPr>
          </a:p>
          <a:p>
            <a:pPr lvl="0">
              <a:lnSpc>
                <a:spcPts val="1900"/>
              </a:lnSpc>
              <a:defRPr/>
            </a:pPr>
            <a:r>
              <a:rPr lang="en-GB" dirty="0" err="1">
                <a:latin typeface="Arial" panose="020B0604020202020204" pitchFamily="34" charset="0"/>
                <a:cs typeface="Arial" panose="020B0604020202020204" pitchFamily="34" charset="0"/>
                <a:hlinkClick r:id="rId5"/>
              </a:rPr>
              <a:t>Pixabay</a:t>
            </a:r>
            <a:r>
              <a:rPr lang="en-GB" dirty="0">
                <a:latin typeface="Arial" panose="020B0604020202020204" pitchFamily="34" charset="0"/>
                <a:cs typeface="Arial" panose="020B0604020202020204" pitchFamily="34" charset="0"/>
              </a:rPr>
              <a:t>: Find what you need among more than 2.1 million photos as well as 330,000 illustrations. The site also offers details like what type of camera was used and how many times an image has been downloaded. </a:t>
            </a:r>
          </a:p>
          <a:p>
            <a:pPr lvl="0">
              <a:lnSpc>
                <a:spcPts val="1900"/>
              </a:lnSpc>
              <a:defRPr/>
            </a:pPr>
            <a:endParaRPr lang="en-GB" dirty="0">
              <a:latin typeface="Arial" panose="020B0604020202020204" pitchFamily="34" charset="0"/>
              <a:cs typeface="Arial" panose="020B0604020202020204" pitchFamily="34" charset="0"/>
            </a:endParaRPr>
          </a:p>
          <a:p>
            <a:pPr lvl="0">
              <a:lnSpc>
                <a:spcPts val="1900"/>
              </a:lnSpc>
              <a:defRPr/>
            </a:pPr>
            <a:r>
              <a:rPr lang="en-GB" dirty="0">
                <a:latin typeface="Arial" panose="020B0604020202020204" pitchFamily="34" charset="0"/>
                <a:cs typeface="Arial" panose="020B0604020202020204" pitchFamily="34" charset="0"/>
                <a:hlinkClick r:id="rId6"/>
              </a:rPr>
              <a:t>Burst</a:t>
            </a:r>
            <a:r>
              <a:rPr lang="en-GB" dirty="0">
                <a:latin typeface="Arial" panose="020B0604020202020204" pitchFamily="34" charset="0"/>
                <a:cs typeface="Arial" panose="020B0604020202020204" pitchFamily="34" charset="0"/>
              </a:rPr>
              <a:t>: This site offers collections to make searching through the image library more efficient. Users can also send content suggestions to help expand its collection.</a:t>
            </a:r>
            <a:r>
              <a:rPr lang="en-US" dirty="0">
                <a:latin typeface="Arial" panose="020B0604020202020204" pitchFamily="34" charset="0"/>
                <a:cs typeface="Arial" panose="020B0604020202020204" pitchFamily="34" charset="0"/>
              </a:rPr>
              <a:t> photo digital asset management</a:t>
            </a:r>
          </a:p>
          <a:p>
            <a:pPr lvl="0">
              <a:lnSpc>
                <a:spcPts val="1900"/>
              </a:lnSpc>
              <a:defRPr/>
            </a:pPr>
            <a:endParaRPr lang="en-US" dirty="0">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62368E42-ECA2-4A93-90D6-831386EC7507}"/>
              </a:ext>
            </a:extLst>
          </p:cNvPr>
          <p:cNvSpPr>
            <a:spLocks noGrp="1"/>
          </p:cNvSpPr>
          <p:nvPr>
            <p:ph type="body" sz="quarter" idx="10"/>
          </p:nvPr>
        </p:nvSpPr>
        <p:spPr/>
        <p:txBody>
          <a:bodyPr/>
          <a:lstStyle/>
          <a:p>
            <a:r>
              <a:rPr lang="en-US" dirty="0"/>
              <a:t>Images</a:t>
            </a:r>
          </a:p>
        </p:txBody>
      </p:sp>
    </p:spTree>
    <p:extLst>
      <p:ext uri="{BB962C8B-B14F-4D97-AF65-F5344CB8AC3E}">
        <p14:creationId xmlns:p14="http://schemas.microsoft.com/office/powerpoint/2010/main" val="4294251735"/>
      </p:ext>
    </p:extLst>
  </p:cSld>
  <p:clrMapOvr>
    <a:masterClrMapping/>
  </p:clrMapOvr>
  <p:transition spd="slow">
    <p:push dir="u"/>
  </p:transition>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