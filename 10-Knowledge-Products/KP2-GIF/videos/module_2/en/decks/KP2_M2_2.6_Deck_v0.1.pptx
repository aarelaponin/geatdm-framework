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32" r:id="rId54"/>
    <p:sldId id="2733" r:id="rId55"/>
    <p:sldId id="2734" r:id="rId56"/>
    <p:sldId id="2735" r:id="rId57"/>
    <p:sldId id="2736" r:id="rId58"/>
    <p:sldId id="2737" r:id="rId59"/>
    <p:sldId id="2738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There is one last thing to do with a finished decree before it goes to the bus, and it is the step most teams skip. Read the decree back against the Use-Case Catalogue from Module 1, and check that the two match. The decree is not a document that sits beside the technical framework. It is the legal configuration of it — the binding text that says which exchanges are lawful and required. If the decree and the catalogue disagree, the framework will authorise one thing and carry another.</a:t>
            </a:r>
          </a:p>
          <a:p/>
          <a:p>
            <a:r>
              <a:t>Retrieval prompt — ask before playing on: a decree and a catalogue can disagree in two directions. What are they? Answer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Run two checks. The first is coverage: every exchange in your Use-Case Catalogue must have a lawful basis somewhere in the decree. If the catalogue says the examination authority will fetch a learner's identity from the identity authority, the decree's articles must make that exchange lawful. A catalogue entry with no legal basis is an exchange you cannot build. The second check is the reverse — scope discipline: no article should authorise an exchange that is not in your catalogue or required by your principles. A decree that grants broader data-sharing powers than the framework actually needs is a privacy risk and a political liability. The decree should authorise exactly the framework's exchanges. No less, and no more.</a:t>
            </a:r>
          </a:p>
          <a:p/>
          <a:p>
            <a:r>
              <a:t>Production cue: the pivotal slide of this video, and it answers the retrieval prompt set on the opener.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Once it matches, the decree binds the technical bus in concrete ways. The mandatory-connection article means the agencies it names must actually become members on the bus — the legal text creates the obligation that the technical onboarding fulfils. The once-only obligation means a covered exchange is required, not a favour the providing agency may decline. So the legal layer and the technical layer are two views of the same thing: the decree says, in law, what the bus does, in software. Read together, they are configuration — one binding, one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This is why, in the runnable build pack that accompanies this knowledge product, the decree is the legal-layer artefact — the first real configuration the framework produces. And its acceptance check is exactly the match we just ran: every catalogue exchange has a lawful basis in the decree, and no article over-reaches beyond the catalogue and the principles. When that check passes, the legal layer of the framework is genuinely done — not a document filed and forgotten, but a verified configuration the rest of the build depends on. The once-only demonstration later in the knowledge product runs under this decree.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read your decree as configuration. A decree is finished not when it is signed, but when it authorises exactly the exchanges your framework will carry — every one with a lawful basis, and none beyond what the framework needs. That match is the legal layer's acceptance check, and passing it hands a verified legal configuration to the architects who build the bus. That is the whole job of Module 2: not paperwork, but the on-switch,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/Relationships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KP2 · MODULE 2 · VIDEO 2.6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The decree as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The finished decree authorises exactly the exchanges in your Use-Case Catalogue — read it as the legal configuration that binds the technical bus.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The step most teams skip: read the decree back against the catalogue.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decree is not a document beside the framework.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It is the legal configuration of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2.6 · The decree as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Two checks: no less, and no more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COVERAGE — NO LESS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Every exchange in the catalogue has a lawful basis in the decree.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catalogue entry with no legal basis is an exchange you cannot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29260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SCOPE DISCIPLINE — NO MORE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No article authorises an exchange outside the catalogue or the principles.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Broader powers than needed are a privacy risk and a political liability.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63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decree should authorise exactly the framework's exchanges.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2.6 · The decree as configuration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decree says, in law, what the bus does, in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984687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mandatory-connection article makes agencies members of the bus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legal text creates the obligation the technical onboarding fulfils.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611879"/>
            <a:ext cx="10984687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once-only obligation makes the exchange required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Not a favour the providing agency may decline.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Read together, they are configuration — one binding, one running.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2.6 · The decree as configuration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In the build pack, the decree is the legal-layer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Its acceptance check is the match you just ran: every catalogue exchange has a lawful basis, and no article over-reaches.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once-only demonstration later in this knowledge product runs under this decree.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Pass that check, and the legal layer is done — verified, not filed and forgotten.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2.6 · The decree as configuration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 decree is finished not when it is signed, but when it authorises exactly the exchanges your framework will carry — no less, and no more.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Check your decree authorises exactly your catalogue.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coverage table plus lists of uncovered exchanges and over-reaching articles.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2.6 · The decree as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§3.2 (Legal layer)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EU European Interoperability Framework (EIF)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Use-Case Catalogue (Module 1, video 1.5)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2.6 · The decree as configuration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