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ngesInfos/changesInfo1.xml" ContentType="application/vnd.ms-powerpoint.changesinfo+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4"/>
    <p:sldMasterId id="2147483709" r:id="rId5"/>
    <p:sldMasterId id="2147483713" r:id="rId6"/>
    <p:sldMasterId id="2147483691" r:id="rId7"/>
  </p:sldMasterIdLst>
  <p:notesMasterIdLst>
    <p:notesMasterId r:id="rId46"/>
  </p:notesMasterIdLst>
  <p:handoutMasterIdLst>
    <p:handoutMasterId r:id="rId47"/>
  </p:handoutMasterIdLst>
  <p:sldIdLst>
    <p:sldId id="2711" r:id="rId33"/>
    <p:sldId id="2712" r:id="rId34"/>
    <p:sldId id="2713" r:id="rId35"/>
    <p:sldId id="2714" r:id="rId36"/>
    <p:sldId id="2715" r:id="rId37"/>
    <p:sldId id="2716" r:id="rId38"/>
    <p:sldId id="2717" r:id="rId3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6A6A6"/>
    <a:srgbClr val="0083B3"/>
    <a:srgbClr val="9D26FF"/>
    <a:srgbClr val="0076A1"/>
    <a:srgbClr val="FFFFFF"/>
    <a:srgbClr val="009CD6"/>
    <a:srgbClr val="A5A5A5"/>
    <a:srgbClr val="757070"/>
    <a:srgbClr val="6F6F6E"/>
    <a:srgbClr val="F5FAF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CBC4942-2EA4-48B8-A075-B5F2ABFFFDF6}" v="10" dt="2026-07-22T19:37:31.02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71" d="100"/>
          <a:sy n="71" d="100"/>
        </p:scale>
        <p:origin x="412" y="44"/>
      </p:cViewPr>
      <p:guideLst>
        <p:guide orient="horz" pos="2160"/>
        <p:guide pos="3840"/>
      </p:guideLst>
    </p:cSldViewPr>
  </p:slideViewPr>
  <p:notesTextViewPr>
    <p:cViewPr>
      <p:scale>
        <a:sx n="1" d="1"/>
        <a:sy n="1" d="1"/>
      </p:scale>
      <p:origin x="0" y="0"/>
    </p:cViewPr>
  </p:notesTextViewPr>
  <p:notesViewPr>
    <p:cSldViewPr snapToGrid="0">
      <p:cViewPr varScale="1">
        <p:scale>
          <a:sx n="124" d="100"/>
          <a:sy n="124" d="100"/>
        </p:scale>
        <p:origin x="4188" y="88"/>
      </p:cViewPr>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Master" Target="slideMasters/slideMaster2.xml"/><Relationship Id="rId6" Type="http://schemas.openxmlformats.org/officeDocument/2006/relationships/slideMaster" Target="slideMasters/slideMaster3.xml"/><Relationship Id="rId7" Type="http://schemas.openxmlformats.org/officeDocument/2006/relationships/slideMaster" Target="slideMasters/slideMaster4.xml"/><Relationship Id="rId33" Type="http://schemas.openxmlformats.org/officeDocument/2006/relationships/slide" Target="slides/slide18.xml"/><Relationship Id="rId34" Type="http://schemas.openxmlformats.org/officeDocument/2006/relationships/slide" Target="slides/slide19.xml"/><Relationship Id="rId35" Type="http://schemas.openxmlformats.org/officeDocument/2006/relationships/slide" Target="slides/slide20.xml"/><Relationship Id="rId36" Type="http://schemas.openxmlformats.org/officeDocument/2006/relationships/slide" Target="slides/slide21.xml"/><Relationship Id="rId37" Type="http://schemas.openxmlformats.org/officeDocument/2006/relationships/slide" Target="slides/slide22.xml"/><Relationship Id="rId38" Type="http://schemas.openxmlformats.org/officeDocument/2006/relationships/slide" Target="slides/slide23.xml"/><Relationship Id="rId39" Type="http://schemas.openxmlformats.org/officeDocument/2006/relationships/slide" Target="slides/slide24.xml"/><Relationship Id="rId46" Type="http://schemas.openxmlformats.org/officeDocument/2006/relationships/notesMaster" Target="notesMasters/notesMaster1.xml"/><Relationship Id="rId47" Type="http://schemas.openxmlformats.org/officeDocument/2006/relationships/handoutMaster" Target="handoutMasters/handoutMaster1.xml"/><Relationship Id="rId48" Type="http://schemas.openxmlformats.org/officeDocument/2006/relationships/presProps" Target="presProps.xml"/><Relationship Id="rId49" Type="http://schemas.openxmlformats.org/officeDocument/2006/relationships/viewProps" Target="viewProps.xml"/><Relationship Id="rId50" Type="http://schemas.openxmlformats.org/officeDocument/2006/relationships/theme" Target="theme/theme1.xml"/><Relationship Id="rId51" Type="http://schemas.openxmlformats.org/officeDocument/2006/relationships/tableStyles" Target="tableStyles.xml"/><Relationship Id="rId52" Type="http://schemas.microsoft.com/office/2016/11/relationships/changesInfo" Target="changesInfos/changesInfo1.xml"/><Relationship Id="rId53"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selmino, Carolina" userId="5c3f6dd0-fb53-498d-9f5e-392bc2a3ffc7" providerId="ADAL" clId="{E38CDB5B-0F14-49C4-839B-AE81B7033013}"/>
    <pc:docChg chg="undo custSel addSld delSld modSld">
      <pc:chgData name="Anselmino, Carolina" userId="5c3f6dd0-fb53-498d-9f5e-392bc2a3ffc7" providerId="ADAL" clId="{E38CDB5B-0F14-49C4-839B-AE81B7033013}" dt="2026-07-22T19:37:31.024" v="702" actId="164"/>
      <pc:docMkLst>
        <pc:docMk/>
      </pc:docMkLst>
      <pc:sldChg chg="modSp mod">
        <pc:chgData name="Anselmino, Carolina" userId="5c3f6dd0-fb53-498d-9f5e-392bc2a3ffc7" providerId="ADAL" clId="{E38CDB5B-0F14-49C4-839B-AE81B7033013}" dt="2026-07-22T11:43:29.600" v="14" actId="1076"/>
        <pc:sldMkLst>
          <pc:docMk/>
          <pc:sldMk cId="1405143857" sldId="280"/>
        </pc:sldMkLst>
        <pc:spChg chg="mod">
          <ac:chgData name="Anselmino, Carolina" userId="5c3f6dd0-fb53-498d-9f5e-392bc2a3ffc7" providerId="ADAL" clId="{E38CDB5B-0F14-49C4-839B-AE81B7033013}" dt="2026-07-22T11:43:19.760" v="12" actId="1076"/>
          <ac:spMkLst>
            <pc:docMk/>
            <pc:sldMk cId="1405143857" sldId="280"/>
            <ac:spMk id="45" creationId="{1FF21F3A-03EB-4BF7-B952-9FA7182F69DE}"/>
          </ac:spMkLst>
        </pc:spChg>
        <pc:grpChg chg="mod">
          <ac:chgData name="Anselmino, Carolina" userId="5c3f6dd0-fb53-498d-9f5e-392bc2a3ffc7" providerId="ADAL" clId="{E38CDB5B-0F14-49C4-839B-AE81B7033013}" dt="2026-07-22T11:43:29.600" v="14" actId="1076"/>
          <ac:grpSpMkLst>
            <pc:docMk/>
            <pc:sldMk cId="1405143857" sldId="280"/>
            <ac:grpSpMk id="44" creationId="{B8FF808C-B389-4C00-87CD-F61A6779EE7C}"/>
          </ac:grpSpMkLst>
        </pc:grpChg>
      </pc:sldChg>
      <pc:sldChg chg="addSp delSp modSp mod">
        <pc:chgData name="Anselmino, Carolina" userId="5c3f6dd0-fb53-498d-9f5e-392bc2a3ffc7" providerId="ADAL" clId="{E38CDB5B-0F14-49C4-839B-AE81B7033013}" dt="2026-07-22T19:37:31.024" v="702" actId="164"/>
        <pc:sldMkLst>
          <pc:docMk/>
          <pc:sldMk cId="1196800265" sldId="2681"/>
        </pc:sldMkLst>
        <pc:spChg chg="mod">
          <ac:chgData name="Anselmino, Carolina" userId="5c3f6dd0-fb53-498d-9f5e-392bc2a3ffc7" providerId="ADAL" clId="{E38CDB5B-0F14-49C4-839B-AE81B7033013}" dt="2026-07-22T11:44:01.404" v="22" actId="12788"/>
          <ac:spMkLst>
            <pc:docMk/>
            <pc:sldMk cId="1196800265" sldId="2681"/>
            <ac:spMk id="9" creationId="{A74A033E-F2C4-63F1-935E-B0E00C34458D}"/>
          </ac:spMkLst>
        </pc:spChg>
        <pc:spChg chg="mod">
          <ac:chgData name="Anselmino, Carolina" userId="5c3f6dd0-fb53-498d-9f5e-392bc2a3ffc7" providerId="ADAL" clId="{E38CDB5B-0F14-49C4-839B-AE81B7033013}" dt="2026-07-22T11:46:41.299" v="210" actId="20577"/>
          <ac:spMkLst>
            <pc:docMk/>
            <pc:sldMk cId="1196800265" sldId="2681"/>
            <ac:spMk id="12" creationId="{EEB08032-CE0E-4986-AEDF-A41026C0E8B9}"/>
          </ac:spMkLst>
        </pc:spChg>
        <pc:spChg chg="add mod">
          <ac:chgData name="Anselmino, Carolina" userId="5c3f6dd0-fb53-498d-9f5e-392bc2a3ffc7" providerId="ADAL" clId="{E38CDB5B-0F14-49C4-839B-AE81B7033013}" dt="2026-07-22T11:46:31.178" v="195" actId="20577"/>
          <ac:spMkLst>
            <pc:docMk/>
            <pc:sldMk cId="1196800265" sldId="2681"/>
            <ac:spMk id="14" creationId="{B5087B80-3EE4-1881-0130-ED58CA625092}"/>
          </ac:spMkLst>
        </pc:spChg>
        <pc:spChg chg="add mod">
          <ac:chgData name="Anselmino, Carolina" userId="5c3f6dd0-fb53-498d-9f5e-392bc2a3ffc7" providerId="ADAL" clId="{E38CDB5B-0F14-49C4-839B-AE81B7033013}" dt="2026-07-22T11:51:15.375" v="432" actId="20577"/>
          <ac:spMkLst>
            <pc:docMk/>
            <pc:sldMk cId="1196800265" sldId="2681"/>
            <ac:spMk id="17" creationId="{5E8796F7-DD26-D250-5E97-B38B22298E72}"/>
          </ac:spMkLst>
        </pc:spChg>
        <pc:spChg chg="add mod">
          <ac:chgData name="Anselmino, Carolina" userId="5c3f6dd0-fb53-498d-9f5e-392bc2a3ffc7" providerId="ADAL" clId="{E38CDB5B-0F14-49C4-839B-AE81B7033013}" dt="2026-07-22T19:37:31.024" v="702" actId="164"/>
          <ac:spMkLst>
            <pc:docMk/>
            <pc:sldMk cId="1196800265" sldId="2681"/>
            <ac:spMk id="19" creationId="{352ECD8B-4B24-AB9F-BF07-5E33A295F52D}"/>
          </ac:spMkLst>
        </pc:spChg>
        <pc:grpChg chg="add mod">
          <ac:chgData name="Anselmino, Carolina" userId="5c3f6dd0-fb53-498d-9f5e-392bc2a3ffc7" providerId="ADAL" clId="{E38CDB5B-0F14-49C4-839B-AE81B7033013}" dt="2026-07-22T19:37:31.024" v="702" actId="164"/>
          <ac:grpSpMkLst>
            <pc:docMk/>
            <pc:sldMk cId="1196800265" sldId="2681"/>
            <ac:grpSpMk id="8" creationId="{759E7638-035C-C837-D321-A8C06D48B5DC}"/>
          </ac:grpSpMkLst>
        </pc:grpChg>
        <pc:grpChg chg="add mod">
          <ac:chgData name="Anselmino, Carolina" userId="5c3f6dd0-fb53-498d-9f5e-392bc2a3ffc7" providerId="ADAL" clId="{E38CDB5B-0F14-49C4-839B-AE81B7033013}" dt="2026-07-22T19:37:31.024" v="702" actId="164"/>
          <ac:grpSpMkLst>
            <pc:docMk/>
            <pc:sldMk cId="1196800265" sldId="2681"/>
            <ac:grpSpMk id="20" creationId="{0D0761BD-2F2F-6D79-B3EF-A531E092890D}"/>
          </ac:grpSpMkLst>
        </pc:grpChg>
        <pc:picChg chg="add del">
          <ac:chgData name="Anselmino, Carolina" userId="5c3f6dd0-fb53-498d-9f5e-392bc2a3ffc7" providerId="ADAL" clId="{E38CDB5B-0F14-49C4-839B-AE81B7033013}" dt="2026-07-22T11:42:32.545" v="4" actId="478"/>
          <ac:picMkLst>
            <pc:docMk/>
            <pc:sldMk cId="1196800265" sldId="2681"/>
            <ac:picMk id="3" creationId="{49CB780D-15A3-48FD-506A-45097B8C84EF}"/>
          </ac:picMkLst>
        </pc:picChg>
        <pc:picChg chg="add mod">
          <ac:chgData name="Anselmino, Carolina" userId="5c3f6dd0-fb53-498d-9f5e-392bc2a3ffc7" providerId="ADAL" clId="{E38CDB5B-0F14-49C4-839B-AE81B7033013}" dt="2026-07-22T11:42:43.855" v="6" actId="1076"/>
          <ac:picMkLst>
            <pc:docMk/>
            <pc:sldMk cId="1196800265" sldId="2681"/>
            <ac:picMk id="4" creationId="{69007BE6-4165-6B9F-CABD-19BC8B326D8F}"/>
          </ac:picMkLst>
        </pc:picChg>
        <pc:picChg chg="add del mod">
          <ac:chgData name="Anselmino, Carolina" userId="5c3f6dd0-fb53-498d-9f5e-392bc2a3ffc7" providerId="ADAL" clId="{E38CDB5B-0F14-49C4-839B-AE81B7033013}" dt="2026-07-22T11:43:03.472" v="10" actId="478"/>
          <ac:picMkLst>
            <pc:docMk/>
            <pc:sldMk cId="1196800265" sldId="2681"/>
            <ac:picMk id="6" creationId="{7BDA84B0-A315-5710-DC3F-3108F335D58B}"/>
          </ac:picMkLst>
        </pc:picChg>
        <pc:picChg chg="mod modCrop">
          <ac:chgData name="Anselmino, Carolina" userId="5c3f6dd0-fb53-498d-9f5e-392bc2a3ffc7" providerId="ADAL" clId="{E38CDB5B-0F14-49C4-839B-AE81B7033013}" dt="2026-07-22T11:36:58.998" v="2" actId="732"/>
          <ac:picMkLst>
            <pc:docMk/>
            <pc:sldMk cId="1196800265" sldId="2681"/>
            <ac:picMk id="7" creationId="{A2066351-C569-4C4C-A096-308777FCDC32}"/>
          </ac:picMkLst>
        </pc:picChg>
        <pc:picChg chg="mod">
          <ac:chgData name="Anselmino, Carolina" userId="5c3f6dd0-fb53-498d-9f5e-392bc2a3ffc7" providerId="ADAL" clId="{E38CDB5B-0F14-49C4-839B-AE81B7033013}" dt="2026-07-22T11:44:01.404" v="22" actId="12788"/>
          <ac:picMkLst>
            <pc:docMk/>
            <pc:sldMk cId="1196800265" sldId="2681"/>
            <ac:picMk id="10" creationId="{D4EAC1CC-FDEC-CB2B-4814-426FB9337D67}"/>
          </ac:picMkLst>
        </pc:picChg>
        <pc:cxnChg chg="mod">
          <ac:chgData name="Anselmino, Carolina" userId="5c3f6dd0-fb53-498d-9f5e-392bc2a3ffc7" providerId="ADAL" clId="{E38CDB5B-0F14-49C4-839B-AE81B7033013}" dt="2026-07-22T11:46:16.310" v="179" actId="14100"/>
          <ac:cxnSpMkLst>
            <pc:docMk/>
            <pc:sldMk cId="1196800265" sldId="2681"/>
            <ac:cxnSpMk id="11" creationId="{D9AD66F2-F7C0-4D03-9150-D28F17AC561D}"/>
          </ac:cxnSpMkLst>
        </pc:cxnChg>
      </pc:sldChg>
      <pc:sldChg chg="del">
        <pc:chgData name="Anselmino, Carolina" userId="5c3f6dd0-fb53-498d-9f5e-392bc2a3ffc7" providerId="ADAL" clId="{E38CDB5B-0F14-49C4-839B-AE81B7033013}" dt="2026-07-22T19:26:38.574" v="665" actId="47"/>
        <pc:sldMkLst>
          <pc:docMk/>
          <pc:sldMk cId="1763900471" sldId="2682"/>
        </pc:sldMkLst>
      </pc:sldChg>
      <pc:sldChg chg="del">
        <pc:chgData name="Anselmino, Carolina" userId="5c3f6dd0-fb53-498d-9f5e-392bc2a3ffc7" providerId="ADAL" clId="{E38CDB5B-0F14-49C4-839B-AE81B7033013}" dt="2026-07-22T19:26:35.304" v="664" actId="47"/>
        <pc:sldMkLst>
          <pc:docMk/>
          <pc:sldMk cId="1891845127" sldId="2685"/>
        </pc:sldMkLst>
      </pc:sldChg>
      <pc:sldChg chg="add del">
        <pc:chgData name="Anselmino, Carolina" userId="5c3f6dd0-fb53-498d-9f5e-392bc2a3ffc7" providerId="ADAL" clId="{E38CDB5B-0F14-49C4-839B-AE81B7033013}" dt="2026-07-22T15:50:00.267" v="434" actId="47"/>
        <pc:sldMkLst>
          <pc:docMk/>
          <pc:sldMk cId="2459501262" sldId="2695"/>
        </pc:sldMkLst>
      </pc:sldChg>
      <pc:sldChg chg="modSp add mod">
        <pc:chgData name="Anselmino, Carolina" userId="5c3f6dd0-fb53-498d-9f5e-392bc2a3ffc7" providerId="ADAL" clId="{E38CDB5B-0F14-49C4-839B-AE81B7033013}" dt="2026-07-22T19:17:50.009" v="663" actId="14100"/>
        <pc:sldMkLst>
          <pc:docMk/>
          <pc:sldMk cId="2895905977" sldId="2695"/>
        </pc:sldMkLst>
        <pc:spChg chg="mod">
          <ac:chgData name="Anselmino, Carolina" userId="5c3f6dd0-fb53-498d-9f5e-392bc2a3ffc7" providerId="ADAL" clId="{E38CDB5B-0F14-49C4-839B-AE81B7033013}" dt="2026-07-22T15:51:46.203" v="494" actId="20577"/>
          <ac:spMkLst>
            <pc:docMk/>
            <pc:sldMk cId="2895905977" sldId="2695"/>
            <ac:spMk id="5" creationId="{05ECEA81-427F-77E6-3A96-077D430CC49C}"/>
          </ac:spMkLst>
        </pc:spChg>
        <pc:spChg chg="mod">
          <ac:chgData name="Anselmino, Carolina" userId="5c3f6dd0-fb53-498d-9f5e-392bc2a3ffc7" providerId="ADAL" clId="{E38CDB5B-0F14-49C4-839B-AE81B7033013}" dt="2026-07-22T19:17:50.009" v="663" actId="14100"/>
          <ac:spMkLst>
            <pc:docMk/>
            <pc:sldMk cId="2895905977" sldId="2695"/>
            <ac:spMk id="6" creationId="{F5AB7147-07E3-D061-CD69-902D615A346F}"/>
          </ac:spMkLst>
        </pc:spChg>
        <pc:spChg chg="mod">
          <ac:chgData name="Anselmino, Carolina" userId="5c3f6dd0-fb53-498d-9f5e-392bc2a3ffc7" providerId="ADAL" clId="{E38CDB5B-0F14-49C4-839B-AE81B7033013}" dt="2026-07-22T15:52:40.119" v="519" actId="14100"/>
          <ac:spMkLst>
            <pc:docMk/>
            <pc:sldMk cId="2895905977" sldId="2695"/>
            <ac:spMk id="7" creationId="{645C8C6B-29A8-B1C0-3772-5822CAB07F15}"/>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BE192EA-4FB5-417A-96F6-B3058A54ABC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875D5479-0008-4BFD-BE18-7442B169130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472114D-3A05-4B20-822E-8261653B33D2}" type="datetimeFigureOut">
              <a:rPr lang="en-US" smtClean="0"/>
              <a:t>7/22/2026</a:t>
            </a:fld>
            <a:endParaRPr lang="en-US"/>
          </a:p>
        </p:txBody>
      </p:sp>
      <p:sp>
        <p:nvSpPr>
          <p:cNvPr id="4" name="Footer Placeholder 3">
            <a:extLst>
              <a:ext uri="{FF2B5EF4-FFF2-40B4-BE49-F238E27FC236}">
                <a16:creationId xmlns:a16="http://schemas.microsoft.com/office/drawing/2014/main" id="{EABD4BE7-9FD8-4D10-87DD-2B2BC23B46EC}"/>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F10342B2-B657-4BF5-B0C4-8D3FD65073D3}"/>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1E5079B-D1F0-49DB-8DFB-E06CD09EC17E}" type="slidenum">
              <a:rPr lang="en-US" smtClean="0"/>
              <a:t>‹#›</a:t>
            </a:fld>
            <a:endParaRPr lang="en-US"/>
          </a:p>
        </p:txBody>
      </p:sp>
    </p:spTree>
    <p:extLst>
      <p:ext uri="{BB962C8B-B14F-4D97-AF65-F5344CB8AC3E}">
        <p14:creationId xmlns:p14="http://schemas.microsoft.com/office/powerpoint/2010/main" val="420054729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4F008D2-43B4-45EB-8E80-36DCF9CD046D}" type="datetimeFigureOut">
              <a:rPr lang="en-US" smtClean="0"/>
              <a:t>7/22/2026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6A8591F-50F3-4C40-9DA2-D793276CC051}" type="slidenum">
              <a:rPr lang="en-US" smtClean="0"/>
              <a:t>‹#›</a:t>
            </a:fld>
            <a:endParaRPr lang="en-US"/>
          </a:p>
        </p:txBody>
      </p:sp>
    </p:spTree>
    <p:extLst>
      <p:ext uri="{BB962C8B-B14F-4D97-AF65-F5344CB8AC3E}">
        <p14:creationId xmlns:p14="http://schemas.microsoft.com/office/powerpoint/2010/main" val="7799949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This is the pattern for the whole Decree Drafting Kit, and it appears first here. The AI prompt for this video takes your Strategic Foundation Document and produces a Memorandum draft and a Preamble scaffold in minutes. That is the easy ninety per cent. The hard, essential ten per cent is yours: confirm every legal citation against a real statute, soften every claim the evidence does not support, and mark anything unverified as a [confirm] for the lawyer. Generate fast; confirm carefully. The AI accelerates the drafting; it does not get the law right for you.</a:t>
            </a:r>
          </a:p>
          <a:p/>
          <a:p>
            <a:r>
              <a:t>Production cue: the pivotal slide of this video — the pattern the rest of the kit repeats. Hold it a beat longer.</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Preamble is different. It sets out the recitals — the formal findings the decree rests on — and, critically, the legal authority: the constitutional or statutory power under which the decree is made. Here the AI is useful for structure and for a first draft of the recitals, but every citation of authority is a placeholder — a [confirm] — until a qualified lawyer verifies that the cited power actually exists and actually supports a decree of this kind in your country. An invented or wrong authority citation is the fastest way to have the whole decree sent back. So the Preamble is generated as a scaffold, then verified line by line.</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 the cold open. The hosts name the module, the video number, the title and the single message on this slide; no scripted narration. Hold until the opener begins; the opener is narrated on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first two components of the decree are the ones a non-lawyer can lead on, because they are about the case and the context rather than the binding rules. The Explanatory Memorandum makes the case for the decree. The Preamble sets out the legal authority and the recitals. Both can be drafted from a document you already have — the Strategic Foundation Document from Module 1 — and both are exactly the kind of focused, well-bounded drafting task an AI assistant does well, with you reviewing.</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Explanatory Memorandum is the case, written for the minister and the cabinet, not the lawyer. It states the problem the decree solves — fragmentation, the citizen asked the same thing many times. It says what the decree does, in plain language. It says why now — the cost of another year without a mandate. And it names the expected benefit. If you wrote a good Strategic Foundation Document in Module 1, the Memorandum is largely a translation of it into the form a Ministry of Justice expects. That is a task you can hand to Claude with the foundation document as input.</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PRACTICE BOX (on-screen only — never read it, never paraphrase it, never point at it). It replaces the narrated handoff: this video ends on the recap and the Sources slide.</a:t>
            </a:r>
          </a:p>
          <a:p/>
          <a:p>
            <a:r>
              <a:t>VO: So the first two components come quickly, because the Memorandum restates a document you already have and the Preamble is a scaffold to be verified. Lead on the case, generate the drafts, and confirm the law. The hardest component is the Draft Articles — the binding rules themselves.</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slide, held ~5 seconds at the end of the video. Links are compiled into the YouTube description per ITU convention; no URLs read aloud.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Grey margin-Content with Caption (White 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CF752D4-D41F-48C8-BC93-770A10B9CEFC}"/>
              </a:ext>
            </a:extLst>
          </p:cNvPr>
          <p:cNvSpPr>
            <a:spLocks noGrp="1"/>
          </p:cNvSpPr>
          <p:nvPr>
            <p:ph type="body" sz="half" idx="2" hasCustomPrompt="1"/>
          </p:nvPr>
        </p:nvSpPr>
        <p:spPr>
          <a:xfrm>
            <a:off x="728691" y="1959151"/>
            <a:ext cx="4090872" cy="4200245"/>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3" name="Text Placeholder 3">
            <a:extLst>
              <a:ext uri="{FF2B5EF4-FFF2-40B4-BE49-F238E27FC236}">
                <a16:creationId xmlns:a16="http://schemas.microsoft.com/office/drawing/2014/main" id="{3E0F6D26-4165-4298-B9DF-69A0CA57C654}"/>
              </a:ext>
            </a:extLst>
          </p:cNvPr>
          <p:cNvSpPr>
            <a:spLocks noGrp="1"/>
          </p:cNvSpPr>
          <p:nvPr>
            <p:ph type="body" sz="half" idx="14" hasCustomPrompt="1"/>
          </p:nvPr>
        </p:nvSpPr>
        <p:spPr>
          <a:xfrm>
            <a:off x="5018432" y="1959150"/>
            <a:ext cx="4090872" cy="4200245"/>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7" name="Title 1">
            <a:extLst>
              <a:ext uri="{FF2B5EF4-FFF2-40B4-BE49-F238E27FC236}">
                <a16:creationId xmlns:a16="http://schemas.microsoft.com/office/drawing/2014/main" id="{CED336FC-6E45-4A2D-A5AB-BE24E693E093}"/>
              </a:ext>
            </a:extLst>
          </p:cNvPr>
          <p:cNvSpPr>
            <a:spLocks noGrp="1"/>
          </p:cNvSpPr>
          <p:nvPr>
            <p:ph type="title" hasCustomPrompt="1"/>
          </p:nvPr>
        </p:nvSpPr>
        <p:spPr>
          <a:xfrm>
            <a:off x="728691" y="1265849"/>
            <a:ext cx="9051731" cy="502882"/>
          </a:xfrm>
          <a:prstGeom prst="rect">
            <a:avLst/>
          </a:prstGeom>
        </p:spPr>
        <p:txBody>
          <a:bodyPr>
            <a:noAutofit/>
          </a:bodyPr>
          <a:lstStyle>
            <a:lvl1pPr>
              <a:defRPr sz="2800"/>
            </a:lvl1pPr>
          </a:lstStyle>
          <a:p>
            <a:pPr lvl="0"/>
            <a:r>
              <a:rPr lang="en-US" dirty="0"/>
              <a:t>Click to edit Master text styles</a:t>
            </a:r>
          </a:p>
        </p:txBody>
      </p:sp>
      <p:cxnSp>
        <p:nvCxnSpPr>
          <p:cNvPr id="8" name="Straight Connector 7">
            <a:extLst>
              <a:ext uri="{FF2B5EF4-FFF2-40B4-BE49-F238E27FC236}">
                <a16:creationId xmlns:a16="http://schemas.microsoft.com/office/drawing/2014/main" id="{20EB37B9-0614-41D6-8AFE-EB91B451A9F5}"/>
              </a:ext>
            </a:extLst>
          </p:cNvPr>
          <p:cNvCxnSpPr/>
          <p:nvPr userDrawn="1"/>
        </p:nvCxnSpPr>
        <p:spPr>
          <a:xfrm>
            <a:off x="614783"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CFE8CDBB-5A4D-4444-85CC-7578EF050F69}"/>
              </a:ext>
            </a:extLst>
          </p:cNvPr>
          <p:cNvSpPr>
            <a:spLocks noGrp="1"/>
          </p:cNvSpPr>
          <p:nvPr>
            <p:ph type="body" sz="quarter" idx="12" hasCustomPrompt="1"/>
          </p:nvPr>
        </p:nvSpPr>
        <p:spPr>
          <a:xfrm>
            <a:off x="614783"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718176021"/>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wo column - Title column">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A8D6A0DE-A965-4E02-8A8B-981E2FDE590E}"/>
              </a:ext>
            </a:extLst>
          </p:cNvPr>
          <p:cNvSpPr>
            <a:spLocks noGrp="1"/>
          </p:cNvSpPr>
          <p:nvPr>
            <p:ph type="body" idx="1"/>
          </p:nvPr>
        </p:nvSpPr>
        <p:spPr>
          <a:xfrm>
            <a:off x="728687" y="1994663"/>
            <a:ext cx="4860830" cy="496095"/>
          </a:xfrm>
        </p:spPr>
        <p:txBody>
          <a:bodyPr anchor="t">
            <a:noAutofit/>
          </a:bodyPr>
          <a:lstStyle>
            <a:lvl1pPr marL="0" indent="0">
              <a:lnSpc>
                <a:spcPts val="2400"/>
              </a:lnSpc>
              <a:buNone/>
              <a:defRPr sz="1800" b="0" spc="3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B820F59-7539-405E-B005-C5C92782E908}"/>
              </a:ext>
            </a:extLst>
          </p:cNvPr>
          <p:cNvSpPr>
            <a:spLocks noGrp="1"/>
          </p:cNvSpPr>
          <p:nvPr>
            <p:ph sz="half" idx="2" hasCustomPrompt="1"/>
          </p:nvPr>
        </p:nvSpPr>
        <p:spPr>
          <a:xfrm>
            <a:off x="728687" y="2490758"/>
            <a:ext cx="4860830" cy="3445987"/>
          </a:xfrm>
        </p:spPr>
        <p:txBody>
          <a:bodyPr>
            <a:noAutofit/>
          </a:bodyPr>
          <a:lstStyle>
            <a:lvl1pPr marL="228600" indent="-137160">
              <a:lnSpc>
                <a:spcPts val="2400"/>
              </a:lnSpc>
              <a:buClr>
                <a:srgbClr val="009CD6"/>
              </a:buClr>
              <a:buSzPct val="104000"/>
              <a:buFont typeface="Arial" panose="020B0604020202020204" pitchFamily="34" charset="0"/>
              <a:buChar char="•"/>
              <a:defRPr sz="1800" spc="30" baseline="0"/>
            </a:lvl1pPr>
            <a:lvl2pPr marL="685800" indent="-137160">
              <a:lnSpc>
                <a:spcPts val="2400"/>
              </a:lnSpc>
              <a:buClr>
                <a:srgbClr val="009CD6"/>
              </a:buClr>
              <a:buFont typeface="Arial" panose="020B0604020202020204" pitchFamily="34" charset="0"/>
              <a:buChar char="•"/>
              <a:defRPr sz="1800" spc="30" baseline="0"/>
            </a:lvl2pPr>
          </a:lstStyle>
          <a:p>
            <a:pPr lvl="0"/>
            <a:r>
              <a:rPr lang="en-US" dirty="0"/>
              <a:t>Second level</a:t>
            </a:r>
          </a:p>
          <a:p>
            <a:pPr lvl="1"/>
            <a:r>
              <a:rPr lang="en-US" dirty="0"/>
              <a:t>Third level</a:t>
            </a:r>
          </a:p>
        </p:txBody>
      </p:sp>
      <p:sp>
        <p:nvSpPr>
          <p:cNvPr id="17" name="Text Placeholder 2">
            <a:extLst>
              <a:ext uri="{FF2B5EF4-FFF2-40B4-BE49-F238E27FC236}">
                <a16:creationId xmlns:a16="http://schemas.microsoft.com/office/drawing/2014/main" id="{9AE6D208-1F00-412A-86E9-1A7081F56572}"/>
              </a:ext>
            </a:extLst>
          </p:cNvPr>
          <p:cNvSpPr>
            <a:spLocks noGrp="1"/>
          </p:cNvSpPr>
          <p:nvPr>
            <p:ph type="body" idx="10"/>
          </p:nvPr>
        </p:nvSpPr>
        <p:spPr>
          <a:xfrm>
            <a:off x="5892510" y="1994663"/>
            <a:ext cx="4751106" cy="496095"/>
          </a:xfrm>
        </p:spPr>
        <p:txBody>
          <a:bodyPr anchor="t">
            <a:noAutofit/>
          </a:bodyPr>
          <a:lstStyle>
            <a:lvl1pPr marL="0" indent="0">
              <a:lnSpc>
                <a:spcPts val="2400"/>
              </a:lnSpc>
              <a:buNone/>
              <a:defRPr sz="1800" b="0" spc="3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8" name="Content Placeholder 3">
            <a:extLst>
              <a:ext uri="{FF2B5EF4-FFF2-40B4-BE49-F238E27FC236}">
                <a16:creationId xmlns:a16="http://schemas.microsoft.com/office/drawing/2014/main" id="{B8B83478-806A-4C07-A7A7-0CDF7E621EB5}"/>
              </a:ext>
            </a:extLst>
          </p:cNvPr>
          <p:cNvSpPr>
            <a:spLocks noGrp="1"/>
          </p:cNvSpPr>
          <p:nvPr>
            <p:ph sz="half" idx="11" hasCustomPrompt="1"/>
          </p:nvPr>
        </p:nvSpPr>
        <p:spPr>
          <a:xfrm>
            <a:off x="5892510" y="2490758"/>
            <a:ext cx="4751106" cy="3445987"/>
          </a:xfrm>
        </p:spPr>
        <p:txBody>
          <a:bodyPr>
            <a:noAutofit/>
          </a:bodyPr>
          <a:lstStyle>
            <a:lvl1pPr marL="228600" indent="-137160">
              <a:lnSpc>
                <a:spcPts val="2400"/>
              </a:lnSpc>
              <a:buClr>
                <a:srgbClr val="009CD6"/>
              </a:buClr>
              <a:buSzPct val="104000"/>
              <a:buFont typeface="Arial" panose="020B0604020202020204" pitchFamily="34" charset="0"/>
              <a:buChar char="•"/>
              <a:defRPr sz="1800" spc="30" baseline="0"/>
            </a:lvl1pPr>
            <a:lvl2pPr marL="685800" indent="-137160">
              <a:lnSpc>
                <a:spcPts val="2400"/>
              </a:lnSpc>
              <a:buClr>
                <a:srgbClr val="009CD6"/>
              </a:buClr>
              <a:buFont typeface="Arial" panose="020B0604020202020204" pitchFamily="34" charset="0"/>
              <a:buChar char="•"/>
              <a:defRPr sz="1800" spc="30" baseline="0"/>
            </a:lvl2pPr>
          </a:lstStyle>
          <a:p>
            <a:pPr lvl="0"/>
            <a:r>
              <a:rPr lang="en-US" dirty="0"/>
              <a:t>Second level</a:t>
            </a:r>
          </a:p>
          <a:p>
            <a:pPr lvl="1"/>
            <a:r>
              <a:rPr lang="en-US" dirty="0"/>
              <a:t>Third level</a:t>
            </a:r>
          </a:p>
        </p:txBody>
      </p:sp>
      <p:sp>
        <p:nvSpPr>
          <p:cNvPr id="13" name="Title 1">
            <a:extLst>
              <a:ext uri="{FF2B5EF4-FFF2-40B4-BE49-F238E27FC236}">
                <a16:creationId xmlns:a16="http://schemas.microsoft.com/office/drawing/2014/main" id="{20A48B77-BCF1-4349-8EF0-B33A1789375A}"/>
              </a:ext>
            </a:extLst>
          </p:cNvPr>
          <p:cNvSpPr>
            <a:spLocks noGrp="1"/>
          </p:cNvSpPr>
          <p:nvPr>
            <p:ph type="title" hasCustomPrompt="1"/>
          </p:nvPr>
        </p:nvSpPr>
        <p:spPr>
          <a:xfrm>
            <a:off x="728687" y="1238515"/>
            <a:ext cx="9914929" cy="635902"/>
          </a:xfrm>
          <a:prstGeom prst="rect">
            <a:avLst/>
          </a:prstGeom>
        </p:spPr>
        <p:txBody>
          <a:bodyPr>
            <a:noAutofit/>
          </a:bodyPr>
          <a:lstStyle>
            <a:lvl1pPr>
              <a:defRPr sz="2800"/>
            </a:lvl1pPr>
          </a:lstStyle>
          <a:p>
            <a:pPr lvl="0"/>
            <a:r>
              <a:rPr lang="en-US" dirty="0"/>
              <a:t>Click to edit Master text styles</a:t>
            </a:r>
          </a:p>
        </p:txBody>
      </p:sp>
      <p:cxnSp>
        <p:nvCxnSpPr>
          <p:cNvPr id="11" name="Straight Connector 10">
            <a:extLst>
              <a:ext uri="{FF2B5EF4-FFF2-40B4-BE49-F238E27FC236}">
                <a16:creationId xmlns:a16="http://schemas.microsoft.com/office/drawing/2014/main" id="{CCE4054A-3251-41A6-8BA5-67C64EF3E610}"/>
              </a:ext>
            </a:extLst>
          </p:cNvPr>
          <p:cNvCxnSpPr/>
          <p:nvPr userDrawn="1"/>
        </p:nvCxnSpPr>
        <p:spPr>
          <a:xfrm>
            <a:off x="614780"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2" name="Text Placeholder 3">
            <a:extLst>
              <a:ext uri="{FF2B5EF4-FFF2-40B4-BE49-F238E27FC236}">
                <a16:creationId xmlns:a16="http://schemas.microsoft.com/office/drawing/2014/main" id="{F8E1AD81-2712-4CFB-B585-60CDC561D6F4}"/>
              </a:ext>
            </a:extLst>
          </p:cNvPr>
          <p:cNvSpPr>
            <a:spLocks noGrp="1"/>
          </p:cNvSpPr>
          <p:nvPr>
            <p:ph type="body" sz="quarter" idx="12" hasCustomPrompt="1"/>
          </p:nvPr>
        </p:nvSpPr>
        <p:spPr>
          <a:xfrm>
            <a:off x="614780"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8803887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wo column bullet lis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C078E5A-AB76-4634-8AD9-64C991C6FC02}"/>
              </a:ext>
            </a:extLst>
          </p:cNvPr>
          <p:cNvSpPr>
            <a:spLocks noGrp="1"/>
          </p:cNvSpPr>
          <p:nvPr>
            <p:ph sz="half" idx="1" hasCustomPrompt="1"/>
          </p:nvPr>
        </p:nvSpPr>
        <p:spPr>
          <a:xfrm>
            <a:off x="721372" y="2040524"/>
            <a:ext cx="4393315" cy="4125355"/>
          </a:xfrm>
        </p:spPr>
        <p:txBody>
          <a:bodyPr>
            <a:noAutofit/>
          </a:bodyPr>
          <a:lstStyle>
            <a:lvl1pPr marL="228600" indent="-137160">
              <a:buClr>
                <a:srgbClr val="009CD6"/>
              </a:buClr>
              <a:buFont typeface="Arial" panose="020B0604020202020204" pitchFamily="34" charset="0"/>
              <a:buChar char="•"/>
              <a:defRPr lang="en-US" spc="20" dirty="0"/>
            </a:lvl1pPr>
            <a:lvl2pPr marL="685800" indent="-137160">
              <a:buClr>
                <a:srgbClr val="009CD6"/>
              </a:buClr>
              <a:buFont typeface="Arial" panose="020B0604020202020204" pitchFamily="34" charset="0"/>
              <a:buChar char="•"/>
              <a:defRPr lang="en-US" spc="20" dirty="0"/>
            </a:lvl2pPr>
            <a:lvl3pPr marL="1143000" indent="-137160">
              <a:buClr>
                <a:srgbClr val="009CD6"/>
              </a:buClr>
              <a:buFont typeface="Arial" panose="020B0604020202020204" pitchFamily="34" charset="0"/>
              <a:buChar char="•"/>
              <a:defRPr lang="en-US" spc="20" dirty="0"/>
            </a:lvl3pPr>
            <a:lvl4pPr marL="1600200" indent="-137160">
              <a:buClr>
                <a:srgbClr val="009CD6"/>
              </a:buClr>
              <a:buFont typeface="Arial" panose="020B0604020202020204" pitchFamily="34" charset="0"/>
              <a:buChar char="•"/>
              <a:defRPr lang="en-US" spc="20" dirty="0"/>
            </a:lvl4pPr>
            <a:lvl5pPr>
              <a:buClr>
                <a:srgbClr val="5B9BD5"/>
              </a:buClr>
              <a:defRPr spc="0"/>
            </a:lvl5p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4" name="Content Placeholder 3">
            <a:extLst>
              <a:ext uri="{FF2B5EF4-FFF2-40B4-BE49-F238E27FC236}">
                <a16:creationId xmlns:a16="http://schemas.microsoft.com/office/drawing/2014/main" id="{4198F227-A22B-432C-84DE-6E0A3BE38D63}"/>
              </a:ext>
            </a:extLst>
          </p:cNvPr>
          <p:cNvSpPr>
            <a:spLocks noGrp="1"/>
          </p:cNvSpPr>
          <p:nvPr>
            <p:ph sz="half" idx="2" hasCustomPrompt="1"/>
          </p:nvPr>
        </p:nvSpPr>
        <p:spPr>
          <a:xfrm>
            <a:off x="5460255" y="2040523"/>
            <a:ext cx="4393316" cy="4126191"/>
          </a:xfrm>
        </p:spPr>
        <p:txBody>
          <a:bodyPr>
            <a:noAutofit/>
          </a:bodyPr>
          <a:lstStyle>
            <a:lvl1pPr marL="228600" indent="-137160">
              <a:buClr>
                <a:srgbClr val="009CD6"/>
              </a:buClr>
              <a:buFont typeface="Arial" panose="020B0604020202020204" pitchFamily="34" charset="0"/>
              <a:buChar char="•"/>
              <a:defRPr lang="en-US" spc="20" dirty="0"/>
            </a:lvl1pPr>
            <a:lvl2pPr marL="685800" indent="-137160">
              <a:buClr>
                <a:srgbClr val="009CD6"/>
              </a:buClr>
              <a:buFont typeface="Arial" panose="020B0604020202020204" pitchFamily="34" charset="0"/>
              <a:buChar char="•"/>
              <a:defRPr lang="en-US" spc="20" dirty="0"/>
            </a:lvl2pPr>
            <a:lvl3pPr marL="1143000" indent="-137160">
              <a:buClr>
                <a:srgbClr val="009CD6"/>
              </a:buClr>
              <a:buFont typeface="Arial" panose="020B0604020202020204" pitchFamily="34" charset="0"/>
              <a:buChar char="•"/>
              <a:defRPr lang="en-US" spc="20" dirty="0"/>
            </a:lvl3pPr>
            <a:lvl4pPr marL="1600200" indent="-137160">
              <a:buClr>
                <a:srgbClr val="009CD6"/>
              </a:buClr>
              <a:buFont typeface="Arial" panose="020B0604020202020204" pitchFamily="34" charset="0"/>
              <a:buChar char="•"/>
              <a:defRPr lang="en-US" spc="20" dirty="0"/>
            </a:lvl4pPr>
            <a:lvl5pPr>
              <a:buClr>
                <a:srgbClr val="5B9BD5"/>
              </a:buClr>
              <a:defRPr spc="0"/>
            </a:lvl5p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10" name="Title 1">
            <a:extLst>
              <a:ext uri="{FF2B5EF4-FFF2-40B4-BE49-F238E27FC236}">
                <a16:creationId xmlns:a16="http://schemas.microsoft.com/office/drawing/2014/main" id="{D346557F-F9B0-433A-9FC1-56C38B19DE9B}"/>
              </a:ext>
            </a:extLst>
          </p:cNvPr>
          <p:cNvSpPr>
            <a:spLocks noGrp="1"/>
          </p:cNvSpPr>
          <p:nvPr>
            <p:ph type="title" hasCustomPrompt="1"/>
          </p:nvPr>
        </p:nvSpPr>
        <p:spPr>
          <a:xfrm>
            <a:off x="721373" y="1251017"/>
            <a:ext cx="9132198" cy="565079"/>
          </a:xfrm>
          <a:prstGeom prst="rect">
            <a:avLst/>
          </a:prstGeom>
        </p:spPr>
        <p:txBody>
          <a:bodyPr>
            <a:noAutofit/>
          </a:bodyPr>
          <a:lstStyle>
            <a:lvl1pPr>
              <a:defRPr sz="2800"/>
            </a:lvl1pPr>
          </a:lstStyle>
          <a:p>
            <a:pPr lvl="0"/>
            <a:r>
              <a:rPr lang="en-US" dirty="0"/>
              <a:t>Click to edit Master text styles</a:t>
            </a:r>
          </a:p>
        </p:txBody>
      </p:sp>
      <p:cxnSp>
        <p:nvCxnSpPr>
          <p:cNvPr id="12" name="Straight Connector 11">
            <a:extLst>
              <a:ext uri="{FF2B5EF4-FFF2-40B4-BE49-F238E27FC236}">
                <a16:creationId xmlns:a16="http://schemas.microsoft.com/office/drawing/2014/main" id="{56157FF2-E1F2-41A6-A3CB-3DE59785DD4D}"/>
              </a:ext>
            </a:extLst>
          </p:cNvPr>
          <p:cNvCxnSpPr/>
          <p:nvPr userDrawn="1"/>
        </p:nvCxnSpPr>
        <p:spPr>
          <a:xfrm>
            <a:off x="614780"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3" name="Text Placeholder 3">
            <a:extLst>
              <a:ext uri="{FF2B5EF4-FFF2-40B4-BE49-F238E27FC236}">
                <a16:creationId xmlns:a16="http://schemas.microsoft.com/office/drawing/2014/main" id="{E8A78C8E-6713-4582-84CE-8C8A0FE572A4}"/>
              </a:ext>
            </a:extLst>
          </p:cNvPr>
          <p:cNvSpPr>
            <a:spLocks noGrp="1"/>
          </p:cNvSpPr>
          <p:nvPr>
            <p:ph type="body" sz="quarter" idx="12" hasCustomPrompt="1"/>
          </p:nvPr>
        </p:nvSpPr>
        <p:spPr>
          <a:xfrm>
            <a:off x="614780"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9513749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One column text">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CF752D4-D41F-48C8-BC93-770A10B9CEFC}"/>
              </a:ext>
            </a:extLst>
          </p:cNvPr>
          <p:cNvSpPr>
            <a:spLocks noGrp="1"/>
          </p:cNvSpPr>
          <p:nvPr>
            <p:ph type="body" sz="half" idx="2" hasCustomPrompt="1"/>
          </p:nvPr>
        </p:nvSpPr>
        <p:spPr>
          <a:xfrm>
            <a:off x="737226" y="1975104"/>
            <a:ext cx="6256106" cy="4210543"/>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0" name="Title 1">
            <a:extLst>
              <a:ext uri="{FF2B5EF4-FFF2-40B4-BE49-F238E27FC236}">
                <a16:creationId xmlns:a16="http://schemas.microsoft.com/office/drawing/2014/main" id="{3F01D386-9240-4F38-9F1C-4325351B05E1}"/>
              </a:ext>
            </a:extLst>
          </p:cNvPr>
          <p:cNvSpPr>
            <a:spLocks noGrp="1"/>
          </p:cNvSpPr>
          <p:nvPr>
            <p:ph type="title" hasCustomPrompt="1"/>
          </p:nvPr>
        </p:nvSpPr>
        <p:spPr>
          <a:xfrm>
            <a:off x="737225" y="1261501"/>
            <a:ext cx="7177821" cy="542146"/>
          </a:xfrm>
          <a:prstGeom prst="rect">
            <a:avLst/>
          </a:prstGeom>
        </p:spPr>
        <p:txBody>
          <a:bodyPr>
            <a:noAutofit/>
          </a:bodyPr>
          <a:lstStyle>
            <a:lvl1pPr>
              <a:defRPr sz="2800"/>
            </a:lvl1pPr>
          </a:lstStyle>
          <a:p>
            <a:pPr lvl="0"/>
            <a:r>
              <a:rPr lang="en-US" dirty="0"/>
              <a:t>Click to edit Master text styles</a:t>
            </a:r>
          </a:p>
        </p:txBody>
      </p:sp>
      <p:cxnSp>
        <p:nvCxnSpPr>
          <p:cNvPr id="8" name="Straight Connector 7">
            <a:extLst>
              <a:ext uri="{FF2B5EF4-FFF2-40B4-BE49-F238E27FC236}">
                <a16:creationId xmlns:a16="http://schemas.microsoft.com/office/drawing/2014/main" id="{015B0268-1877-4B50-85FE-85F64126C828}"/>
              </a:ext>
            </a:extLst>
          </p:cNvPr>
          <p:cNvCxnSpPr/>
          <p:nvPr userDrawn="1"/>
        </p:nvCxnSpPr>
        <p:spPr>
          <a:xfrm>
            <a:off x="607468"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716C6763-4EEE-47FB-A7AD-A329AC03860D}"/>
              </a:ext>
            </a:extLst>
          </p:cNvPr>
          <p:cNvSpPr>
            <a:spLocks noGrp="1"/>
          </p:cNvSpPr>
          <p:nvPr>
            <p:ph type="body" sz="quarter" idx="10" hasCustomPrompt="1"/>
          </p:nvPr>
        </p:nvSpPr>
        <p:spPr>
          <a:xfrm>
            <a:off x="607468"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14434721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 Large imag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AA9A3B-CF71-48AC-B4B0-550E5EC772C1}"/>
              </a:ext>
            </a:extLst>
          </p:cNvPr>
          <p:cNvSpPr>
            <a:spLocks noGrp="1"/>
          </p:cNvSpPr>
          <p:nvPr>
            <p:ph type="title"/>
          </p:nvPr>
        </p:nvSpPr>
        <p:spPr>
          <a:xfrm>
            <a:off x="716483" y="1234865"/>
            <a:ext cx="10313024" cy="635902"/>
          </a:xfrm>
          <a:prstGeom prst="rect">
            <a:avLst/>
          </a:prstGeom>
        </p:spPr>
        <p:txBody>
          <a:bodyPr anchor="t"/>
          <a:lstStyle>
            <a:lvl1pPr>
              <a:defRPr sz="2800"/>
            </a:lvl1pPr>
          </a:lstStyle>
          <a:p>
            <a:r>
              <a:rPr lang="en-US"/>
              <a:t>Click to edit Master title style</a:t>
            </a:r>
            <a:endParaRPr lang="en-US" dirty="0"/>
          </a:p>
        </p:txBody>
      </p:sp>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733313" y="1927476"/>
            <a:ext cx="10700345" cy="4218130"/>
          </a:xfrm>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cxnSp>
        <p:nvCxnSpPr>
          <p:cNvPr id="6" name="Straight Connector 5">
            <a:extLst>
              <a:ext uri="{FF2B5EF4-FFF2-40B4-BE49-F238E27FC236}">
                <a16:creationId xmlns:a16="http://schemas.microsoft.com/office/drawing/2014/main" id="{9B8B0405-4014-43E6-B303-902A4F998E13}"/>
              </a:ext>
            </a:extLst>
          </p:cNvPr>
          <p:cNvCxnSpPr/>
          <p:nvPr userDrawn="1"/>
        </p:nvCxnSpPr>
        <p:spPr>
          <a:xfrm>
            <a:off x="614783"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7" name="Text Placeholder 3">
            <a:extLst>
              <a:ext uri="{FF2B5EF4-FFF2-40B4-BE49-F238E27FC236}">
                <a16:creationId xmlns:a16="http://schemas.microsoft.com/office/drawing/2014/main" id="{B69F8470-F06D-4D52-9A69-30EBD8DA6096}"/>
              </a:ext>
            </a:extLst>
          </p:cNvPr>
          <p:cNvSpPr>
            <a:spLocks noGrp="1"/>
          </p:cNvSpPr>
          <p:nvPr>
            <p:ph type="body" sz="quarter" idx="10" hasCustomPrompt="1"/>
          </p:nvPr>
        </p:nvSpPr>
        <p:spPr>
          <a:xfrm>
            <a:off x="614783"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413910143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Left image - S">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0" y="-1"/>
            <a:ext cx="5165650" cy="6858000"/>
          </a:xfrm>
          <a:solidFill>
            <a:srgbClr val="F7F7F7"/>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11" name="Title 1">
            <a:extLst>
              <a:ext uri="{FF2B5EF4-FFF2-40B4-BE49-F238E27FC236}">
                <a16:creationId xmlns:a16="http://schemas.microsoft.com/office/drawing/2014/main" id="{A421150D-F679-4DFA-93CF-0E5480CC490F}"/>
              </a:ext>
            </a:extLst>
          </p:cNvPr>
          <p:cNvSpPr>
            <a:spLocks noGrp="1"/>
          </p:cNvSpPr>
          <p:nvPr>
            <p:ph type="title" hasCustomPrompt="1"/>
          </p:nvPr>
        </p:nvSpPr>
        <p:spPr>
          <a:xfrm>
            <a:off x="5593557" y="1241625"/>
            <a:ext cx="6000749" cy="480131"/>
          </a:xfrm>
          <a:prstGeom prst="rect">
            <a:avLst/>
          </a:prstGeom>
        </p:spPr>
        <p:txBody>
          <a:bodyPr wrap="square">
            <a:spAutoFit/>
          </a:bodyPr>
          <a:lstStyle>
            <a:lvl1pPr>
              <a:defRPr sz="2800"/>
            </a:lvl1pPr>
          </a:lstStyle>
          <a:p>
            <a:pPr lvl="0"/>
            <a:r>
              <a:rPr lang="en-US" dirty="0"/>
              <a:t>Click to edit Master text styles</a:t>
            </a:r>
          </a:p>
        </p:txBody>
      </p:sp>
      <p:cxnSp>
        <p:nvCxnSpPr>
          <p:cNvPr id="17" name="Straight Connector 16">
            <a:extLst>
              <a:ext uri="{FF2B5EF4-FFF2-40B4-BE49-F238E27FC236}">
                <a16:creationId xmlns:a16="http://schemas.microsoft.com/office/drawing/2014/main" id="{7F1DE310-EEBE-4571-9348-190C69629E15}"/>
              </a:ext>
            </a:extLst>
          </p:cNvPr>
          <p:cNvCxnSpPr/>
          <p:nvPr userDrawn="1"/>
        </p:nvCxnSpPr>
        <p:spPr>
          <a:xfrm>
            <a:off x="5500046"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4C777EF-FC93-4970-9186-9F729BE94473}"/>
              </a:ext>
            </a:extLst>
          </p:cNvPr>
          <p:cNvSpPr>
            <a:spLocks noGrp="1"/>
          </p:cNvSpPr>
          <p:nvPr>
            <p:ph type="body" sz="quarter" idx="10" hasCustomPrompt="1"/>
          </p:nvPr>
        </p:nvSpPr>
        <p:spPr>
          <a:xfrm>
            <a:off x="5500046"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3" name="Text Placeholder 3">
            <a:extLst>
              <a:ext uri="{FF2B5EF4-FFF2-40B4-BE49-F238E27FC236}">
                <a16:creationId xmlns:a16="http://schemas.microsoft.com/office/drawing/2014/main" id="{BD03799A-7C35-4CAA-BE06-C4A99AE98261}"/>
              </a:ext>
            </a:extLst>
          </p:cNvPr>
          <p:cNvSpPr>
            <a:spLocks noGrp="1"/>
          </p:cNvSpPr>
          <p:nvPr>
            <p:ph type="body" sz="half" idx="2" hasCustomPrompt="1"/>
          </p:nvPr>
        </p:nvSpPr>
        <p:spPr>
          <a:xfrm>
            <a:off x="5593546" y="1796208"/>
            <a:ext cx="6000749" cy="3820167"/>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265277038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Left image - M">
    <p:spTree>
      <p:nvGrpSpPr>
        <p:cNvPr id="1" name=""/>
        <p:cNvGrpSpPr/>
        <p:nvPr/>
      </p:nvGrpSpPr>
      <p:grpSpPr>
        <a:xfrm>
          <a:off x="0" y="0"/>
          <a:ext cx="0" cy="0"/>
          <a:chOff x="0" y="0"/>
          <a:chExt cx="0" cy="0"/>
        </a:xfrm>
      </p:grpSpPr>
      <p:sp>
        <p:nvSpPr>
          <p:cNvPr id="9" name="Picture Placeholder 2">
            <a:extLst>
              <a:ext uri="{FF2B5EF4-FFF2-40B4-BE49-F238E27FC236}">
                <a16:creationId xmlns:a16="http://schemas.microsoft.com/office/drawing/2014/main" id="{E364E913-4A6A-4F3B-B209-831A75170B72}"/>
              </a:ext>
            </a:extLst>
          </p:cNvPr>
          <p:cNvSpPr>
            <a:spLocks noGrp="1"/>
          </p:cNvSpPr>
          <p:nvPr>
            <p:ph type="pic" idx="1" hasCustomPrompt="1"/>
          </p:nvPr>
        </p:nvSpPr>
        <p:spPr>
          <a:xfrm>
            <a:off x="0" y="-1"/>
            <a:ext cx="6092751" cy="6858000"/>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8" name="Title 1">
            <a:extLst>
              <a:ext uri="{FF2B5EF4-FFF2-40B4-BE49-F238E27FC236}">
                <a16:creationId xmlns:a16="http://schemas.microsoft.com/office/drawing/2014/main" id="{E30453B6-BE94-4D10-99CD-4F6557992EA0}"/>
              </a:ext>
            </a:extLst>
          </p:cNvPr>
          <p:cNvSpPr>
            <a:spLocks noGrp="1"/>
          </p:cNvSpPr>
          <p:nvPr>
            <p:ph type="title" hasCustomPrompt="1"/>
          </p:nvPr>
        </p:nvSpPr>
        <p:spPr>
          <a:xfrm>
            <a:off x="6561735" y="1241625"/>
            <a:ext cx="5018228" cy="867930"/>
          </a:xfrm>
          <a:prstGeom prst="rect">
            <a:avLst/>
          </a:prstGeom>
        </p:spPr>
        <p:txBody>
          <a:bodyPr wrap="square">
            <a:spAutoFit/>
          </a:bodyPr>
          <a:lstStyle>
            <a:lvl1pPr>
              <a:defRPr sz="2800"/>
            </a:lvl1pPr>
          </a:lstStyle>
          <a:p>
            <a:pPr lvl="0"/>
            <a:r>
              <a:rPr lang="en-US" dirty="0"/>
              <a:t>Click to edit Master text styles  </a:t>
            </a:r>
          </a:p>
        </p:txBody>
      </p:sp>
      <p:cxnSp>
        <p:nvCxnSpPr>
          <p:cNvPr id="11" name="Straight Connector 10">
            <a:extLst>
              <a:ext uri="{FF2B5EF4-FFF2-40B4-BE49-F238E27FC236}">
                <a16:creationId xmlns:a16="http://schemas.microsoft.com/office/drawing/2014/main" id="{076CAFA7-68AE-4EAD-BE3A-A5B16D9D3552}"/>
              </a:ext>
            </a:extLst>
          </p:cNvPr>
          <p:cNvCxnSpPr/>
          <p:nvPr userDrawn="1"/>
        </p:nvCxnSpPr>
        <p:spPr>
          <a:xfrm>
            <a:off x="646823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4" name="Text Placeholder 3">
            <a:extLst>
              <a:ext uri="{FF2B5EF4-FFF2-40B4-BE49-F238E27FC236}">
                <a16:creationId xmlns:a16="http://schemas.microsoft.com/office/drawing/2014/main" id="{A8F2FE0A-3A4C-445D-8290-44FCEA3F5955}"/>
              </a:ext>
            </a:extLst>
          </p:cNvPr>
          <p:cNvSpPr>
            <a:spLocks noGrp="1"/>
          </p:cNvSpPr>
          <p:nvPr>
            <p:ph type="body" sz="quarter" idx="10" hasCustomPrompt="1"/>
          </p:nvPr>
        </p:nvSpPr>
        <p:spPr>
          <a:xfrm>
            <a:off x="6468234"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5" name="Text Placeholder 3">
            <a:extLst>
              <a:ext uri="{FF2B5EF4-FFF2-40B4-BE49-F238E27FC236}">
                <a16:creationId xmlns:a16="http://schemas.microsoft.com/office/drawing/2014/main" id="{C9AD2564-EF06-46B2-95AF-0FC81EEDCC98}"/>
              </a:ext>
            </a:extLst>
          </p:cNvPr>
          <p:cNvSpPr>
            <a:spLocks noGrp="1"/>
          </p:cNvSpPr>
          <p:nvPr>
            <p:ph type="body" sz="half" idx="2" hasCustomPrompt="1"/>
          </p:nvPr>
        </p:nvSpPr>
        <p:spPr>
          <a:xfrm>
            <a:off x="6561734" y="2245766"/>
            <a:ext cx="5018229" cy="3920948"/>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325500417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Left image - L">
    <p:bg>
      <p:bgPr>
        <a:solidFill>
          <a:schemeClr val="bg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CB99501-2A5A-45F8-BACF-23701FE68337}"/>
              </a:ext>
            </a:extLst>
          </p:cNvPr>
          <p:cNvSpPr>
            <a:spLocks noGrp="1"/>
          </p:cNvSpPr>
          <p:nvPr>
            <p:ph type="pic" idx="1" hasCustomPrompt="1"/>
          </p:nvPr>
        </p:nvSpPr>
        <p:spPr>
          <a:xfrm>
            <a:off x="0" y="0"/>
            <a:ext cx="6997698" cy="6857999"/>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picture here</a:t>
            </a:r>
          </a:p>
        </p:txBody>
      </p:sp>
      <p:sp>
        <p:nvSpPr>
          <p:cNvPr id="4" name="Text Placeholder 3">
            <a:extLst>
              <a:ext uri="{FF2B5EF4-FFF2-40B4-BE49-F238E27FC236}">
                <a16:creationId xmlns:a16="http://schemas.microsoft.com/office/drawing/2014/main" id="{4CE260B5-3078-4CFA-A43A-D57EA4E988F4}"/>
              </a:ext>
            </a:extLst>
          </p:cNvPr>
          <p:cNvSpPr>
            <a:spLocks noGrp="1"/>
          </p:cNvSpPr>
          <p:nvPr>
            <p:ph type="body" sz="half" idx="2"/>
          </p:nvPr>
        </p:nvSpPr>
        <p:spPr>
          <a:xfrm>
            <a:off x="7404579" y="2228472"/>
            <a:ext cx="4204643" cy="39368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Title 1">
            <a:extLst>
              <a:ext uri="{FF2B5EF4-FFF2-40B4-BE49-F238E27FC236}">
                <a16:creationId xmlns:a16="http://schemas.microsoft.com/office/drawing/2014/main" id="{6147FA91-C242-46DD-BE23-48F41CC2970C}"/>
              </a:ext>
            </a:extLst>
          </p:cNvPr>
          <p:cNvSpPr>
            <a:spLocks noGrp="1"/>
          </p:cNvSpPr>
          <p:nvPr>
            <p:ph type="title" hasCustomPrompt="1"/>
          </p:nvPr>
        </p:nvSpPr>
        <p:spPr>
          <a:xfrm>
            <a:off x="7404579" y="1218965"/>
            <a:ext cx="4255850" cy="933507"/>
          </a:xfrm>
          <a:prstGeom prst="rect">
            <a:avLst/>
          </a:prstGeom>
        </p:spPr>
        <p:txBody>
          <a:bodyPr anchor="t">
            <a:noAutofit/>
          </a:bodyPr>
          <a:lstStyle>
            <a:lvl1pPr>
              <a:defRPr sz="2800"/>
            </a:lvl1pPr>
          </a:lstStyle>
          <a:p>
            <a:pPr lvl="0"/>
            <a:r>
              <a:rPr lang="en-US" dirty="0"/>
              <a:t>Click to edit Master text styles</a:t>
            </a:r>
          </a:p>
        </p:txBody>
      </p:sp>
      <p:cxnSp>
        <p:nvCxnSpPr>
          <p:cNvPr id="7" name="Straight Connector 6">
            <a:extLst>
              <a:ext uri="{FF2B5EF4-FFF2-40B4-BE49-F238E27FC236}">
                <a16:creationId xmlns:a16="http://schemas.microsoft.com/office/drawing/2014/main" id="{20EEAF69-B649-4DD9-BE4A-CC1FC2864BDE}"/>
              </a:ext>
            </a:extLst>
          </p:cNvPr>
          <p:cNvCxnSpPr/>
          <p:nvPr userDrawn="1"/>
        </p:nvCxnSpPr>
        <p:spPr>
          <a:xfrm>
            <a:off x="735337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8" name="Text Placeholder 3">
            <a:extLst>
              <a:ext uri="{FF2B5EF4-FFF2-40B4-BE49-F238E27FC236}">
                <a16:creationId xmlns:a16="http://schemas.microsoft.com/office/drawing/2014/main" id="{822686E3-ED91-4402-ABE9-E10A74CBDBB8}"/>
              </a:ext>
            </a:extLst>
          </p:cNvPr>
          <p:cNvSpPr>
            <a:spLocks noGrp="1"/>
          </p:cNvSpPr>
          <p:nvPr>
            <p:ph type="body" sz="quarter" idx="10" hasCustomPrompt="1"/>
          </p:nvPr>
        </p:nvSpPr>
        <p:spPr>
          <a:xfrm>
            <a:off x="7353375" y="313371"/>
            <a:ext cx="4307054"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42536392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Right image - S ">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7026350" y="-1"/>
            <a:ext cx="5165650" cy="6858000"/>
          </a:xfrm>
          <a:solidFill>
            <a:srgbClr val="F7F7F7"/>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11" name="Title 1">
            <a:extLst>
              <a:ext uri="{FF2B5EF4-FFF2-40B4-BE49-F238E27FC236}">
                <a16:creationId xmlns:a16="http://schemas.microsoft.com/office/drawing/2014/main" id="{A421150D-F679-4DFA-93CF-0E5480CC490F}"/>
              </a:ext>
            </a:extLst>
          </p:cNvPr>
          <p:cNvSpPr>
            <a:spLocks noGrp="1"/>
          </p:cNvSpPr>
          <p:nvPr>
            <p:ph type="title" hasCustomPrompt="1"/>
          </p:nvPr>
        </p:nvSpPr>
        <p:spPr>
          <a:xfrm>
            <a:off x="692373" y="1241625"/>
            <a:ext cx="6000749" cy="480131"/>
          </a:xfrm>
          <a:prstGeom prst="rect">
            <a:avLst/>
          </a:prstGeom>
        </p:spPr>
        <p:txBody>
          <a:bodyPr wrap="square">
            <a:spAutoFit/>
          </a:bodyPr>
          <a:lstStyle>
            <a:lvl1pPr>
              <a:defRPr sz="2800"/>
            </a:lvl1pPr>
          </a:lstStyle>
          <a:p>
            <a:pPr lvl="0"/>
            <a:r>
              <a:rPr lang="en-US" dirty="0"/>
              <a:t>Click to edit Master text styles</a:t>
            </a:r>
          </a:p>
        </p:txBody>
      </p:sp>
      <p:cxnSp>
        <p:nvCxnSpPr>
          <p:cNvPr id="17" name="Straight Connector 16">
            <a:extLst>
              <a:ext uri="{FF2B5EF4-FFF2-40B4-BE49-F238E27FC236}">
                <a16:creationId xmlns:a16="http://schemas.microsoft.com/office/drawing/2014/main" id="{7F1DE310-EEBE-4571-9348-190C69629E15}"/>
              </a:ext>
            </a:extLst>
          </p:cNvPr>
          <p:cNvCxnSpPr/>
          <p:nvPr userDrawn="1"/>
        </p:nvCxnSpPr>
        <p:spPr>
          <a:xfrm>
            <a:off x="598862"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4C777EF-FC93-4970-9186-9F729BE94473}"/>
              </a:ext>
            </a:extLst>
          </p:cNvPr>
          <p:cNvSpPr>
            <a:spLocks noGrp="1"/>
          </p:cNvSpPr>
          <p:nvPr>
            <p:ph type="body" sz="quarter" idx="10" hasCustomPrompt="1"/>
          </p:nvPr>
        </p:nvSpPr>
        <p:spPr>
          <a:xfrm>
            <a:off x="598862"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3" name="Text Placeholder 3">
            <a:extLst>
              <a:ext uri="{FF2B5EF4-FFF2-40B4-BE49-F238E27FC236}">
                <a16:creationId xmlns:a16="http://schemas.microsoft.com/office/drawing/2014/main" id="{BD03799A-7C35-4CAA-BE06-C4A99AE98261}"/>
              </a:ext>
            </a:extLst>
          </p:cNvPr>
          <p:cNvSpPr>
            <a:spLocks noGrp="1"/>
          </p:cNvSpPr>
          <p:nvPr>
            <p:ph type="body" sz="half" idx="2" hasCustomPrompt="1"/>
          </p:nvPr>
        </p:nvSpPr>
        <p:spPr>
          <a:xfrm>
            <a:off x="692362" y="1796208"/>
            <a:ext cx="6000749" cy="3820167"/>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268231459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Right image - M">
    <p:spTree>
      <p:nvGrpSpPr>
        <p:cNvPr id="1" name=""/>
        <p:cNvGrpSpPr/>
        <p:nvPr/>
      </p:nvGrpSpPr>
      <p:grpSpPr>
        <a:xfrm>
          <a:off x="0" y="0"/>
          <a:ext cx="0" cy="0"/>
          <a:chOff x="0" y="0"/>
          <a:chExt cx="0" cy="0"/>
        </a:xfrm>
      </p:grpSpPr>
      <p:sp>
        <p:nvSpPr>
          <p:cNvPr id="9" name="Picture Placeholder 2">
            <a:extLst>
              <a:ext uri="{FF2B5EF4-FFF2-40B4-BE49-F238E27FC236}">
                <a16:creationId xmlns:a16="http://schemas.microsoft.com/office/drawing/2014/main" id="{E364E913-4A6A-4F3B-B209-831A75170B72}"/>
              </a:ext>
            </a:extLst>
          </p:cNvPr>
          <p:cNvSpPr>
            <a:spLocks noGrp="1"/>
          </p:cNvSpPr>
          <p:nvPr>
            <p:ph type="pic" idx="1" hasCustomPrompt="1"/>
          </p:nvPr>
        </p:nvSpPr>
        <p:spPr>
          <a:xfrm>
            <a:off x="6096000" y="-1"/>
            <a:ext cx="6092751" cy="6858000"/>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8" name="Title 1">
            <a:extLst>
              <a:ext uri="{FF2B5EF4-FFF2-40B4-BE49-F238E27FC236}">
                <a16:creationId xmlns:a16="http://schemas.microsoft.com/office/drawing/2014/main" id="{E30453B6-BE94-4D10-99CD-4F6557992EA0}"/>
              </a:ext>
            </a:extLst>
          </p:cNvPr>
          <p:cNvSpPr>
            <a:spLocks noGrp="1"/>
          </p:cNvSpPr>
          <p:nvPr>
            <p:ph type="title" hasCustomPrompt="1"/>
          </p:nvPr>
        </p:nvSpPr>
        <p:spPr>
          <a:xfrm>
            <a:off x="709575" y="1241625"/>
            <a:ext cx="5018228" cy="867930"/>
          </a:xfrm>
          <a:prstGeom prst="rect">
            <a:avLst/>
          </a:prstGeom>
        </p:spPr>
        <p:txBody>
          <a:bodyPr wrap="square">
            <a:spAutoFit/>
          </a:bodyPr>
          <a:lstStyle>
            <a:lvl1pPr>
              <a:defRPr sz="2800"/>
            </a:lvl1pPr>
          </a:lstStyle>
          <a:p>
            <a:pPr lvl="0"/>
            <a:r>
              <a:rPr lang="en-US" dirty="0"/>
              <a:t>Click to edit Master text styles  </a:t>
            </a:r>
          </a:p>
        </p:txBody>
      </p:sp>
      <p:cxnSp>
        <p:nvCxnSpPr>
          <p:cNvPr id="11" name="Straight Connector 10">
            <a:extLst>
              <a:ext uri="{FF2B5EF4-FFF2-40B4-BE49-F238E27FC236}">
                <a16:creationId xmlns:a16="http://schemas.microsoft.com/office/drawing/2014/main" id="{076CAFA7-68AE-4EAD-BE3A-A5B16D9D3552}"/>
              </a:ext>
            </a:extLst>
          </p:cNvPr>
          <p:cNvCxnSpPr/>
          <p:nvPr userDrawn="1"/>
        </p:nvCxnSpPr>
        <p:spPr>
          <a:xfrm>
            <a:off x="61607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4" name="Text Placeholder 3">
            <a:extLst>
              <a:ext uri="{FF2B5EF4-FFF2-40B4-BE49-F238E27FC236}">
                <a16:creationId xmlns:a16="http://schemas.microsoft.com/office/drawing/2014/main" id="{A8F2FE0A-3A4C-445D-8290-44FCEA3F5955}"/>
              </a:ext>
            </a:extLst>
          </p:cNvPr>
          <p:cNvSpPr>
            <a:spLocks noGrp="1"/>
          </p:cNvSpPr>
          <p:nvPr>
            <p:ph type="body" sz="quarter" idx="10" hasCustomPrompt="1"/>
          </p:nvPr>
        </p:nvSpPr>
        <p:spPr>
          <a:xfrm>
            <a:off x="616074"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5" name="Text Placeholder 3">
            <a:extLst>
              <a:ext uri="{FF2B5EF4-FFF2-40B4-BE49-F238E27FC236}">
                <a16:creationId xmlns:a16="http://schemas.microsoft.com/office/drawing/2014/main" id="{C9AD2564-EF06-46B2-95AF-0FC81EEDCC98}"/>
              </a:ext>
            </a:extLst>
          </p:cNvPr>
          <p:cNvSpPr>
            <a:spLocks noGrp="1"/>
          </p:cNvSpPr>
          <p:nvPr>
            <p:ph type="body" sz="half" idx="2" hasCustomPrompt="1"/>
          </p:nvPr>
        </p:nvSpPr>
        <p:spPr>
          <a:xfrm>
            <a:off x="709574" y="2245766"/>
            <a:ext cx="5018229" cy="3920948"/>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386411331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Left image-L (White bg)">
    <p:bg>
      <p:bgPr>
        <a:solidFill>
          <a:schemeClr val="bg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CB99501-2A5A-45F8-BACF-23701FE68337}"/>
              </a:ext>
            </a:extLst>
          </p:cNvPr>
          <p:cNvSpPr>
            <a:spLocks noGrp="1"/>
          </p:cNvSpPr>
          <p:nvPr>
            <p:ph type="pic" idx="1" hasCustomPrompt="1"/>
          </p:nvPr>
        </p:nvSpPr>
        <p:spPr>
          <a:xfrm>
            <a:off x="5194302" y="0"/>
            <a:ext cx="6997698" cy="6857999"/>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picture here</a:t>
            </a:r>
          </a:p>
        </p:txBody>
      </p:sp>
      <p:sp>
        <p:nvSpPr>
          <p:cNvPr id="4" name="Text Placeholder 3">
            <a:extLst>
              <a:ext uri="{FF2B5EF4-FFF2-40B4-BE49-F238E27FC236}">
                <a16:creationId xmlns:a16="http://schemas.microsoft.com/office/drawing/2014/main" id="{4CE260B5-3078-4CFA-A43A-D57EA4E988F4}"/>
              </a:ext>
            </a:extLst>
          </p:cNvPr>
          <p:cNvSpPr>
            <a:spLocks noGrp="1"/>
          </p:cNvSpPr>
          <p:nvPr>
            <p:ph type="body" sz="half" idx="2"/>
          </p:nvPr>
        </p:nvSpPr>
        <p:spPr>
          <a:xfrm>
            <a:off x="652649" y="2228472"/>
            <a:ext cx="4204643" cy="39368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Title 1">
            <a:extLst>
              <a:ext uri="{FF2B5EF4-FFF2-40B4-BE49-F238E27FC236}">
                <a16:creationId xmlns:a16="http://schemas.microsoft.com/office/drawing/2014/main" id="{6147FA91-C242-46DD-BE23-48F41CC2970C}"/>
              </a:ext>
            </a:extLst>
          </p:cNvPr>
          <p:cNvSpPr>
            <a:spLocks noGrp="1"/>
          </p:cNvSpPr>
          <p:nvPr>
            <p:ph type="title" hasCustomPrompt="1"/>
          </p:nvPr>
        </p:nvSpPr>
        <p:spPr>
          <a:xfrm>
            <a:off x="652649" y="1218965"/>
            <a:ext cx="4255850" cy="933507"/>
          </a:xfrm>
          <a:prstGeom prst="rect">
            <a:avLst/>
          </a:prstGeom>
        </p:spPr>
        <p:txBody>
          <a:bodyPr anchor="t">
            <a:noAutofit/>
          </a:bodyPr>
          <a:lstStyle>
            <a:lvl1pPr>
              <a:defRPr sz="2800"/>
            </a:lvl1pPr>
          </a:lstStyle>
          <a:p>
            <a:pPr lvl="0"/>
            <a:r>
              <a:rPr lang="en-US" dirty="0"/>
              <a:t>Click to edit Master text styles</a:t>
            </a:r>
          </a:p>
        </p:txBody>
      </p:sp>
      <p:cxnSp>
        <p:nvCxnSpPr>
          <p:cNvPr id="7" name="Straight Connector 6">
            <a:extLst>
              <a:ext uri="{FF2B5EF4-FFF2-40B4-BE49-F238E27FC236}">
                <a16:creationId xmlns:a16="http://schemas.microsoft.com/office/drawing/2014/main" id="{20EEAF69-B649-4DD9-BE4A-CC1FC2864BDE}"/>
              </a:ext>
            </a:extLst>
          </p:cNvPr>
          <p:cNvCxnSpPr/>
          <p:nvPr userDrawn="1"/>
        </p:nvCxnSpPr>
        <p:spPr>
          <a:xfrm>
            <a:off x="60144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8" name="Text Placeholder 3">
            <a:extLst>
              <a:ext uri="{FF2B5EF4-FFF2-40B4-BE49-F238E27FC236}">
                <a16:creationId xmlns:a16="http://schemas.microsoft.com/office/drawing/2014/main" id="{822686E3-ED91-4402-ABE9-E10A74CBDBB8}"/>
              </a:ext>
            </a:extLst>
          </p:cNvPr>
          <p:cNvSpPr>
            <a:spLocks noGrp="1"/>
          </p:cNvSpPr>
          <p:nvPr>
            <p:ph type="body" sz="quarter" idx="10" hasCustomPrompt="1"/>
          </p:nvPr>
        </p:nvSpPr>
        <p:spPr>
          <a:xfrm>
            <a:off x="601445" y="313371"/>
            <a:ext cx="4307054"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27806611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Blank - Footer (white bg) ">
    <p:spTree>
      <p:nvGrpSpPr>
        <p:cNvPr id="1" name=""/>
        <p:cNvGrpSpPr/>
        <p:nvPr/>
      </p:nvGrpSpPr>
      <p:grpSpPr>
        <a:xfrm>
          <a:off x="0" y="0"/>
          <a:ext cx="0" cy="0"/>
          <a:chOff x="0" y="0"/>
          <a:chExt cx="0" cy="0"/>
        </a:xfrm>
      </p:grpSpPr>
    </p:spTree>
    <p:extLst>
      <p:ext uri="{BB962C8B-B14F-4D97-AF65-F5344CB8AC3E}">
        <p14:creationId xmlns:p14="http://schemas.microsoft.com/office/powerpoint/2010/main" val="94355432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whit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36622E0-A137-429D-BE75-779E322CE694}"/>
              </a:ext>
            </a:extLst>
          </p:cNvPr>
          <p:cNvSpPr/>
          <p:nvPr userDrawn="1"/>
        </p:nvSpPr>
        <p:spPr>
          <a:xfrm>
            <a:off x="-30161" y="0"/>
            <a:ext cx="1222216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321608253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Blank (blu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B0641AD-3AD5-4F67-A775-821CB3080BD2}"/>
              </a:ext>
            </a:extLst>
          </p:cNvPr>
          <p:cNvSpPr/>
          <p:nvPr userDrawn="1"/>
        </p:nvSpPr>
        <p:spPr>
          <a:xfrm>
            <a:off x="-30161" y="0"/>
            <a:ext cx="12222161" cy="6858000"/>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141802275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2_Thank you Slide">
    <p:bg>
      <p:bgPr>
        <a:solidFill>
          <a:srgbClr val="F5FAFC"/>
        </a:soli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E3F35E03-ED1F-4BA6-A9DB-BAA193266DF0}"/>
              </a:ext>
            </a:extLst>
          </p:cNvPr>
          <p:cNvSpPr txBox="1"/>
          <p:nvPr userDrawn="1"/>
        </p:nvSpPr>
        <p:spPr>
          <a:xfrm>
            <a:off x="3457462" y="2905780"/>
            <a:ext cx="5246914" cy="584775"/>
          </a:xfrm>
          <a:prstGeom prst="rect">
            <a:avLst/>
          </a:prstGeom>
          <a:noFill/>
        </p:spPr>
        <p:txBody>
          <a:bodyPr wrap="square" rtlCol="0">
            <a:spAutoFit/>
          </a:bodyPr>
          <a:lstStyle/>
          <a:p>
            <a:pPr algn="ctr"/>
            <a:r>
              <a:rPr lang="en-US" sz="3200" b="1" dirty="0">
                <a:solidFill>
                  <a:schemeClr val="tx1"/>
                </a:solidFill>
                <a:cs typeface="Arial" panose="020B0604020202020204" pitchFamily="34" charset="0"/>
              </a:rPr>
              <a:t>Thank you!</a:t>
            </a:r>
          </a:p>
        </p:txBody>
      </p:sp>
      <p:sp>
        <p:nvSpPr>
          <p:cNvPr id="7" name="Rectangle 6">
            <a:extLst>
              <a:ext uri="{FF2B5EF4-FFF2-40B4-BE49-F238E27FC236}">
                <a16:creationId xmlns:a16="http://schemas.microsoft.com/office/drawing/2014/main" id="{D95BEDD7-9550-46FC-AAD4-3BCDC60161D9}"/>
              </a:ext>
            </a:extLst>
          </p:cNvPr>
          <p:cNvSpPr/>
          <p:nvPr userDrawn="1"/>
        </p:nvSpPr>
        <p:spPr>
          <a:xfrm>
            <a:off x="0" y="6115986"/>
            <a:ext cx="12192000" cy="742013"/>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9CD6"/>
              </a:solidFill>
            </a:endParaRPr>
          </a:p>
        </p:txBody>
      </p:sp>
    </p:spTree>
    <p:extLst>
      <p:ext uri="{BB962C8B-B14F-4D97-AF65-F5344CB8AC3E}">
        <p14:creationId xmlns:p14="http://schemas.microsoft.com/office/powerpoint/2010/main" val="69760784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3_Title and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CD000AF-B921-43E9-B432-355A07B6E46E}"/>
              </a:ext>
            </a:extLst>
          </p:cNvPr>
          <p:cNvSpPr/>
          <p:nvPr userDrawn="1"/>
        </p:nvSpPr>
        <p:spPr>
          <a:xfrm>
            <a:off x="0" y="6115986"/>
            <a:ext cx="10028420" cy="74201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8953649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Big text aligned right + Italic">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a:t>Click to edit section name</a:t>
            </a:r>
            <a:endParaRPr lang="en-US" dirty="0"/>
          </a:p>
        </p:txBody>
      </p:sp>
      <p:sp>
        <p:nvSpPr>
          <p:cNvPr id="6" name="Shape 610" hidden="1">
            <a:extLst>
              <a:ext uri="{FF2B5EF4-FFF2-40B4-BE49-F238E27FC236}">
                <a16:creationId xmlns:a16="http://schemas.microsoft.com/office/drawing/2014/main" id="{C5B068B2-AEB9-41E6-AB3C-EA87FFB0FE76}"/>
              </a:ext>
            </a:extLst>
          </p:cNvPr>
          <p:cNvSpPr/>
          <p:nvPr userDrawn="1"/>
        </p:nvSpPr>
        <p:spPr>
          <a:xfrm>
            <a:off x="510238" y="2132869"/>
            <a:ext cx="6303518" cy="3103212"/>
          </a:xfrm>
          <a:prstGeom prst="rect">
            <a:avLst/>
          </a:prstGeom>
          <a:noFill/>
          <a:ln>
            <a:noFill/>
          </a:ln>
        </p:spPr>
        <p:txBody>
          <a:bodyPr lIns="91412" tIns="45700" rIns="91412" bIns="45700" anchor="t" anchorCtr="0">
            <a:noAutofit/>
          </a:bodyPr>
          <a:lstStyle/>
          <a:p>
            <a:pPr algn="r">
              <a:buSzPct val="25000"/>
            </a:pPr>
            <a:r>
              <a:rPr lang="en-GB" sz="2800" dirty="0">
                <a:latin typeface="Arial" panose="020B0604020202020204" pitchFamily="34" charset="0"/>
                <a:ea typeface="Roboto"/>
                <a:cs typeface="Arial" panose="020B0604020202020204" pitchFamily="34" charset="0"/>
                <a:sym typeface="Roboto"/>
              </a:rPr>
              <a:t>We have focused on </a:t>
            </a:r>
            <a:r>
              <a:rPr lang="en-GB" sz="2800" b="1" dirty="0">
                <a:latin typeface="Arial" panose="020B0604020202020204" pitchFamily="34" charset="0"/>
                <a:ea typeface="Roboto"/>
                <a:cs typeface="Arial" panose="020B0604020202020204" pitchFamily="34" charset="0"/>
                <a:sym typeface="Roboto"/>
              </a:rPr>
              <a:t>preparing and empowering BDT staff</a:t>
            </a:r>
            <a:r>
              <a:rPr lang="en-GB" sz="2800" dirty="0">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p:txBody>
      </p:sp>
      <p:sp>
        <p:nvSpPr>
          <p:cNvPr id="7" name="Subtitle 8">
            <a:extLst>
              <a:ext uri="{FF2B5EF4-FFF2-40B4-BE49-F238E27FC236}">
                <a16:creationId xmlns:a16="http://schemas.microsoft.com/office/drawing/2014/main" id="{A4620858-2872-44F6-B072-7E678A260322}"/>
              </a:ext>
            </a:extLst>
          </p:cNvPr>
          <p:cNvSpPr txBox="1">
            <a:spLocks/>
          </p:cNvSpPr>
          <p:nvPr userDrawn="1"/>
        </p:nvSpPr>
        <p:spPr>
          <a:xfrm>
            <a:off x="7295839" y="2132869"/>
            <a:ext cx="4663323" cy="4303496"/>
          </a:xfrm>
          <a:prstGeom prst="rect">
            <a:avLst/>
          </a:prstGeom>
        </p:spPr>
        <p:txBody>
          <a:bodyP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spcBef>
                <a:spcPts val="1800"/>
              </a:spcBef>
            </a:pPr>
            <a:endParaRPr lang="en-US" i="1" dirty="0">
              <a:solidFill>
                <a:schemeClr val="bg2">
                  <a:lumMod val="25000"/>
                </a:schemeClr>
              </a:solidFill>
              <a:latin typeface="Georgia" panose="02040502050405020303" pitchFamily="18" charset="0"/>
            </a:endParaRPr>
          </a:p>
        </p:txBody>
      </p:sp>
      <p:cxnSp>
        <p:nvCxnSpPr>
          <p:cNvPr id="11" name="Straight Connector 10">
            <a:extLst>
              <a:ext uri="{FF2B5EF4-FFF2-40B4-BE49-F238E27FC236}">
                <a16:creationId xmlns:a16="http://schemas.microsoft.com/office/drawing/2014/main" id="{BE0E510D-A28B-40D0-90A9-897A15E93F85}"/>
              </a:ext>
            </a:extLst>
          </p:cNvPr>
          <p:cNvCxnSpPr>
            <a:cxnSpLocks/>
          </p:cNvCxnSpPr>
          <p:nvPr userDrawn="1"/>
        </p:nvCxnSpPr>
        <p:spPr>
          <a:xfrm>
            <a:off x="7069545" y="2248302"/>
            <a:ext cx="0" cy="313372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5B885EC5-B7E9-4FBB-A4AE-A260C8DCB031}"/>
              </a:ext>
            </a:extLst>
          </p:cNvPr>
          <p:cNvSpPr>
            <a:spLocks noGrp="1"/>
          </p:cNvSpPr>
          <p:nvPr>
            <p:ph type="body" sz="quarter" idx="11" hasCustomPrompt="1"/>
          </p:nvPr>
        </p:nvSpPr>
        <p:spPr>
          <a:xfrm>
            <a:off x="503238" y="2133600"/>
            <a:ext cx="6297612" cy="3079750"/>
          </a:xfrm>
        </p:spPr>
        <p:txBody>
          <a:bodyPr/>
          <a:lstStyle>
            <a:lvl1pPr marL="0" marR="0" indent="0" algn="r" defTabSz="914400" rtl="0" eaLnBrk="1" fontAlgn="auto" latinLnBrk="0" hangingPunct="1">
              <a:lnSpc>
                <a:spcPct val="100000"/>
              </a:lnSpc>
              <a:spcBef>
                <a:spcPts val="0"/>
              </a:spcBef>
              <a:spcAft>
                <a:spcPts val="0"/>
              </a:spcAft>
              <a:buClrTx/>
              <a:buSzPct val="25000"/>
              <a:buFontTx/>
              <a:buNone/>
              <a:tabLst/>
              <a:defRPr/>
            </a:lvl1pPr>
          </a:lstStyle>
          <a:p>
            <a:pPr marL="0" marR="0" lvl="0" indent="0" algn="r" defTabSz="914400" rtl="0" eaLnBrk="1" fontAlgn="auto" latinLnBrk="0" hangingPunct="1">
              <a:lnSpc>
                <a:spcPct val="100000"/>
              </a:lnSpc>
              <a:spcBef>
                <a:spcPts val="0"/>
              </a:spcBef>
              <a:spcAft>
                <a:spcPts val="0"/>
              </a:spcAft>
              <a:buClrTx/>
              <a:buSzPct val="25000"/>
              <a:buFontTx/>
              <a:buNone/>
              <a:tabLst/>
              <a:defRPr/>
            </a:pP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We have focused on </a:t>
            </a:r>
            <a:r>
              <a:rPr kumimoji="0" lang="en-GB" sz="2800" b="1"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preparing and empowering BDT staff</a:t>
            </a: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a:p>
            <a:pPr lvl="0"/>
            <a:endParaRPr lang="en-US" dirty="0"/>
          </a:p>
        </p:txBody>
      </p:sp>
      <p:sp>
        <p:nvSpPr>
          <p:cNvPr id="12" name="Text Placeholder 11">
            <a:extLst>
              <a:ext uri="{FF2B5EF4-FFF2-40B4-BE49-F238E27FC236}">
                <a16:creationId xmlns:a16="http://schemas.microsoft.com/office/drawing/2014/main" id="{2EFC6EC8-B366-4C1C-9E18-04E70FF727B4}"/>
              </a:ext>
            </a:extLst>
          </p:cNvPr>
          <p:cNvSpPr>
            <a:spLocks noGrp="1"/>
          </p:cNvSpPr>
          <p:nvPr>
            <p:ph type="body" sz="quarter" idx="12" hasCustomPrompt="1"/>
          </p:nvPr>
        </p:nvSpPr>
        <p:spPr>
          <a:xfrm>
            <a:off x="7296150" y="2133600"/>
            <a:ext cx="4683125" cy="3856038"/>
          </a:xfrm>
        </p:spPr>
        <p:txBody>
          <a:bodyPr/>
          <a:lstStyle>
            <a:lvl1pPr marL="0" marR="0" indent="0" algn="l" defTabSz="914400" rtl="0" eaLnBrk="1" fontAlgn="auto" latinLnBrk="0" hangingPunct="1">
              <a:lnSpc>
                <a:spcPct val="100000"/>
              </a:lnSpc>
              <a:spcBef>
                <a:spcPts val="1800"/>
              </a:spcBef>
              <a:spcAft>
                <a:spcPts val="0"/>
              </a:spcAft>
              <a:buClrTx/>
              <a:buSzTx/>
              <a:buFontTx/>
              <a:buNone/>
              <a:tabLst/>
              <a:defRPr sz="2400">
                <a:solidFill>
                  <a:schemeClr val="bg2">
                    <a:lumMod val="25000"/>
                  </a:schemeClr>
                </a:solidFill>
              </a:defRPr>
            </a:lvl1pPr>
          </a:lstStyle>
          <a:p>
            <a:pPr algn="l">
              <a:lnSpc>
                <a:spcPct val="100000"/>
              </a:lnSpc>
              <a:spcBef>
                <a:spcPts val="1800"/>
              </a:spcBef>
            </a:pPr>
            <a:r>
              <a:rPr lang="en-GB" i="1" dirty="0">
                <a:solidFill>
                  <a:schemeClr val="bg2">
                    <a:lumMod val="25000"/>
                  </a:schemeClr>
                </a:solidFill>
                <a:latin typeface="Georgia" panose="02040502050405020303" pitchFamily="18" charset="0"/>
              </a:rPr>
              <a:t>Multiple RBM workshops for</a:t>
            </a:r>
            <a:br>
              <a:rPr lang="en-GB" i="1" dirty="0">
                <a:solidFill>
                  <a:schemeClr val="bg2">
                    <a:lumMod val="25000"/>
                  </a:schemeClr>
                </a:solidFill>
                <a:latin typeface="Georgia" panose="02040502050405020303" pitchFamily="18" charset="0"/>
              </a:rPr>
            </a:br>
            <a:r>
              <a:rPr lang="en-GB" i="1" dirty="0">
                <a:solidFill>
                  <a:schemeClr val="bg2">
                    <a:lumMod val="25000"/>
                  </a:schemeClr>
                </a:solidFill>
                <a:latin typeface="Georgia" panose="02040502050405020303" pitchFamily="18" charset="0"/>
              </a:rPr>
              <a:t>all HQ-based teams and Regional Offices </a:t>
            </a:r>
          </a:p>
          <a:p>
            <a:pPr algn="l">
              <a:lnSpc>
                <a:spcPct val="100000"/>
              </a:lnSpc>
              <a:spcBef>
                <a:spcPts val="1800"/>
              </a:spcBef>
            </a:pPr>
            <a:r>
              <a:rPr lang="en-GB" i="1" dirty="0">
                <a:solidFill>
                  <a:schemeClr val="bg2">
                    <a:lumMod val="25000"/>
                  </a:schemeClr>
                </a:solidFill>
                <a:latin typeface="Georgia" panose="02040502050405020303" pitchFamily="18" charset="0"/>
              </a:rPr>
              <a:t>Project Management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Communication for Development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Procurement training</a:t>
            </a:r>
            <a:endParaRPr lang="en-US" i="1" dirty="0">
              <a:solidFill>
                <a:schemeClr val="bg2">
                  <a:lumMod val="25000"/>
                </a:schemeClr>
              </a:solidFill>
              <a:latin typeface="Georgia" panose="02040502050405020303" pitchFamily="18" charset="0"/>
            </a:endParaRPr>
          </a:p>
          <a:p>
            <a:pPr lvl="0"/>
            <a:endParaRPr lang="en-US" dirty="0"/>
          </a:p>
        </p:txBody>
      </p:sp>
    </p:spTree>
    <p:extLst>
      <p:ext uri="{BB962C8B-B14F-4D97-AF65-F5344CB8AC3E}">
        <p14:creationId xmlns:p14="http://schemas.microsoft.com/office/powerpoint/2010/main" val="24450848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Big text two column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725414" y="2033625"/>
            <a:ext cx="8999926" cy="4067251"/>
          </a:xfrm>
        </p:spPr>
        <p:txBody>
          <a:bodyPr numCol="2" spcCol="274320">
            <a:noAutofit/>
          </a:bodyPr>
          <a:lstStyle>
            <a:lvl1pPr marL="91440" marR="0" indent="0" algn="l" defTabSz="914400" rtl="0" eaLnBrk="1" fontAlgn="auto" latinLnBrk="0" hangingPunct="1">
              <a:lnSpc>
                <a:spcPct val="100000"/>
              </a:lnSpc>
              <a:spcBef>
                <a:spcPts val="1000"/>
              </a:spcBef>
              <a:spcAft>
                <a:spcPts val="0"/>
              </a:spcAft>
              <a:buClr>
                <a:srgbClr val="009CD6"/>
              </a:buClr>
              <a:buSzPct val="110000"/>
              <a:buFontTx/>
              <a:buNone/>
              <a:tabLst/>
              <a:defRPr sz="2400" spc="20"/>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 </a:t>
            </a:r>
          </a:p>
          <a:p>
            <a:pPr lvl="0"/>
            <a:r>
              <a:rPr lang="en-US" dirty="0" err="1"/>
              <a:t>Nulla</a:t>
            </a:r>
            <a:r>
              <a:rPr lang="en-US" dirty="0"/>
              <a:t> </a:t>
            </a:r>
            <a:r>
              <a:rPr lang="en-US" dirty="0" err="1"/>
              <a:t>consequat</a:t>
            </a:r>
            <a:r>
              <a:rPr lang="en-US" dirty="0"/>
              <a:t> </a:t>
            </a:r>
            <a:r>
              <a:rPr lang="en-US" dirty="0" err="1"/>
              <a:t>massa</a:t>
            </a:r>
            <a:r>
              <a:rPr lang="en-US" dirty="0"/>
              <a:t> </a:t>
            </a:r>
            <a:r>
              <a:rPr lang="en-US" dirty="0" err="1"/>
              <a:t>quis</a:t>
            </a:r>
            <a:r>
              <a:rPr lang="en-US" dirty="0"/>
              <a:t> </a:t>
            </a:r>
            <a:r>
              <a:rPr lang="en-US" dirty="0" err="1"/>
              <a:t>enim</a:t>
            </a:r>
            <a:r>
              <a:rPr lang="en-US" dirty="0"/>
              <a:t>. Donec </a:t>
            </a:r>
            <a:r>
              <a:rPr lang="en-US" dirty="0" err="1"/>
              <a:t>pede</a:t>
            </a:r>
            <a:r>
              <a:rPr lang="en-US" dirty="0"/>
              <a:t> </a:t>
            </a:r>
            <a:r>
              <a:rPr lang="en-US" dirty="0" err="1"/>
              <a:t>justo</a:t>
            </a:r>
            <a:r>
              <a:rPr lang="en-US" dirty="0"/>
              <a:t>, </a:t>
            </a:r>
            <a:r>
              <a:rPr lang="en-US" dirty="0" err="1"/>
              <a:t>fringilla</a:t>
            </a:r>
            <a:r>
              <a:rPr lang="en-US" dirty="0"/>
              <a:t> vel, </a:t>
            </a:r>
            <a:r>
              <a:rPr lang="en-US" dirty="0" err="1"/>
              <a:t>aliquet</a:t>
            </a:r>
            <a:r>
              <a:rPr lang="en-US" dirty="0"/>
              <a:t> </a:t>
            </a:r>
            <a:r>
              <a:rPr lang="en-US" dirty="0" err="1"/>
              <a:t>nec</a:t>
            </a:r>
            <a:r>
              <a:rPr lang="en-US" dirty="0"/>
              <a:t>.</a:t>
            </a:r>
          </a:p>
          <a:p>
            <a:pPr marL="91440" marR="0" lvl="0" indent="0" algn="l" defTabSz="914400" rtl="0" eaLnBrk="1" fontAlgn="auto" latinLnBrk="0" hangingPunct="1">
              <a:lnSpc>
                <a:spcPct val="100000"/>
              </a:lnSpc>
              <a:spcBef>
                <a:spcPts val="1000"/>
              </a:spcBef>
              <a:spcAft>
                <a:spcPts val="0"/>
              </a:spcAft>
              <a:buClr>
                <a:srgbClr val="009CD6"/>
              </a:buClr>
              <a:buSzPct val="110000"/>
              <a:buFontTx/>
              <a:buNone/>
              <a:tabLst/>
              <a:defRPr/>
            </a:pPr>
            <a:r>
              <a:rPr lang="en-US" dirty="0"/>
              <a:t>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a:t>
            </a:r>
          </a:p>
        </p:txBody>
      </p:sp>
      <p:sp>
        <p:nvSpPr>
          <p:cNvPr id="8" name="Title 1">
            <a:extLst>
              <a:ext uri="{FF2B5EF4-FFF2-40B4-BE49-F238E27FC236}">
                <a16:creationId xmlns:a16="http://schemas.microsoft.com/office/drawing/2014/main" id="{2068AA50-AAA8-4842-ABF3-40CA7CFE97D8}"/>
              </a:ext>
            </a:extLst>
          </p:cNvPr>
          <p:cNvSpPr>
            <a:spLocks noGrp="1"/>
          </p:cNvSpPr>
          <p:nvPr>
            <p:ph type="title" hasCustomPrompt="1"/>
          </p:nvPr>
        </p:nvSpPr>
        <p:spPr>
          <a:xfrm>
            <a:off x="719358" y="685156"/>
            <a:ext cx="8999926" cy="597012"/>
          </a:xfrm>
          <a:prstGeom prst="rect">
            <a:avLst/>
          </a:prstGeom>
        </p:spPr>
        <p:txBody>
          <a:bodyPr>
            <a:noAutofit/>
          </a:bodyPr>
          <a:lstStyle>
            <a:lvl1pPr>
              <a:defRPr sz="2800"/>
            </a:lvl1pPr>
          </a:lstStyle>
          <a:p>
            <a:pPr lvl="0"/>
            <a:r>
              <a:rPr lang="en-US" dirty="0"/>
              <a:t>Click to edit Master text styles</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50670260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Big text 1 column">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725414" y="2033625"/>
            <a:ext cx="6297178" cy="4067251"/>
          </a:xfrm>
        </p:spPr>
        <p:txBody>
          <a:bodyPr numCol="1" spcCol="274320">
            <a:noAutofit/>
          </a:bodyPr>
          <a:lstStyle>
            <a:lvl1pPr marL="91440" marR="0" indent="0" algn="l" defTabSz="914400" rtl="0" eaLnBrk="1" fontAlgn="auto" latinLnBrk="0" hangingPunct="1">
              <a:lnSpc>
                <a:spcPct val="100000"/>
              </a:lnSpc>
              <a:spcBef>
                <a:spcPts val="1000"/>
              </a:spcBef>
              <a:spcAft>
                <a:spcPts val="0"/>
              </a:spcAft>
              <a:buClr>
                <a:srgbClr val="009CD6"/>
              </a:buClr>
              <a:buSzPct val="110000"/>
              <a:buFontTx/>
              <a:buNone/>
              <a:tabLst/>
              <a:defRPr sz="2400" spc="20"/>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 </a:t>
            </a:r>
          </a:p>
        </p:txBody>
      </p:sp>
      <p:sp>
        <p:nvSpPr>
          <p:cNvPr id="8" name="Title 1">
            <a:extLst>
              <a:ext uri="{FF2B5EF4-FFF2-40B4-BE49-F238E27FC236}">
                <a16:creationId xmlns:a16="http://schemas.microsoft.com/office/drawing/2014/main" id="{2068AA50-AAA8-4842-ABF3-40CA7CFE97D8}"/>
              </a:ext>
            </a:extLst>
          </p:cNvPr>
          <p:cNvSpPr>
            <a:spLocks noGrp="1"/>
          </p:cNvSpPr>
          <p:nvPr>
            <p:ph type="title" hasCustomPrompt="1"/>
          </p:nvPr>
        </p:nvSpPr>
        <p:spPr>
          <a:xfrm>
            <a:off x="719358" y="685156"/>
            <a:ext cx="8999926" cy="597012"/>
          </a:xfrm>
          <a:prstGeom prst="rect">
            <a:avLst/>
          </a:prstGeom>
        </p:spPr>
        <p:txBody>
          <a:bodyPr>
            <a:noAutofit/>
          </a:bodyPr>
          <a:lstStyle>
            <a:lvl1pPr>
              <a:defRPr sz="2800"/>
            </a:lvl1pPr>
          </a:lstStyle>
          <a:p>
            <a:pPr lvl="0"/>
            <a:r>
              <a:rPr lang="en-US" dirty="0"/>
              <a:t>Click to edit Master text styles</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56407432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Big text aligned right + Italic">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a:t>Click to edit section name</a:t>
            </a:r>
            <a:endParaRPr lang="en-US" dirty="0"/>
          </a:p>
        </p:txBody>
      </p:sp>
      <p:sp>
        <p:nvSpPr>
          <p:cNvPr id="6" name="Shape 610" hidden="1">
            <a:extLst>
              <a:ext uri="{FF2B5EF4-FFF2-40B4-BE49-F238E27FC236}">
                <a16:creationId xmlns:a16="http://schemas.microsoft.com/office/drawing/2014/main" id="{C5B068B2-AEB9-41E6-AB3C-EA87FFB0FE76}"/>
              </a:ext>
            </a:extLst>
          </p:cNvPr>
          <p:cNvSpPr/>
          <p:nvPr userDrawn="1"/>
        </p:nvSpPr>
        <p:spPr>
          <a:xfrm>
            <a:off x="510238" y="2132869"/>
            <a:ext cx="6303518" cy="3103212"/>
          </a:xfrm>
          <a:prstGeom prst="rect">
            <a:avLst/>
          </a:prstGeom>
          <a:noFill/>
          <a:ln>
            <a:noFill/>
          </a:ln>
        </p:spPr>
        <p:txBody>
          <a:bodyPr lIns="91412" tIns="45700" rIns="91412" bIns="45700" anchor="t" anchorCtr="0">
            <a:noAutofit/>
          </a:bodyPr>
          <a:lstStyle/>
          <a:p>
            <a:pPr algn="r">
              <a:buSzPct val="25000"/>
            </a:pPr>
            <a:r>
              <a:rPr lang="en-GB" sz="2800" dirty="0">
                <a:latin typeface="Arial" panose="020B0604020202020204" pitchFamily="34" charset="0"/>
                <a:ea typeface="Roboto"/>
                <a:cs typeface="Arial" panose="020B0604020202020204" pitchFamily="34" charset="0"/>
                <a:sym typeface="Roboto"/>
              </a:rPr>
              <a:t>We have focused on </a:t>
            </a:r>
            <a:r>
              <a:rPr lang="en-GB" sz="2800" b="1" dirty="0">
                <a:latin typeface="Arial" panose="020B0604020202020204" pitchFamily="34" charset="0"/>
                <a:ea typeface="Roboto"/>
                <a:cs typeface="Arial" panose="020B0604020202020204" pitchFamily="34" charset="0"/>
                <a:sym typeface="Roboto"/>
              </a:rPr>
              <a:t>preparing and empowering BDT staff</a:t>
            </a:r>
            <a:r>
              <a:rPr lang="en-GB" sz="2800" dirty="0">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p:txBody>
      </p:sp>
      <p:sp>
        <p:nvSpPr>
          <p:cNvPr id="7" name="Subtitle 8">
            <a:extLst>
              <a:ext uri="{FF2B5EF4-FFF2-40B4-BE49-F238E27FC236}">
                <a16:creationId xmlns:a16="http://schemas.microsoft.com/office/drawing/2014/main" id="{A4620858-2872-44F6-B072-7E678A260322}"/>
              </a:ext>
            </a:extLst>
          </p:cNvPr>
          <p:cNvSpPr txBox="1">
            <a:spLocks/>
          </p:cNvSpPr>
          <p:nvPr userDrawn="1"/>
        </p:nvSpPr>
        <p:spPr>
          <a:xfrm>
            <a:off x="7295839" y="2132869"/>
            <a:ext cx="4663323" cy="4303496"/>
          </a:xfrm>
          <a:prstGeom prst="rect">
            <a:avLst/>
          </a:prstGeom>
        </p:spPr>
        <p:txBody>
          <a:bodyP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spcBef>
                <a:spcPts val="1800"/>
              </a:spcBef>
            </a:pPr>
            <a:endParaRPr lang="en-US" i="1" dirty="0">
              <a:solidFill>
                <a:schemeClr val="bg2">
                  <a:lumMod val="25000"/>
                </a:schemeClr>
              </a:solidFill>
              <a:latin typeface="Georgia" panose="02040502050405020303" pitchFamily="18" charset="0"/>
            </a:endParaRPr>
          </a:p>
        </p:txBody>
      </p:sp>
      <p:cxnSp>
        <p:nvCxnSpPr>
          <p:cNvPr id="11" name="Straight Connector 10">
            <a:extLst>
              <a:ext uri="{FF2B5EF4-FFF2-40B4-BE49-F238E27FC236}">
                <a16:creationId xmlns:a16="http://schemas.microsoft.com/office/drawing/2014/main" id="{BE0E510D-A28B-40D0-90A9-897A15E93F85}"/>
              </a:ext>
            </a:extLst>
          </p:cNvPr>
          <p:cNvCxnSpPr>
            <a:cxnSpLocks/>
          </p:cNvCxnSpPr>
          <p:nvPr userDrawn="1"/>
        </p:nvCxnSpPr>
        <p:spPr>
          <a:xfrm>
            <a:off x="7069545" y="2248302"/>
            <a:ext cx="0" cy="313372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5B885EC5-B7E9-4FBB-A4AE-A260C8DCB031}"/>
              </a:ext>
            </a:extLst>
          </p:cNvPr>
          <p:cNvSpPr>
            <a:spLocks noGrp="1"/>
          </p:cNvSpPr>
          <p:nvPr>
            <p:ph type="body" sz="quarter" idx="11" hasCustomPrompt="1"/>
          </p:nvPr>
        </p:nvSpPr>
        <p:spPr>
          <a:xfrm>
            <a:off x="503238" y="2133600"/>
            <a:ext cx="6297612" cy="3079750"/>
          </a:xfrm>
        </p:spPr>
        <p:txBody>
          <a:bodyPr/>
          <a:lstStyle>
            <a:lvl1pPr marL="0" marR="0" indent="0" algn="r" defTabSz="914400" rtl="0" eaLnBrk="1" fontAlgn="auto" latinLnBrk="0" hangingPunct="1">
              <a:lnSpc>
                <a:spcPct val="100000"/>
              </a:lnSpc>
              <a:spcBef>
                <a:spcPts val="0"/>
              </a:spcBef>
              <a:spcAft>
                <a:spcPts val="0"/>
              </a:spcAft>
              <a:buClrTx/>
              <a:buSzPct val="25000"/>
              <a:buFontTx/>
              <a:buNone/>
              <a:tabLst/>
              <a:defRPr/>
            </a:lvl1pPr>
          </a:lstStyle>
          <a:p>
            <a:pPr marL="0" marR="0" lvl="0" indent="0" algn="r" defTabSz="914400" rtl="0" eaLnBrk="1" fontAlgn="auto" latinLnBrk="0" hangingPunct="1">
              <a:lnSpc>
                <a:spcPct val="100000"/>
              </a:lnSpc>
              <a:spcBef>
                <a:spcPts val="0"/>
              </a:spcBef>
              <a:spcAft>
                <a:spcPts val="0"/>
              </a:spcAft>
              <a:buClrTx/>
              <a:buSzPct val="25000"/>
              <a:buFontTx/>
              <a:buNone/>
              <a:tabLst/>
              <a:defRPr/>
            </a:pP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We have focused on </a:t>
            </a:r>
            <a:r>
              <a:rPr kumimoji="0" lang="en-GB" sz="2800" b="1"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preparing and empowering BDT staff</a:t>
            </a: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a:p>
            <a:pPr lvl="0"/>
            <a:endParaRPr lang="en-US" dirty="0"/>
          </a:p>
        </p:txBody>
      </p:sp>
      <p:sp>
        <p:nvSpPr>
          <p:cNvPr id="12" name="Text Placeholder 11">
            <a:extLst>
              <a:ext uri="{FF2B5EF4-FFF2-40B4-BE49-F238E27FC236}">
                <a16:creationId xmlns:a16="http://schemas.microsoft.com/office/drawing/2014/main" id="{2EFC6EC8-B366-4C1C-9E18-04E70FF727B4}"/>
              </a:ext>
            </a:extLst>
          </p:cNvPr>
          <p:cNvSpPr>
            <a:spLocks noGrp="1"/>
          </p:cNvSpPr>
          <p:nvPr>
            <p:ph type="body" sz="quarter" idx="12" hasCustomPrompt="1"/>
          </p:nvPr>
        </p:nvSpPr>
        <p:spPr>
          <a:xfrm>
            <a:off x="7296150" y="2133600"/>
            <a:ext cx="4683125" cy="3856038"/>
          </a:xfrm>
        </p:spPr>
        <p:txBody>
          <a:bodyPr/>
          <a:lstStyle>
            <a:lvl1pPr marL="0" marR="0" indent="0" algn="l" defTabSz="914400" rtl="0" eaLnBrk="1" fontAlgn="auto" latinLnBrk="0" hangingPunct="1">
              <a:lnSpc>
                <a:spcPct val="100000"/>
              </a:lnSpc>
              <a:spcBef>
                <a:spcPts val="1800"/>
              </a:spcBef>
              <a:spcAft>
                <a:spcPts val="0"/>
              </a:spcAft>
              <a:buClrTx/>
              <a:buSzTx/>
              <a:buFontTx/>
              <a:buNone/>
              <a:tabLst/>
              <a:defRPr sz="2400">
                <a:solidFill>
                  <a:schemeClr val="bg2">
                    <a:lumMod val="25000"/>
                  </a:schemeClr>
                </a:solidFill>
              </a:defRPr>
            </a:lvl1pPr>
          </a:lstStyle>
          <a:p>
            <a:pPr algn="l">
              <a:lnSpc>
                <a:spcPct val="100000"/>
              </a:lnSpc>
              <a:spcBef>
                <a:spcPts val="1800"/>
              </a:spcBef>
            </a:pPr>
            <a:r>
              <a:rPr lang="en-GB" i="1" dirty="0">
                <a:solidFill>
                  <a:schemeClr val="bg2">
                    <a:lumMod val="25000"/>
                  </a:schemeClr>
                </a:solidFill>
                <a:latin typeface="Georgia" panose="02040502050405020303" pitchFamily="18" charset="0"/>
              </a:rPr>
              <a:t>Multiple RBM workshops for</a:t>
            </a:r>
            <a:br>
              <a:rPr lang="en-GB" i="1" dirty="0">
                <a:solidFill>
                  <a:schemeClr val="bg2">
                    <a:lumMod val="25000"/>
                  </a:schemeClr>
                </a:solidFill>
                <a:latin typeface="Georgia" panose="02040502050405020303" pitchFamily="18" charset="0"/>
              </a:rPr>
            </a:br>
            <a:r>
              <a:rPr lang="en-GB" i="1" dirty="0">
                <a:solidFill>
                  <a:schemeClr val="bg2">
                    <a:lumMod val="25000"/>
                  </a:schemeClr>
                </a:solidFill>
                <a:latin typeface="Georgia" panose="02040502050405020303" pitchFamily="18" charset="0"/>
              </a:rPr>
              <a:t>all HQ-based teams and Regional Offices </a:t>
            </a:r>
          </a:p>
          <a:p>
            <a:pPr algn="l">
              <a:lnSpc>
                <a:spcPct val="100000"/>
              </a:lnSpc>
              <a:spcBef>
                <a:spcPts val="1800"/>
              </a:spcBef>
            </a:pPr>
            <a:r>
              <a:rPr lang="en-GB" i="1" dirty="0">
                <a:solidFill>
                  <a:schemeClr val="bg2">
                    <a:lumMod val="25000"/>
                  </a:schemeClr>
                </a:solidFill>
                <a:latin typeface="Georgia" panose="02040502050405020303" pitchFamily="18" charset="0"/>
              </a:rPr>
              <a:t>Project Management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Communication for Development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Procurement training</a:t>
            </a:r>
            <a:endParaRPr lang="en-US" i="1" dirty="0">
              <a:solidFill>
                <a:schemeClr val="bg2">
                  <a:lumMod val="25000"/>
                </a:schemeClr>
              </a:solidFill>
              <a:latin typeface="Georgia" panose="02040502050405020303" pitchFamily="18" charset="0"/>
            </a:endParaRPr>
          </a:p>
          <a:p>
            <a:pPr lvl="0"/>
            <a:endParaRPr lang="en-US" dirty="0"/>
          </a:p>
        </p:txBody>
      </p:sp>
    </p:spTree>
    <p:extLst>
      <p:ext uri="{BB962C8B-B14F-4D97-AF65-F5344CB8AC3E}">
        <p14:creationId xmlns:p14="http://schemas.microsoft.com/office/powerpoint/2010/main" val="34633762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Quote with big quote mark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1520946" y="2336800"/>
            <a:ext cx="9150108" cy="3764076"/>
          </a:xfrm>
        </p:spPr>
        <p:txBody>
          <a:bodyPr numCol="1" spcCol="274320">
            <a:noAutofit/>
          </a:bodyPr>
          <a:lstStyle>
            <a:lvl1pPr marL="91440" indent="0">
              <a:lnSpc>
                <a:spcPct val="100000"/>
              </a:lnSpc>
              <a:buClr>
                <a:srgbClr val="009CD6"/>
              </a:buClr>
              <a:buFontTx/>
              <a:buNone/>
              <a:defRPr sz="3200" i="1" spc="20">
                <a:latin typeface="Georgia" panose="02040502050405020303" pitchFamily="18" charset="0"/>
              </a:defRPr>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lgn="l">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98795915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Quote with photo">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1520946" y="2658534"/>
            <a:ext cx="9150108" cy="3764076"/>
          </a:xfrm>
        </p:spPr>
        <p:txBody>
          <a:bodyPr numCol="1" spcCol="274320">
            <a:noAutofit/>
          </a:bodyPr>
          <a:lstStyle>
            <a:lvl1pPr marL="91440" indent="0">
              <a:lnSpc>
                <a:spcPct val="100000"/>
              </a:lnSpc>
              <a:buClr>
                <a:srgbClr val="009CD6"/>
              </a:buClr>
              <a:buFontTx/>
              <a:buNone/>
              <a:defRPr sz="3200" i="1" spc="20">
                <a:latin typeface="Georgia" panose="02040502050405020303" pitchFamily="18" charset="0"/>
              </a:defRPr>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lgn="l">
              <a:buNone/>
              <a:defRPr sz="1600">
                <a:solidFill>
                  <a:schemeClr val="accent2"/>
                </a:solidFill>
              </a:defRPr>
            </a:lvl1pPr>
          </a:lstStyle>
          <a:p>
            <a:pPr lvl="0"/>
            <a:r>
              <a:rPr lang="en-US" dirty="0"/>
              <a:t>Click to edit section name</a:t>
            </a:r>
          </a:p>
        </p:txBody>
      </p:sp>
      <p:sp>
        <p:nvSpPr>
          <p:cNvPr id="6" name="Picture Placeholder 5">
            <a:extLst>
              <a:ext uri="{FF2B5EF4-FFF2-40B4-BE49-F238E27FC236}">
                <a16:creationId xmlns:a16="http://schemas.microsoft.com/office/drawing/2014/main" id="{BE0DB947-B9BF-4F5D-BCB3-A4E551A7C958}"/>
              </a:ext>
            </a:extLst>
          </p:cNvPr>
          <p:cNvSpPr>
            <a:spLocks noGrp="1"/>
          </p:cNvSpPr>
          <p:nvPr>
            <p:ph type="pic" sz="quarter" idx="11" hasCustomPrompt="1"/>
          </p:nvPr>
        </p:nvSpPr>
        <p:spPr>
          <a:xfrm>
            <a:off x="5473700" y="1215232"/>
            <a:ext cx="1244600" cy="1244600"/>
          </a:xfrm>
          <a:prstGeom prst="flowChartConnector">
            <a:avLst/>
          </a:prstGeom>
          <a:solidFill>
            <a:schemeClr val="bg1">
              <a:lumMod val="85000"/>
            </a:schemeClr>
          </a:solidFill>
        </p:spPr>
        <p:txBody>
          <a:bodyPr anchor="ctr"/>
          <a:lstStyle>
            <a:lvl1pPr>
              <a:defRPr sz="1400" b="0"/>
            </a:lvl1pPr>
          </a:lstStyle>
          <a:p>
            <a:r>
              <a:rPr lang="en-US" dirty="0"/>
              <a:t>Insert</a:t>
            </a:r>
            <a:br>
              <a:rPr lang="en-US" dirty="0"/>
            </a:br>
            <a:r>
              <a:rPr lang="en-US" dirty="0"/>
              <a:t>Photo</a:t>
            </a:r>
          </a:p>
        </p:txBody>
      </p:sp>
    </p:spTree>
    <p:extLst>
      <p:ext uri="{BB962C8B-B14F-4D97-AF65-F5344CB8AC3E}">
        <p14:creationId xmlns:p14="http://schemas.microsoft.com/office/powerpoint/2010/main" val="10683193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 + large image (light blue bg) 2">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698526" y="1881427"/>
            <a:ext cx="10976290" cy="3985973"/>
          </a:xfrm>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cxnSp>
        <p:nvCxnSpPr>
          <p:cNvPr id="6" name="Straight Connector 5">
            <a:extLst>
              <a:ext uri="{FF2B5EF4-FFF2-40B4-BE49-F238E27FC236}">
                <a16:creationId xmlns:a16="http://schemas.microsoft.com/office/drawing/2014/main" id="{E7FA0E66-7846-4BCB-AE09-F966602C759F}"/>
              </a:ext>
            </a:extLst>
          </p:cNvPr>
          <p:cNvCxnSpPr/>
          <p:nvPr userDrawn="1"/>
        </p:nvCxnSpPr>
        <p:spPr>
          <a:xfrm>
            <a:off x="607468"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CF0B2556-6FCF-4306-988D-12A70352A48D}"/>
              </a:ext>
            </a:extLst>
          </p:cNvPr>
          <p:cNvSpPr>
            <a:spLocks noGrp="1"/>
          </p:cNvSpPr>
          <p:nvPr>
            <p:ph type="body" sz="quarter" idx="10"/>
          </p:nvPr>
        </p:nvSpPr>
        <p:spPr>
          <a:xfrm>
            <a:off x="607468" y="313371"/>
            <a:ext cx="4554538" cy="308803"/>
          </a:xfrm>
        </p:spPr>
        <p:txBody>
          <a:bodyPr anchor="ctr"/>
          <a:lstStyle>
            <a:lvl1pPr marL="91440" indent="0">
              <a:buNone/>
              <a:defRPr sz="1600">
                <a:solidFill>
                  <a:schemeClr val="accent2"/>
                </a:solidFill>
              </a:defRPr>
            </a:lvl1pPr>
          </a:lstStyle>
          <a:p>
            <a:pPr lvl="0"/>
            <a:r>
              <a:rPr lang="en-US" dirty="0"/>
              <a:t>Click to edit Master text styles</a:t>
            </a:r>
          </a:p>
        </p:txBody>
      </p:sp>
      <p:sp>
        <p:nvSpPr>
          <p:cNvPr id="10" name="Title Placeholder 1">
            <a:extLst>
              <a:ext uri="{FF2B5EF4-FFF2-40B4-BE49-F238E27FC236}">
                <a16:creationId xmlns:a16="http://schemas.microsoft.com/office/drawing/2014/main" id="{B0DA0626-8521-4B9A-A854-E817A6A1230B}"/>
              </a:ext>
            </a:extLst>
          </p:cNvPr>
          <p:cNvSpPr>
            <a:spLocks noGrp="1"/>
          </p:cNvSpPr>
          <p:nvPr>
            <p:ph type="title"/>
          </p:nvPr>
        </p:nvSpPr>
        <p:spPr>
          <a:xfrm>
            <a:off x="688392" y="1231105"/>
            <a:ext cx="10515600" cy="568434"/>
          </a:xfrm>
          <a:prstGeom prst="rect">
            <a:avLst/>
          </a:prstGeom>
        </p:spPr>
        <p:txBody>
          <a:bodyPr vert="horz" lIns="91440" tIns="45720" rIns="91440" bIns="45720" rtlCol="0" anchor="t">
            <a:noAutofit/>
          </a:bodyPr>
          <a:lstStyle/>
          <a:p>
            <a:r>
              <a:rPr lang="en-US" dirty="0"/>
              <a:t>Click to edit Master title style</a:t>
            </a:r>
          </a:p>
        </p:txBody>
      </p:sp>
    </p:spTree>
    <p:extLst>
      <p:ext uri="{BB962C8B-B14F-4D97-AF65-F5344CB8AC3E}">
        <p14:creationId xmlns:p14="http://schemas.microsoft.com/office/powerpoint/2010/main" val="236208159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Blank (light blu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055F4467-8115-4C34-B39A-8E571F625EA9}"/>
              </a:ext>
            </a:extLst>
          </p:cNvPr>
          <p:cNvSpPr/>
          <p:nvPr userDrawn="1"/>
        </p:nvSpPr>
        <p:spPr>
          <a:xfrm>
            <a:off x="-30161" y="0"/>
            <a:ext cx="12222161" cy="6858000"/>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306718066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cSld name="Blank (whit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36622E0-A137-429D-BE75-779E322CE694}"/>
              </a:ext>
            </a:extLst>
          </p:cNvPr>
          <p:cNvSpPr/>
          <p:nvPr userDrawn="1"/>
        </p:nvSpPr>
        <p:spPr>
          <a:xfrm>
            <a:off x="-30161" y="0"/>
            <a:ext cx="1222216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Avenir Next LT Pro" panose="020B0504020202020204" pitchFamily="34" charset="0"/>
              </a:rPr>
              <a:t> </a:t>
            </a:r>
          </a:p>
        </p:txBody>
      </p:sp>
    </p:spTree>
    <p:extLst>
      <p:ext uri="{BB962C8B-B14F-4D97-AF65-F5344CB8AC3E}">
        <p14:creationId xmlns:p14="http://schemas.microsoft.com/office/powerpoint/2010/main" val="105035650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slideLayout" Target="../slideLayouts/slideLayout19.xml"/><Relationship Id="rId3" Type="http://schemas.openxmlformats.org/officeDocument/2006/relationships/slideLayout" Target="../slideLayouts/slideLayout20.xml"/><Relationship Id="rId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slideLayout" Target="../slideLayouts/slideLayout22.xml"/><Relationship Id="rId3"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slideLayout" Target="../slideLayouts/slideLayout24.xml"/><Relationship Id="rId3" Type="http://schemas.openxmlformats.org/officeDocument/2006/relationships/slideLayout" Target="../slideLayouts/slideLayout25.xml"/><Relationship Id="rId4" Type="http://schemas.openxmlformats.org/officeDocument/2006/relationships/theme" Target="../theme/theme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C4518C-C369-4BCE-93F6-ACF7A0A4563A}"/>
              </a:ext>
            </a:extLst>
          </p:cNvPr>
          <p:cNvSpPr>
            <a:spLocks noGrp="1"/>
          </p:cNvSpPr>
          <p:nvPr>
            <p:ph type="title"/>
          </p:nvPr>
        </p:nvSpPr>
        <p:spPr>
          <a:xfrm>
            <a:off x="688392" y="879975"/>
            <a:ext cx="10515600" cy="746442"/>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8" name="TextBox 7">
            <a:extLst>
              <a:ext uri="{FF2B5EF4-FFF2-40B4-BE49-F238E27FC236}">
                <a16:creationId xmlns:a16="http://schemas.microsoft.com/office/drawing/2014/main" id="{69A5A063-7EAA-4705-81BD-73270FF5BA28}"/>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9" name="TextBox 8">
            <a:extLst>
              <a:ext uri="{FF2B5EF4-FFF2-40B4-BE49-F238E27FC236}">
                <a16:creationId xmlns:a16="http://schemas.microsoft.com/office/drawing/2014/main" id="{F4ED357C-3FA0-42D4-850C-879BB0BE1875}"/>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3452108936"/>
      </p:ext>
    </p:extLst>
  </p:cSld>
  <p:clrMap bg1="lt1" tx1="dk1" bg2="lt2" tx2="dk2" accent1="accent1" accent2="accent2" accent3="accent3" accent4="accent4" accent5="accent5" accent6="accent6" hlink="hlink" folHlink="folHlink"/>
  <p:sldLayoutIdLst>
    <p:sldLayoutId id="2147483656" r:id="rId1"/>
    <p:sldLayoutId id="2147483653" r:id="rId2"/>
    <p:sldLayoutId id="2147483652" r:id="rId3"/>
    <p:sldLayoutId id="2147483675" r:id="rId4"/>
    <p:sldLayoutId id="2147483676" r:id="rId5"/>
    <p:sldLayoutId id="2147483674" r:id="rId6"/>
    <p:sldLayoutId id="2147483672" r:id="rId7"/>
    <p:sldLayoutId id="2147483657" r:id="rId8"/>
    <p:sldLayoutId id="2147483717" r:id="rId9"/>
    <p:sldLayoutId id="2147483718" r:id="rId10"/>
    <p:sldLayoutId id="2147483719" r:id="rId11"/>
    <p:sldLayoutId id="2147483670" r:id="rId12"/>
    <p:sldLayoutId id="2147483660" r:id="rId13"/>
    <p:sldLayoutId id="2147483687" r:id="rId14"/>
    <p:sldLayoutId id="2147483707" r:id="rId15"/>
    <p:sldLayoutId id="2147483712" r:id="rId16"/>
    <p:sldLayoutId id="2147483721" r:id="rId17"/>
  </p:sldLayoutIdLst>
  <p:hf hdr="0" ftr="0" dt="0"/>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228600" indent="-137160" algn="l" defTabSz="914400" rtl="0" eaLnBrk="1" latinLnBrk="0" hangingPunct="1">
        <a:lnSpc>
          <a:spcPts val="2200"/>
        </a:lnSpc>
        <a:spcBef>
          <a:spcPts val="1000"/>
        </a:spcBef>
        <a:buClr>
          <a:srgbClr val="009CD6"/>
        </a:buClr>
        <a:buSzPct val="110000"/>
        <a:buFont typeface="Arial" panose="020B0604020202020204" pitchFamily="34" charset="0"/>
        <a:buChar char="•"/>
        <a:defRPr sz="1800" kern="1200" spc="0">
          <a:solidFill>
            <a:schemeClr val="tx1"/>
          </a:solidFill>
          <a:latin typeface="Arial" panose="020B0604020202020204" pitchFamily="34" charset="0"/>
          <a:ea typeface="+mn-ea"/>
          <a:cs typeface="Arial" panose="020B0604020202020204" pitchFamily="34" charset="0"/>
        </a:defRPr>
      </a:lvl1pPr>
      <a:lvl2pPr marL="6858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a:solidFill>
            <a:schemeClr val="tx1"/>
          </a:solidFill>
          <a:latin typeface="Arial" panose="020B0604020202020204" pitchFamily="34" charset="0"/>
          <a:ea typeface="+mn-ea"/>
          <a:cs typeface="Arial" panose="020B0604020202020204" pitchFamily="34" charset="0"/>
        </a:defRPr>
      </a:lvl2pPr>
      <a:lvl3pPr marL="11430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baseline="0">
          <a:solidFill>
            <a:schemeClr val="tx1"/>
          </a:solidFill>
          <a:latin typeface="Arial" panose="020B0604020202020204" pitchFamily="34" charset="0"/>
          <a:ea typeface="+mn-ea"/>
          <a:cs typeface="Arial" panose="020B0604020202020204" pitchFamily="34" charset="0"/>
        </a:defRPr>
      </a:lvl3pPr>
      <a:lvl4pPr marL="16002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C4518C-C369-4BCE-93F6-ACF7A0A4563A}"/>
              </a:ext>
            </a:extLst>
          </p:cNvPr>
          <p:cNvSpPr>
            <a:spLocks noGrp="1"/>
          </p:cNvSpPr>
          <p:nvPr>
            <p:ph type="title"/>
          </p:nvPr>
        </p:nvSpPr>
        <p:spPr>
          <a:xfrm>
            <a:off x="688392" y="879975"/>
            <a:ext cx="10515600" cy="746442"/>
          </a:xfrm>
          <a:prstGeom prst="rect">
            <a:avLst/>
          </a:prstGeom>
        </p:spPr>
        <p:txBody>
          <a:bodyPr vert="horz" lIns="91440" tIns="45720" rIns="91440" bIns="45720" rtlCol="0" anchor="t">
            <a:noAutofit/>
          </a:bodyPr>
          <a:lstStyle/>
          <a:p>
            <a:r>
              <a:rPr lang="en-US" dirty="0"/>
              <a:t>Click to edit Master title style</a:t>
            </a:r>
          </a:p>
        </p:txBody>
      </p:sp>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6" name="TextBox 5">
            <a:extLst>
              <a:ext uri="{FF2B5EF4-FFF2-40B4-BE49-F238E27FC236}">
                <a16:creationId xmlns:a16="http://schemas.microsoft.com/office/drawing/2014/main" id="{693ABCAB-1B02-4C7B-89B1-A5BB0E479D06}"/>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7" name="TextBox 6">
            <a:extLst>
              <a:ext uri="{FF2B5EF4-FFF2-40B4-BE49-F238E27FC236}">
                <a16:creationId xmlns:a16="http://schemas.microsoft.com/office/drawing/2014/main" id="{77662A7B-D8AC-460A-9C3E-1872390023D8}"/>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497039940"/>
      </p:ext>
    </p:extLst>
  </p:cSld>
  <p:clrMap bg1="lt1" tx1="dk1" bg2="lt2" tx2="dk2" accent1="accent1" accent2="accent2" accent3="accent3" accent4="accent4" accent5="accent5" accent6="accent6" hlink="hlink" folHlink="folHlink"/>
  <p:sldLayoutIdLst>
    <p:sldLayoutId id="2147483710" r:id="rId1"/>
    <p:sldLayoutId id="2147483716" r:id="rId2"/>
    <p:sldLayoutId id="2147483711" r:id="rId3"/>
  </p:sldLayoutIdLst>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228600" indent="-137160" algn="l" defTabSz="914400" rtl="0" eaLnBrk="1" latinLnBrk="0" hangingPunct="1">
        <a:lnSpc>
          <a:spcPct val="100000"/>
        </a:lnSpc>
        <a:spcBef>
          <a:spcPts val="1000"/>
        </a:spcBef>
        <a:buClr>
          <a:srgbClr val="009CD6"/>
        </a:buClr>
        <a:buSzPct val="110000"/>
        <a:buFont typeface="Arial" panose="020B0604020202020204" pitchFamily="34" charset="0"/>
        <a:buChar char="•"/>
        <a:defRPr sz="2800" kern="1200" spc="0">
          <a:solidFill>
            <a:schemeClr val="tx1"/>
          </a:solidFill>
          <a:latin typeface="Arial" panose="020B0604020202020204" pitchFamily="34" charset="0"/>
          <a:ea typeface="+mn-ea"/>
          <a:cs typeface="Arial" panose="020B0604020202020204" pitchFamily="34" charset="0"/>
        </a:defRPr>
      </a:lvl1pPr>
      <a:lvl2pPr marL="6858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a:solidFill>
            <a:schemeClr val="tx1"/>
          </a:solidFill>
          <a:latin typeface="Arial" panose="020B0604020202020204" pitchFamily="34" charset="0"/>
          <a:ea typeface="+mn-ea"/>
          <a:cs typeface="Arial" panose="020B0604020202020204" pitchFamily="34" charset="0"/>
        </a:defRPr>
      </a:lvl2pPr>
      <a:lvl3pPr marL="11430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baseline="0">
          <a:solidFill>
            <a:schemeClr val="tx1"/>
          </a:solidFill>
          <a:latin typeface="Arial" panose="020B0604020202020204" pitchFamily="34" charset="0"/>
          <a:ea typeface="+mn-ea"/>
          <a:cs typeface="Arial" panose="020B0604020202020204" pitchFamily="34" charset="0"/>
        </a:defRPr>
      </a:lvl3pPr>
      <a:lvl4pPr marL="16002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1816313" y="2209801"/>
            <a:ext cx="8559373" cy="3793066"/>
          </a:xfrm>
          <a:prstGeom prst="rect">
            <a:avLst/>
          </a:prstGeom>
        </p:spPr>
        <p:txBody>
          <a:bodyPr vert="horz" lIns="91440" tIns="45720" rIns="91440" bIns="45720" rtlCol="0">
            <a:noAutofit/>
          </a:bodyPr>
          <a:lstStyle/>
          <a:p>
            <a:pPr algn="ctr"/>
            <a:r>
              <a:rPr lang="en-US" sz="2800" i="1" dirty="0">
                <a:latin typeface="Georgia" panose="02040502050405020303" pitchFamily="18" charset="0"/>
              </a:rPr>
              <a:t>We grew up with the internet. </a:t>
            </a:r>
            <a:br>
              <a:rPr lang="en-US" sz="2800" i="1" dirty="0">
                <a:latin typeface="Georgia" panose="02040502050405020303" pitchFamily="18" charset="0"/>
              </a:rPr>
            </a:br>
            <a:r>
              <a:rPr lang="en-US" sz="2800" i="1" dirty="0">
                <a:latin typeface="Georgia" panose="02040502050405020303" pitchFamily="18" charset="0"/>
              </a:rPr>
              <a:t>I mean, the internet has always been here with us. The grown-ups are like ‘Wow the internet appeared’, while it is perfectly normal for us.” </a:t>
            </a:r>
          </a:p>
        </p:txBody>
      </p:sp>
      <p:sp>
        <p:nvSpPr>
          <p:cNvPr id="8" name="TextBox 7">
            <a:extLst>
              <a:ext uri="{FF2B5EF4-FFF2-40B4-BE49-F238E27FC236}">
                <a16:creationId xmlns:a16="http://schemas.microsoft.com/office/drawing/2014/main" id="{43FB8933-3AE5-487A-8B03-0B68C8923CB0}"/>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9" name="TextBox 8">
            <a:extLst>
              <a:ext uri="{FF2B5EF4-FFF2-40B4-BE49-F238E27FC236}">
                <a16:creationId xmlns:a16="http://schemas.microsoft.com/office/drawing/2014/main" id="{CD9BF5BD-2163-4157-A2AF-C24DDF31C8DA}"/>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57613210"/>
      </p:ext>
    </p:extLst>
  </p:cSld>
  <p:clrMap bg1="lt1" tx1="dk1" bg2="lt2" tx2="dk2" accent1="accent1" accent2="accent2" accent3="accent3" accent4="accent4" accent5="accent5" accent6="accent6" hlink="hlink" folHlink="folHlink"/>
  <p:sldLayoutIdLst>
    <p:sldLayoutId id="2147483714" r:id="rId1"/>
    <p:sldLayoutId id="2147483715" r:id="rId2"/>
  </p:sldLayoutIdLst>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91440" indent="0" algn="ctr" defTabSz="914400" rtl="0" eaLnBrk="1" latinLnBrk="0" hangingPunct="1">
        <a:lnSpc>
          <a:spcPct val="100000"/>
        </a:lnSpc>
        <a:spcBef>
          <a:spcPts val="1000"/>
        </a:spcBef>
        <a:buClr>
          <a:srgbClr val="009CD6"/>
        </a:buClr>
        <a:buSzPct val="110000"/>
        <a:buFontTx/>
        <a:buNone/>
        <a:defRPr sz="3600" kern="1200" spc="0">
          <a:solidFill>
            <a:schemeClr val="tx1"/>
          </a:solidFill>
          <a:latin typeface="Arial" panose="020B0604020202020204" pitchFamily="34" charset="0"/>
          <a:ea typeface="+mn-ea"/>
          <a:cs typeface="Arial" panose="020B0604020202020204" pitchFamily="34" charset="0"/>
        </a:defRPr>
      </a:lvl1pPr>
      <a:lvl2pPr marL="548640" indent="0" algn="l" defTabSz="914400" rtl="0" eaLnBrk="1" latinLnBrk="0" hangingPunct="1">
        <a:lnSpc>
          <a:spcPct val="100000"/>
        </a:lnSpc>
        <a:spcBef>
          <a:spcPts val="500"/>
        </a:spcBef>
        <a:buClr>
          <a:srgbClr val="009CD6"/>
        </a:buClr>
        <a:buSzPct val="110000"/>
        <a:buFontTx/>
        <a:buNone/>
        <a:defRPr sz="2800" kern="1200" spc="0">
          <a:solidFill>
            <a:schemeClr val="tx1"/>
          </a:solidFill>
          <a:latin typeface="Arial" panose="020B0604020202020204" pitchFamily="34" charset="0"/>
          <a:ea typeface="+mn-ea"/>
          <a:cs typeface="Arial" panose="020B0604020202020204" pitchFamily="34" charset="0"/>
        </a:defRPr>
      </a:lvl2pPr>
      <a:lvl3pPr marL="1005840" indent="0" algn="l" defTabSz="914400" rtl="0" eaLnBrk="1" latinLnBrk="0" hangingPunct="1">
        <a:lnSpc>
          <a:spcPct val="100000"/>
        </a:lnSpc>
        <a:spcBef>
          <a:spcPts val="500"/>
        </a:spcBef>
        <a:buClr>
          <a:srgbClr val="009CD6"/>
        </a:buClr>
        <a:buSzPct val="110000"/>
        <a:buFontTx/>
        <a:buNone/>
        <a:defRPr sz="2800" kern="1200" spc="0" baseline="0">
          <a:solidFill>
            <a:schemeClr val="tx1"/>
          </a:solidFill>
          <a:latin typeface="Arial" panose="020B0604020202020204" pitchFamily="34" charset="0"/>
          <a:ea typeface="+mn-ea"/>
          <a:cs typeface="Arial" panose="020B0604020202020204" pitchFamily="34" charset="0"/>
        </a:defRPr>
      </a:lvl3pPr>
      <a:lvl4pPr marL="1463040" indent="0" algn="l" defTabSz="914400" rtl="0" eaLnBrk="1" latinLnBrk="0" hangingPunct="1">
        <a:lnSpc>
          <a:spcPct val="100000"/>
        </a:lnSpc>
        <a:spcBef>
          <a:spcPts val="500"/>
        </a:spcBef>
        <a:buClr>
          <a:srgbClr val="009CD6"/>
        </a:buClr>
        <a:buSzPct val="110000"/>
        <a:buFontTx/>
        <a:buNone/>
        <a:defRPr sz="2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rgbClr val="F5FAFC"/>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3903303-232A-4935-AFB3-F7B88DD729A5}"/>
              </a:ext>
            </a:extLst>
          </p:cNvPr>
          <p:cNvSpPr>
            <a:spLocks noGrp="1"/>
          </p:cNvSpPr>
          <p:nvPr>
            <p:ph type="title"/>
          </p:nvPr>
        </p:nvSpPr>
        <p:spPr>
          <a:xfrm>
            <a:off x="685893" y="879975"/>
            <a:ext cx="10515600" cy="746442"/>
          </a:xfrm>
          <a:prstGeom prst="rect">
            <a:avLst/>
          </a:prstGeom>
        </p:spPr>
        <p:txBody>
          <a:bodyPr vert="horz" lIns="91440" tIns="45720" rIns="91440" bIns="45720" rtlCol="0" anchor="t">
            <a:noAutofit/>
          </a:bodyPr>
          <a:lstStyle/>
          <a:p>
            <a:r>
              <a:rPr lang="en-US" dirty="0"/>
              <a:t>Click to edit Master title style</a:t>
            </a:r>
          </a:p>
        </p:txBody>
      </p:sp>
      <p:sp>
        <p:nvSpPr>
          <p:cNvPr id="3" name="Text Placeholder 2">
            <a:extLst>
              <a:ext uri="{FF2B5EF4-FFF2-40B4-BE49-F238E27FC236}">
                <a16:creationId xmlns:a16="http://schemas.microsoft.com/office/drawing/2014/main" id="{C8383453-70D1-44FB-B9C3-2EEFC15545D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marL="228600" marR="0" lvl="0" indent="-137160" algn="l" defTabSz="914400" rtl="0" eaLnBrk="1" fontAlgn="auto" latinLnBrk="0" hangingPunct="1">
              <a:lnSpc>
                <a:spcPts val="2200"/>
              </a:lnSpc>
              <a:spcBef>
                <a:spcPts val="10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Second level</a:t>
            </a:r>
          </a:p>
          <a:p>
            <a:pPr marL="685800" marR="0" lvl="1"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Third level</a:t>
            </a:r>
          </a:p>
          <a:p>
            <a:pPr marL="1143000" marR="0" lvl="2"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Fourth level</a:t>
            </a:r>
          </a:p>
          <a:p>
            <a:pPr marL="1600200" marR="0" lvl="3"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Fifth level</a:t>
            </a:r>
          </a:p>
        </p:txBody>
      </p:sp>
      <p:sp>
        <p:nvSpPr>
          <p:cNvPr id="7" name="TextBox 6">
            <a:extLst>
              <a:ext uri="{FF2B5EF4-FFF2-40B4-BE49-F238E27FC236}">
                <a16:creationId xmlns:a16="http://schemas.microsoft.com/office/drawing/2014/main" id="{E9BFC052-984C-4106-B990-03A1EB3873C1}"/>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8" name="TextBox 7">
            <a:extLst>
              <a:ext uri="{FF2B5EF4-FFF2-40B4-BE49-F238E27FC236}">
                <a16:creationId xmlns:a16="http://schemas.microsoft.com/office/drawing/2014/main" id="{DB202A0A-9127-4C98-B796-7DD30E32B3B1}"/>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86103942"/>
      </p:ext>
    </p:extLst>
  </p:cSld>
  <p:clrMap bg1="lt1" tx1="dk1" bg2="lt2" tx2="dk2" accent1="accent1" accent2="accent2" accent3="accent3" accent4="accent4" accent5="accent5" accent6="accent6" hlink="hlink" folHlink="folHlink"/>
  <p:sldLayoutIdLst>
    <p:sldLayoutId id="2147483696" r:id="rId1"/>
    <p:sldLayoutId id="2147483678" r:id="rId2"/>
    <p:sldLayoutId id="2147483720" r:id="rId3"/>
  </p:sldLayoutIdLst>
  <p:txStyles>
    <p:titleStyle>
      <a:lvl1pPr algn="l" defTabSz="914400" rtl="0" eaLnBrk="1" latinLnBrk="0" hangingPunct="1">
        <a:lnSpc>
          <a:spcPct val="90000"/>
        </a:lnSpc>
        <a:spcBef>
          <a:spcPct val="0"/>
        </a:spcBef>
        <a:buNone/>
        <a:defRPr sz="2800" b="1"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4.xml"/></Relationships>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822960"/>
            <a:ext cx="7315200" cy="457200"/>
          </a:xfrm>
          <a:prstGeom prst="rect">
            <a:avLst/>
          </a:prstGeom>
          <a:noFill/>
        </p:spPr>
        <p:txBody>
          <a:bodyPr wrap="square">
            <a:spAutoFit/>
          </a:bodyPr>
          <a:lstStyle/>
          <a:p>
            <a:r>
              <a:rPr sz="1200" b="1" i="0">
                <a:solidFill>
                  <a:srgbClr val="595959"/>
                </a:solidFill>
                <a:latin typeface="Arial"/>
              </a:rPr>
              <a:t>MODULE 2 · VIDEO 2.3</a:t>
            </a:r>
          </a:p>
        </p:txBody>
      </p:sp>
      <p:sp>
        <p:nvSpPr>
          <p:cNvPr id="3" name="TextBox 2"/>
          <p:cNvSpPr txBox="1"/>
          <p:nvPr/>
        </p:nvSpPr>
        <p:spPr>
          <a:xfrm>
            <a:off x="822960" y="1828800"/>
            <a:ext cx="2011680" cy="1097280"/>
          </a:xfrm>
          <a:prstGeom prst="rect">
            <a:avLst/>
          </a:prstGeom>
          <a:noFill/>
        </p:spPr>
        <p:txBody>
          <a:bodyPr wrap="square">
            <a:spAutoFit/>
          </a:bodyPr>
          <a:lstStyle/>
          <a:p>
            <a:r>
              <a:rPr sz="6000" b="1" i="0">
                <a:solidFill>
                  <a:srgbClr val="009CD6"/>
                </a:solidFill>
                <a:latin typeface="Arial"/>
              </a:rPr>
              <a:t>2.3</a:t>
            </a:r>
          </a:p>
        </p:txBody>
      </p:sp>
      <p:sp>
        <p:nvSpPr>
          <p:cNvPr id="4" name="TextBox 3"/>
          <p:cNvSpPr txBox="1"/>
          <p:nvPr/>
        </p:nvSpPr>
        <p:spPr>
          <a:xfrm>
            <a:off x="822960" y="2880360"/>
            <a:ext cx="9601200" cy="1371600"/>
          </a:xfrm>
          <a:prstGeom prst="rect">
            <a:avLst/>
          </a:prstGeom>
          <a:noFill/>
        </p:spPr>
        <p:txBody>
          <a:bodyPr wrap="square">
            <a:spAutoFit/>
          </a:bodyPr>
          <a:lstStyle/>
          <a:p>
            <a:r>
              <a:rPr sz="3400" b="1" i="0">
                <a:solidFill>
                  <a:srgbClr val="1A1A1A"/>
                </a:solidFill>
                <a:latin typeface="Arial"/>
              </a:rPr>
              <a:t>The Explanatory Memorandum and Preamble</a:t>
            </a:r>
          </a:p>
        </p:txBody>
      </p:sp>
      <p:sp>
        <p:nvSpPr>
          <p:cNvPr id="5" name="TextBox 4"/>
          <p:cNvSpPr txBox="1"/>
          <p:nvPr/>
        </p:nvSpPr>
        <p:spPr>
          <a:xfrm>
            <a:off x="822960" y="4343400"/>
            <a:ext cx="9875520" cy="1554480"/>
          </a:xfrm>
          <a:prstGeom prst="rect">
            <a:avLst/>
          </a:prstGeom>
          <a:noFill/>
        </p:spPr>
        <p:txBody>
          <a:bodyPr wrap="square">
            <a:spAutoFit/>
          </a:bodyPr>
          <a:lstStyle/>
          <a:p>
            <a:r>
              <a:rPr sz="1700" b="0" i="1">
                <a:solidFill>
                  <a:srgbClr val="595959"/>
                </a:solidFill>
                <a:latin typeface="Arial"/>
              </a:rPr>
              <a:t>Draft the case-for and the recitals with Claude from your Strategic Foundation Document — then check every claim against a real statute.</a:t>
            </a:r>
          </a:p>
        </p:txBody>
      </p:sp>
      <p:sp>
        <p:nvSpPr>
          <p:cNvPr id="6" name="TextBox 5"/>
          <p:cNvSpPr txBox="1"/>
          <p:nvPr/>
        </p:nvSpPr>
        <p:spPr>
          <a:xfrm>
            <a:off x="822960" y="5989320"/>
            <a:ext cx="7315200" cy="365760"/>
          </a:xfrm>
          <a:prstGeom prst="rect">
            <a:avLst/>
          </a:prstGeom>
          <a:noFill/>
        </p:spPr>
        <p:txBody>
          <a:bodyPr wrap="square">
            <a:spAutoFit/>
          </a:bodyPr>
          <a:lstStyle/>
          <a:p>
            <a:r>
              <a:rPr sz="1200" b="0" i="0">
                <a:solidFill>
                  <a:srgbClr val="595959"/>
                </a:solidFill>
                <a:latin typeface="Arial"/>
              </a:rPr>
              <a:t>standalone video · voice-over on text slides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1325880"/>
            <a:ext cx="5486400" cy="365760"/>
          </a:xfrm>
          <a:prstGeom prst="rect">
            <a:avLst/>
          </a:prstGeom>
          <a:noFill/>
        </p:spPr>
        <p:txBody>
          <a:bodyPr wrap="square">
            <a:spAutoFit/>
          </a:bodyPr>
          <a:lstStyle/>
          <a:p>
            <a:r>
              <a:rPr sz="1200" b="1" i="0">
                <a:solidFill>
                  <a:srgbClr val="006E96"/>
                </a:solidFill>
                <a:latin typeface="Arial"/>
              </a:rPr>
              <a:t>WHERE WE START</a:t>
            </a:r>
          </a:p>
        </p:txBody>
      </p:sp>
      <p:sp>
        <p:nvSpPr>
          <p:cNvPr id="3" name="TextBox 2"/>
          <p:cNvSpPr txBox="1"/>
          <p:nvPr/>
        </p:nvSpPr>
        <p:spPr>
          <a:xfrm>
            <a:off x="1005840" y="1783080"/>
            <a:ext cx="10149840" cy="1737360"/>
          </a:xfrm>
          <a:prstGeom prst="rect">
            <a:avLst/>
          </a:prstGeom>
          <a:noFill/>
        </p:spPr>
        <p:txBody>
          <a:bodyPr wrap="square">
            <a:spAutoFit/>
          </a:bodyPr>
          <a:lstStyle/>
          <a:p>
            <a:r>
              <a:rPr sz="3000" b="1" i="0">
                <a:solidFill>
                  <a:srgbClr val="1A1A1A"/>
                </a:solidFill>
                <a:latin typeface="Arial"/>
              </a:rPr>
              <a:t>The first two parts are the ones a non-lawyer can lead on.</a:t>
            </a:r>
          </a:p>
        </p:txBody>
      </p:sp>
      <p:sp>
        <p:nvSpPr>
          <p:cNvPr id="4" name="TextBox 3"/>
          <p:cNvSpPr txBox="1"/>
          <p:nvPr/>
        </p:nvSpPr>
        <p:spPr>
          <a:xfrm>
            <a:off x="1005840" y="3611880"/>
            <a:ext cx="10149840" cy="2377440"/>
          </a:xfrm>
          <a:prstGeom prst="rect">
            <a:avLst/>
          </a:prstGeom>
          <a:noFill/>
        </p:spPr>
        <p:txBody>
          <a:bodyPr wrap="square">
            <a:spAutoFit/>
          </a:bodyPr>
          <a:lstStyle/>
          <a:p>
            <a:pPr>
              <a:spcAft>
                <a:spcPts val="800"/>
              </a:spcAft>
            </a:pPr>
            <a:r>
              <a:rPr sz="1700" b="0" i="0">
                <a:solidFill>
                  <a:srgbClr val="595959"/>
                </a:solidFill>
                <a:latin typeface="Arial"/>
              </a:rPr>
              <a:t>They are about the case and the context, not the binding rules.</a:t>
            </a:r>
          </a:p>
          <a:p>
            <a:pPr>
              <a:spcAft>
                <a:spcPts val="800"/>
              </a:spcAft>
            </a:pPr>
            <a:r>
              <a:rPr sz="1700" b="0" i="0">
                <a:solidFill>
                  <a:srgbClr val="595959"/>
                </a:solidFill>
                <a:latin typeface="Arial"/>
              </a:rPr>
              <a:t>Both start from the Strategic Foundation Document you already have.</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2.3 · The Explanatory Memorandum and Preamble</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The Memorandum is the case, written for the minister</a:t>
            </a:r>
          </a:p>
        </p:txBody>
      </p:sp>
      <p:sp>
        <p:nvSpPr>
          <p:cNvPr id="4" name="Oval 3"/>
          <p:cNvSpPr/>
          <p:nvPr/>
        </p:nvSpPr>
        <p:spPr>
          <a:xfrm>
            <a:off x="621792" y="1508760"/>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1</a:t>
            </a:r>
          </a:p>
        </p:txBody>
      </p:sp>
      <p:sp>
        <p:nvSpPr>
          <p:cNvPr id="5" name="TextBox 4"/>
          <p:cNvSpPr txBox="1"/>
          <p:nvPr/>
        </p:nvSpPr>
        <p:spPr>
          <a:xfrm>
            <a:off x="1115568" y="1463040"/>
            <a:ext cx="10527487" cy="1028699"/>
          </a:xfrm>
          <a:prstGeom prst="rect">
            <a:avLst/>
          </a:prstGeom>
          <a:noFill/>
        </p:spPr>
        <p:txBody>
          <a:bodyPr wrap="square">
            <a:spAutoFit/>
          </a:bodyPr>
          <a:lstStyle/>
          <a:p>
            <a:pPr>
              <a:spcAft>
                <a:spcPts val="300"/>
              </a:spcAft>
            </a:pPr>
            <a:r>
              <a:rPr sz="1900" b="1" i="0">
                <a:solidFill>
                  <a:srgbClr val="1A1A1A"/>
                </a:solidFill>
                <a:latin typeface="Arial"/>
              </a:rPr>
              <a:t>The problem the decree solves</a:t>
            </a:r>
          </a:p>
          <a:p>
            <a:pPr>
              <a:spcAft>
                <a:spcPts val="300"/>
              </a:spcAft>
            </a:pPr>
            <a:r>
              <a:rPr sz="1550" b="0" i="0">
                <a:solidFill>
                  <a:srgbClr val="595959"/>
                </a:solidFill>
                <a:latin typeface="Arial"/>
              </a:rPr>
              <a:t>Fragmentation; the citizen asked the same thing many times.</a:t>
            </a:r>
          </a:p>
        </p:txBody>
      </p:sp>
      <p:sp>
        <p:nvSpPr>
          <p:cNvPr id="6" name="Rectangle 5"/>
          <p:cNvSpPr/>
          <p:nvPr/>
        </p:nvSpPr>
        <p:spPr>
          <a:xfrm>
            <a:off x="621792" y="249631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621792" y="2583179"/>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2</a:t>
            </a:r>
          </a:p>
        </p:txBody>
      </p:sp>
      <p:sp>
        <p:nvSpPr>
          <p:cNvPr id="8" name="TextBox 7"/>
          <p:cNvSpPr txBox="1"/>
          <p:nvPr/>
        </p:nvSpPr>
        <p:spPr>
          <a:xfrm>
            <a:off x="1115568" y="2537460"/>
            <a:ext cx="10527487" cy="1028699"/>
          </a:xfrm>
          <a:prstGeom prst="rect">
            <a:avLst/>
          </a:prstGeom>
          <a:noFill/>
        </p:spPr>
        <p:txBody>
          <a:bodyPr wrap="square">
            <a:spAutoFit/>
          </a:bodyPr>
          <a:lstStyle/>
          <a:p>
            <a:pPr>
              <a:spcAft>
                <a:spcPts val="300"/>
              </a:spcAft>
            </a:pPr>
            <a:r>
              <a:rPr sz="1900" b="1" i="0">
                <a:solidFill>
                  <a:srgbClr val="1A1A1A"/>
                </a:solidFill>
                <a:latin typeface="Arial"/>
              </a:rPr>
              <a:t>What the decree does</a:t>
            </a:r>
          </a:p>
          <a:p>
            <a:pPr>
              <a:spcAft>
                <a:spcPts val="300"/>
              </a:spcAft>
            </a:pPr>
            <a:r>
              <a:rPr sz="1550" b="0" i="0">
                <a:solidFill>
                  <a:srgbClr val="595959"/>
                </a:solidFill>
                <a:latin typeface="Arial"/>
              </a:rPr>
              <a:t>In plain language.</a:t>
            </a:r>
          </a:p>
        </p:txBody>
      </p:sp>
      <p:sp>
        <p:nvSpPr>
          <p:cNvPr id="9" name="Rectangle 8"/>
          <p:cNvSpPr/>
          <p:nvPr/>
        </p:nvSpPr>
        <p:spPr>
          <a:xfrm>
            <a:off x="621792" y="357073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21792" y="3657599"/>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3</a:t>
            </a:r>
          </a:p>
        </p:txBody>
      </p:sp>
      <p:sp>
        <p:nvSpPr>
          <p:cNvPr id="11" name="TextBox 10"/>
          <p:cNvSpPr txBox="1"/>
          <p:nvPr/>
        </p:nvSpPr>
        <p:spPr>
          <a:xfrm>
            <a:off x="1115568" y="3611879"/>
            <a:ext cx="10527487" cy="1028699"/>
          </a:xfrm>
          <a:prstGeom prst="rect">
            <a:avLst/>
          </a:prstGeom>
          <a:noFill/>
        </p:spPr>
        <p:txBody>
          <a:bodyPr wrap="square">
            <a:spAutoFit/>
          </a:bodyPr>
          <a:lstStyle/>
          <a:p>
            <a:pPr>
              <a:spcAft>
                <a:spcPts val="300"/>
              </a:spcAft>
            </a:pPr>
            <a:r>
              <a:rPr sz="1900" b="1" i="0">
                <a:solidFill>
                  <a:srgbClr val="1A1A1A"/>
                </a:solidFill>
                <a:latin typeface="Arial"/>
              </a:rPr>
              <a:t>Why now</a:t>
            </a:r>
          </a:p>
          <a:p>
            <a:pPr>
              <a:spcAft>
                <a:spcPts val="300"/>
              </a:spcAft>
            </a:pPr>
            <a:r>
              <a:rPr sz="1550" b="0" i="0">
                <a:solidFill>
                  <a:srgbClr val="595959"/>
                </a:solidFill>
                <a:latin typeface="Arial"/>
              </a:rPr>
              <a:t>The cost of another year without a mandate.</a:t>
            </a:r>
          </a:p>
        </p:txBody>
      </p:sp>
      <p:sp>
        <p:nvSpPr>
          <p:cNvPr id="12" name="Rectangle 11"/>
          <p:cNvSpPr/>
          <p:nvPr/>
        </p:nvSpPr>
        <p:spPr>
          <a:xfrm>
            <a:off x="621792" y="46451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21792" y="4732020"/>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4</a:t>
            </a:r>
          </a:p>
        </p:txBody>
      </p:sp>
      <p:sp>
        <p:nvSpPr>
          <p:cNvPr id="14" name="TextBox 13"/>
          <p:cNvSpPr txBox="1"/>
          <p:nvPr/>
        </p:nvSpPr>
        <p:spPr>
          <a:xfrm>
            <a:off x="1115568" y="4686300"/>
            <a:ext cx="10527487" cy="1028699"/>
          </a:xfrm>
          <a:prstGeom prst="rect">
            <a:avLst/>
          </a:prstGeom>
          <a:noFill/>
        </p:spPr>
        <p:txBody>
          <a:bodyPr wrap="square">
            <a:spAutoFit/>
          </a:bodyPr>
          <a:lstStyle/>
          <a:p>
            <a:pPr>
              <a:spcAft>
                <a:spcPts val="300"/>
              </a:spcAft>
            </a:pPr>
            <a:r>
              <a:rPr sz="1900" b="1" i="0">
                <a:solidFill>
                  <a:srgbClr val="1A1A1A"/>
                </a:solidFill>
                <a:latin typeface="Arial"/>
              </a:rPr>
              <a:t>The expected benefit</a:t>
            </a:r>
          </a:p>
          <a:p>
            <a:pPr>
              <a:spcAft>
                <a:spcPts val="300"/>
              </a:spcAft>
            </a:pPr>
            <a:r>
              <a:rPr sz="1550" b="0" i="0">
                <a:solidFill>
                  <a:srgbClr val="595959"/>
                </a:solidFill>
                <a:latin typeface="Arial"/>
              </a:rPr>
              <a:t>To citizens and to the state.</a:t>
            </a:r>
          </a:p>
        </p:txBody>
      </p:sp>
      <p:sp>
        <p:nvSpPr>
          <p:cNvPr id="15" name="TextBox 14"/>
          <p:cNvSpPr txBox="1"/>
          <p:nvPr/>
        </p:nvSpPr>
        <p:spPr>
          <a:xfrm>
            <a:off x="658368" y="5870448"/>
            <a:ext cx="10881360" cy="548640"/>
          </a:xfrm>
          <a:prstGeom prst="rect">
            <a:avLst/>
          </a:prstGeom>
          <a:noFill/>
        </p:spPr>
        <p:txBody>
          <a:bodyPr wrap="square">
            <a:spAutoFit/>
          </a:bodyPr>
          <a:lstStyle/>
          <a:p>
            <a:r>
              <a:rPr sz="1550" b="1" i="0">
                <a:solidFill>
                  <a:srgbClr val="006E96"/>
                </a:solidFill>
                <a:latin typeface="Arial"/>
              </a:rPr>
              <a:t>Largely a translation of your Strategic Foundation Document.</a:t>
            </a:r>
          </a:p>
        </p:txBody>
      </p:sp>
      <p:sp>
        <p:nvSpPr>
          <p:cNvPr id="16" name="TextBox 15"/>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2.3 · The Explanatory Memorandum and Preamble</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The Preamble: every cited authority is a [confirm]</a:t>
            </a:r>
          </a:p>
        </p:txBody>
      </p:sp>
      <p:sp>
        <p:nvSpPr>
          <p:cNvPr id="4" name="Oval 3"/>
          <p:cNvSpPr/>
          <p:nvPr/>
        </p:nvSpPr>
        <p:spPr>
          <a:xfrm>
            <a:off x="621792" y="1508760"/>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1</a:t>
            </a:r>
          </a:p>
        </p:txBody>
      </p:sp>
      <p:sp>
        <p:nvSpPr>
          <p:cNvPr id="5" name="TextBox 4"/>
          <p:cNvSpPr txBox="1"/>
          <p:nvPr/>
        </p:nvSpPr>
        <p:spPr>
          <a:xfrm>
            <a:off x="1115568" y="1463040"/>
            <a:ext cx="10527487" cy="1386839"/>
          </a:xfrm>
          <a:prstGeom prst="rect">
            <a:avLst/>
          </a:prstGeom>
          <a:noFill/>
        </p:spPr>
        <p:txBody>
          <a:bodyPr wrap="square">
            <a:spAutoFit/>
          </a:bodyPr>
          <a:lstStyle/>
          <a:p>
            <a:pPr>
              <a:spcAft>
                <a:spcPts val="300"/>
              </a:spcAft>
            </a:pPr>
            <a:r>
              <a:rPr sz="1900" b="1" i="0">
                <a:solidFill>
                  <a:srgbClr val="1A1A1A"/>
                </a:solidFill>
                <a:latin typeface="Arial"/>
              </a:rPr>
              <a:t>The recitals</a:t>
            </a:r>
          </a:p>
          <a:p>
            <a:pPr>
              <a:spcAft>
                <a:spcPts val="300"/>
              </a:spcAft>
            </a:pPr>
            <a:r>
              <a:rPr sz="1550" b="0" i="0">
                <a:solidFill>
                  <a:srgbClr val="595959"/>
                </a:solidFill>
                <a:latin typeface="Arial"/>
              </a:rPr>
              <a:t>The formal findings the decree rests on.</a:t>
            </a:r>
          </a:p>
        </p:txBody>
      </p:sp>
      <p:sp>
        <p:nvSpPr>
          <p:cNvPr id="6" name="Rectangle 5"/>
          <p:cNvSpPr/>
          <p:nvPr/>
        </p:nvSpPr>
        <p:spPr>
          <a:xfrm>
            <a:off x="621792" y="28544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621792" y="2941319"/>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2</a:t>
            </a:r>
          </a:p>
        </p:txBody>
      </p:sp>
      <p:sp>
        <p:nvSpPr>
          <p:cNvPr id="8" name="TextBox 7"/>
          <p:cNvSpPr txBox="1"/>
          <p:nvPr/>
        </p:nvSpPr>
        <p:spPr>
          <a:xfrm>
            <a:off x="1115568" y="2895600"/>
            <a:ext cx="10527487" cy="1386839"/>
          </a:xfrm>
          <a:prstGeom prst="rect">
            <a:avLst/>
          </a:prstGeom>
          <a:noFill/>
        </p:spPr>
        <p:txBody>
          <a:bodyPr wrap="square">
            <a:spAutoFit/>
          </a:bodyPr>
          <a:lstStyle/>
          <a:p>
            <a:pPr>
              <a:spcAft>
                <a:spcPts val="300"/>
              </a:spcAft>
            </a:pPr>
            <a:r>
              <a:rPr sz="1900" b="1" i="0">
                <a:solidFill>
                  <a:srgbClr val="1A1A1A"/>
                </a:solidFill>
                <a:latin typeface="Arial"/>
              </a:rPr>
              <a:t>The legal authority</a:t>
            </a:r>
          </a:p>
          <a:p>
            <a:pPr>
              <a:spcAft>
                <a:spcPts val="300"/>
              </a:spcAft>
            </a:pPr>
            <a:r>
              <a:rPr sz="1550" b="0" i="0">
                <a:solidFill>
                  <a:srgbClr val="595959"/>
                </a:solidFill>
                <a:latin typeface="Arial"/>
              </a:rPr>
              <a:t>The constitutional or statutory power to make this decree.</a:t>
            </a:r>
          </a:p>
        </p:txBody>
      </p:sp>
      <p:sp>
        <p:nvSpPr>
          <p:cNvPr id="9" name="Rectangle 8"/>
          <p:cNvSpPr/>
          <p:nvPr/>
        </p:nvSpPr>
        <p:spPr>
          <a:xfrm>
            <a:off x="621792" y="4287011"/>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21792" y="4373879"/>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3</a:t>
            </a:r>
          </a:p>
        </p:txBody>
      </p:sp>
      <p:sp>
        <p:nvSpPr>
          <p:cNvPr id="11" name="TextBox 10"/>
          <p:cNvSpPr txBox="1"/>
          <p:nvPr/>
        </p:nvSpPr>
        <p:spPr>
          <a:xfrm>
            <a:off x="1115568" y="4328159"/>
            <a:ext cx="10527487" cy="1386839"/>
          </a:xfrm>
          <a:prstGeom prst="rect">
            <a:avLst/>
          </a:prstGeom>
          <a:noFill/>
        </p:spPr>
        <p:txBody>
          <a:bodyPr wrap="square">
            <a:spAutoFit/>
          </a:bodyPr>
          <a:lstStyle/>
          <a:p>
            <a:pPr>
              <a:spcAft>
                <a:spcPts val="300"/>
              </a:spcAft>
            </a:pPr>
            <a:r>
              <a:rPr sz="1900" b="1" i="0">
                <a:solidFill>
                  <a:srgbClr val="1A1A1A"/>
                </a:solidFill>
                <a:latin typeface="Arial"/>
              </a:rPr>
              <a:t>[confirm] on every citation</a:t>
            </a:r>
          </a:p>
          <a:p>
            <a:pPr>
              <a:spcAft>
                <a:spcPts val="300"/>
              </a:spcAft>
            </a:pPr>
            <a:r>
              <a:rPr sz="1550" b="0" i="0">
                <a:solidFill>
                  <a:srgbClr val="595959"/>
                </a:solidFill>
                <a:latin typeface="Arial"/>
              </a:rPr>
              <a:t>Until a qualified lawyer verifies the power exists and supports this decree.</a:t>
            </a:r>
          </a:p>
        </p:txBody>
      </p:sp>
      <p:sp>
        <p:nvSpPr>
          <p:cNvPr id="12" name="TextBox 11"/>
          <p:cNvSpPr txBox="1"/>
          <p:nvPr/>
        </p:nvSpPr>
        <p:spPr>
          <a:xfrm>
            <a:off x="658368" y="5870448"/>
            <a:ext cx="10881360" cy="548640"/>
          </a:xfrm>
          <a:prstGeom prst="rect">
            <a:avLst/>
          </a:prstGeom>
          <a:noFill/>
        </p:spPr>
        <p:txBody>
          <a:bodyPr wrap="square">
            <a:spAutoFit/>
          </a:bodyPr>
          <a:lstStyle/>
          <a:p>
            <a:r>
              <a:rPr sz="1550" b="1" i="0">
                <a:solidFill>
                  <a:srgbClr val="006E96"/>
                </a:solidFill>
                <a:latin typeface="Arial"/>
              </a:rPr>
              <a:t>A wrong authority citation is the fastest way to have the whole decree sent back.</a:t>
            </a:r>
          </a:p>
        </p:txBody>
      </p:sp>
      <p:sp>
        <p:nvSpPr>
          <p:cNvPr id="13" name="TextBox 12"/>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2.3 · The Explanatory Memorandum and Preamble</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Generate fast, confirm carefully</a:t>
            </a:r>
          </a:p>
        </p:txBody>
      </p:sp>
      <p:sp>
        <p:nvSpPr>
          <p:cNvPr id="4" name="Rounded Rectangle 3"/>
          <p:cNvSpPr/>
          <p:nvPr/>
        </p:nvSpPr>
        <p:spPr>
          <a:xfrm>
            <a:off x="658368" y="1554480"/>
            <a:ext cx="5394960" cy="292608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59536" y="1700784"/>
            <a:ext cx="4992624" cy="2651760"/>
          </a:xfrm>
          <a:prstGeom prst="rect">
            <a:avLst/>
          </a:prstGeom>
          <a:noFill/>
        </p:spPr>
        <p:txBody>
          <a:bodyPr wrap="square">
            <a:spAutoFit/>
          </a:bodyPr>
          <a:lstStyle/>
          <a:p>
            <a:pPr>
              <a:spcAft>
                <a:spcPts val="700"/>
              </a:spcAft>
            </a:pPr>
            <a:r>
              <a:rPr sz="1900" b="1" i="0">
                <a:solidFill>
                  <a:srgbClr val="006E96"/>
                </a:solidFill>
                <a:latin typeface="Arial"/>
              </a:rPr>
              <a:t>THE AI PLAY — NINETY PER CENT</a:t>
            </a:r>
          </a:p>
          <a:p>
            <a:pPr>
              <a:spcAft>
                <a:spcPts val="700"/>
              </a:spcAft>
            </a:pPr>
            <a:r>
              <a:rPr sz="1600" b="0" i="0">
                <a:solidFill>
                  <a:srgbClr val="1A1A1A"/>
                </a:solidFill>
                <a:latin typeface="Arial"/>
              </a:rPr>
              <a:t>Turns the foundation document into a Memorandum draft and a Preamble scaffold.</a:t>
            </a:r>
          </a:p>
          <a:p>
            <a:pPr>
              <a:spcAft>
                <a:spcPts val="700"/>
              </a:spcAft>
            </a:pPr>
            <a:r>
              <a:rPr sz="1600" b="0" i="0">
                <a:solidFill>
                  <a:srgbClr val="1A1A1A"/>
                </a:solidFill>
                <a:latin typeface="Arial"/>
              </a:rPr>
              <a:t>In minutes.</a:t>
            </a:r>
          </a:p>
        </p:txBody>
      </p:sp>
      <p:sp>
        <p:nvSpPr>
          <p:cNvPr id="6" name="Rounded Rectangle 5"/>
          <p:cNvSpPr/>
          <p:nvPr/>
        </p:nvSpPr>
        <p:spPr>
          <a:xfrm>
            <a:off x="6263640" y="1554480"/>
            <a:ext cx="5394960" cy="2926080"/>
          </a:xfrm>
          <a:prstGeom prst="roundRect">
            <a:avLst>
              <a:gd name="adj" fmla="val 45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64808" y="1700784"/>
            <a:ext cx="4992624" cy="2651760"/>
          </a:xfrm>
          <a:prstGeom prst="rect">
            <a:avLst/>
          </a:prstGeom>
          <a:noFill/>
        </p:spPr>
        <p:txBody>
          <a:bodyPr wrap="square">
            <a:spAutoFit/>
          </a:bodyPr>
          <a:lstStyle/>
          <a:p>
            <a:pPr>
              <a:spcAft>
                <a:spcPts val="700"/>
              </a:spcAft>
            </a:pPr>
            <a:r>
              <a:rPr sz="1900" b="1" i="0">
                <a:solidFill>
                  <a:srgbClr val="006E96"/>
                </a:solidFill>
                <a:latin typeface="Arial"/>
              </a:rPr>
              <a:t>YOU — THE ESSENTIAL TEN</a:t>
            </a:r>
          </a:p>
          <a:p>
            <a:pPr>
              <a:spcAft>
                <a:spcPts val="700"/>
              </a:spcAft>
            </a:pPr>
            <a:r>
              <a:rPr sz="1600" b="0" i="0">
                <a:solidFill>
                  <a:srgbClr val="1A1A1A"/>
                </a:solidFill>
                <a:latin typeface="Arial"/>
              </a:rPr>
              <a:t>Confirm every legal citation against a real statute.</a:t>
            </a:r>
          </a:p>
          <a:p>
            <a:pPr>
              <a:spcAft>
                <a:spcPts val="700"/>
              </a:spcAft>
            </a:pPr>
            <a:r>
              <a:rPr sz="1600" b="0" i="0">
                <a:solidFill>
                  <a:srgbClr val="1A1A1A"/>
                </a:solidFill>
                <a:latin typeface="Arial"/>
              </a:rPr>
              <a:t>Soften any claim the evidence does not support; mark the rest [confirm].</a:t>
            </a:r>
          </a:p>
        </p:txBody>
      </p:sp>
      <p:sp>
        <p:nvSpPr>
          <p:cNvPr id="8" name="TextBox 7"/>
          <p:cNvSpPr txBox="1"/>
          <p:nvPr/>
        </p:nvSpPr>
        <p:spPr>
          <a:xfrm>
            <a:off x="658368" y="4663440"/>
            <a:ext cx="10881360" cy="548640"/>
          </a:xfrm>
          <a:prstGeom prst="rect">
            <a:avLst/>
          </a:prstGeom>
          <a:noFill/>
        </p:spPr>
        <p:txBody>
          <a:bodyPr wrap="square">
            <a:spAutoFit/>
          </a:bodyPr>
          <a:lstStyle/>
          <a:p>
            <a:r>
              <a:rPr sz="1550" b="1" i="0">
                <a:solidFill>
                  <a:srgbClr val="006E96"/>
                </a:solidFill>
                <a:latin typeface="Arial"/>
              </a:rPr>
              <a:t>The AI accelerates the drafting. It does not get the law right for you.</a:t>
            </a:r>
          </a:p>
        </p:txBody>
      </p:sp>
      <p:sp>
        <p:nvSpPr>
          <p:cNvPr id="9" name="TextBox 8"/>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2.3 · The Explanatory Memorandum and Preamble</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2103120"/>
            <a:ext cx="10149840" cy="2377440"/>
          </a:xfrm>
          <a:prstGeom prst="rect">
            <a:avLst/>
          </a:prstGeom>
          <a:noFill/>
        </p:spPr>
        <p:txBody>
          <a:bodyPr wrap="square">
            <a:spAutoFit/>
          </a:bodyPr>
          <a:lstStyle/>
          <a:p>
            <a:r>
              <a:rPr sz="3000" b="1" i="0">
                <a:solidFill>
                  <a:srgbClr val="1A1A1A"/>
                </a:solidFill>
                <a:latin typeface="Arial"/>
              </a:rPr>
              <a:t>Generate the Memorandum and Preamble from your foundation document — then confirm every legal citation against a real statute before anyone relies on it.</a:t>
            </a:r>
          </a:p>
        </p:txBody>
      </p:sp>
      <p:sp>
        <p:nvSpPr>
          <p:cNvPr id="3" name="TextBox 2"/>
          <p:cNvSpPr txBox="1"/>
          <p:nvPr/>
        </p:nvSpPr>
        <p:spPr>
          <a:xfrm>
            <a:off x="1005840" y="1554480"/>
            <a:ext cx="5486400" cy="365760"/>
          </a:xfrm>
          <a:prstGeom prst="rect">
            <a:avLst/>
          </a:prstGeom>
          <a:noFill/>
        </p:spPr>
        <p:txBody>
          <a:bodyPr wrap="square">
            <a:spAutoFit/>
          </a:bodyPr>
          <a:lstStyle/>
          <a:p>
            <a:r>
              <a:rPr sz="1200" b="1" i="0">
                <a:solidFill>
                  <a:srgbClr val="006E96"/>
                </a:solidFill>
                <a:latin typeface="Arial"/>
              </a:rPr>
              <a:t>IN ONE SENTENCE</a:t>
            </a:r>
          </a:p>
        </p:txBody>
      </p:sp>
      <p:sp>
        <p:nvSpPr>
          <p:cNvPr id="4" name="Rounded Rectangle 3"/>
          <p:cNvSpPr/>
          <p:nvPr/>
        </p:nvSpPr>
        <p:spPr>
          <a:xfrm>
            <a:off x="658368" y="4709160"/>
            <a:ext cx="10881360" cy="1554480"/>
          </a:xfrm>
          <a:prstGeom prst="roundRect">
            <a:avLst>
              <a:gd name="adj" fmla="val 4500"/>
            </a:avLst>
          </a:prstGeom>
          <a:solidFill>
            <a:srgbClr val="FFFFFF"/>
          </a:solidFill>
          <a:ln w="9525">
            <a:solidFill>
              <a:srgbClr val="009C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09728" bIns="109728">
            <a:noAutofit/>
          </a:bodyPr>
          <a:lstStyle/>
          <a:p>
            <a:pPr algn="l">
              <a:spcAft>
                <a:spcPts val="400"/>
              </a:spcAft>
            </a:pPr>
            <a:r>
              <a:rPr sz="1800" b="1" i="0">
                <a:solidFill>
                  <a:srgbClr val="006E96"/>
                </a:solidFill>
                <a:latin typeface="Arial"/>
              </a:rPr>
              <a:t>Do this on your own sector. </a:t>
            </a:r>
            <a:r>
              <a:rPr sz="1800" b="1" i="0">
                <a:solidFill>
                  <a:srgbClr val="1A1A1A"/>
                </a:solidFill>
                <a:latin typeface="Arial"/>
              </a:rPr>
              <a:t>Generate the Explanatory Memorandum and Preamble.</a:t>
            </a:r>
          </a:p>
          <a:p>
            <a:pPr algn="l">
              <a:spcAft>
                <a:spcPts val="400"/>
              </a:spcAft>
            </a:pPr>
            <a:r>
              <a:rPr sz="1800" b="0" i="0">
                <a:solidFill>
                  <a:srgbClr val="595959"/>
                </a:solidFill>
                <a:latin typeface="Arial"/>
              </a:rPr>
              <a:t>The prompt in the companion material gives you a Memorandum draft, a Preamble scaffold, and a list of [confirm] items for legal review. Before the next video.</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2.3 · The Explanatory Memorandum and Preamble</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Sources</a:t>
            </a:r>
          </a:p>
        </p:txBody>
      </p:sp>
      <p:sp>
        <p:nvSpPr>
          <p:cNvPr id="4" name="TextBox 3"/>
          <p:cNvSpPr txBox="1"/>
          <p:nvPr/>
        </p:nvSpPr>
        <p:spPr>
          <a:xfrm>
            <a:off x="658368" y="1554480"/>
            <a:ext cx="10789920" cy="3840480"/>
          </a:xfrm>
          <a:prstGeom prst="rect">
            <a:avLst/>
          </a:prstGeom>
          <a:noFill/>
        </p:spPr>
        <p:txBody>
          <a:bodyPr wrap="square">
            <a:spAutoFit/>
          </a:bodyPr>
          <a:lstStyle/>
          <a:p>
            <a:pPr>
              <a:spcAft>
                <a:spcPts val="1200"/>
              </a:spcAft>
            </a:pPr>
            <a:r>
              <a:rPr sz="1700" b="0" i="0">
                <a:solidFill>
                  <a:srgbClr val="1A1A1A"/>
                </a:solidFill>
                <a:latin typeface="Arial"/>
              </a:rPr>
              <a:t>•  PAERA v1.0 — §3.2 (Legal layer)</a:t>
            </a:r>
          </a:p>
          <a:p>
            <a:pPr>
              <a:spcAft>
                <a:spcPts val="1200"/>
              </a:spcAft>
            </a:pPr>
            <a:r>
              <a:rPr sz="1700" b="0" i="0">
                <a:solidFill>
                  <a:srgbClr val="1A1A1A"/>
                </a:solidFill>
                <a:latin typeface="Arial"/>
              </a:rPr>
              <a:t>•  EU European Interoperability Framework (EIF)</a:t>
            </a:r>
          </a:p>
          <a:p>
            <a:pPr>
              <a:spcAft>
                <a:spcPts val="1200"/>
              </a:spcAft>
            </a:pPr>
            <a:r>
              <a:rPr sz="1700" b="0" i="0">
                <a:solidFill>
                  <a:srgbClr val="1A1A1A"/>
                </a:solidFill>
                <a:latin typeface="Arial"/>
              </a:rPr>
              <a:t>•  The Strategic Foundation Document (Module 1, video 1.4)</a:t>
            </a:r>
          </a:p>
        </p:txBody>
      </p:sp>
      <p:sp>
        <p:nvSpPr>
          <p:cNvPr id="5" name="TextBox 4"/>
          <p:cNvSpPr txBox="1"/>
          <p:nvPr/>
        </p:nvSpPr>
        <p:spPr>
          <a:xfrm>
            <a:off x="658368" y="5806440"/>
            <a:ext cx="10789920" cy="457200"/>
          </a:xfrm>
          <a:prstGeom prst="rect">
            <a:avLst/>
          </a:prstGeom>
          <a:noFill/>
        </p:spPr>
        <p:txBody>
          <a:bodyPr wrap="square">
            <a:spAutoFit/>
          </a:bodyPr>
          <a:lstStyle/>
          <a:p>
            <a:r>
              <a:rPr sz="1400" b="1" i="0">
                <a:solidFill>
                  <a:srgbClr val="006E96"/>
                </a:solidFill>
                <a:latin typeface="Arial"/>
              </a:rPr>
              <a:t>Find the link in the description.</a:t>
            </a:r>
          </a:p>
        </p:txBody>
      </p:sp>
      <p:sp>
        <p:nvSpPr>
          <p:cNvPr id="6" name="TextBox 5"/>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2.3 · The Explanatory Memorandum and Preamble</a:t>
            </a:r>
          </a:p>
        </p:txBody>
      </p:sp>
    </p:spTree>
  </p:cSld>
  <p:clrMapOvr>
    <a:masterClrMapping/>
  </p:clrMapOvr>
</p:sld>
</file>

<file path=ppt/theme/theme1.xml><?xml version="1.0" encoding="utf-8"?>
<a:theme xmlns:a="http://schemas.openxmlformats.org/drawingml/2006/main" name="ITU Theme - White bg">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0000"/>
      </a:hlink>
      <a:folHlink>
        <a:srgbClr val="757070"/>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A0500DBE-3369-4A4A-B28D-9AE5003E2570}"/>
    </a:ext>
  </a:extLst>
</a:theme>
</file>

<file path=ppt/theme/theme2.xml><?xml version="1.0" encoding="utf-8"?>
<a:theme xmlns:a="http://schemas.openxmlformats.org/drawingml/2006/main" name="Big text">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EA5A528F-177A-4F34-B410-08836428AF20}"/>
    </a:ext>
  </a:extLst>
</a:theme>
</file>

<file path=ppt/theme/theme3.xml><?xml version="1.0" encoding="utf-8"?>
<a:theme xmlns:a="http://schemas.openxmlformats.org/drawingml/2006/main" name="Quote Slide">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B0771621-B97B-4C13-9C8D-7F1D735791AC}"/>
    </a:ext>
  </a:extLst>
</a:theme>
</file>

<file path=ppt/theme/theme4.xml><?xml version="1.0" encoding="utf-8"?>
<a:theme xmlns:a="http://schemas.openxmlformats.org/drawingml/2006/main" name="ITU Theme light blue bg">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D1ECFA71-5D53-4A3F-BEBD-1C69573B5224}"/>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ed7f0f61-51dd-499b-8f04-7c837a526382">
      <Terms xmlns="http://schemas.microsoft.com/office/infopath/2007/PartnerControls"/>
    </lcf76f155ced4ddcb4097134ff3c332f>
    <TaxCatchAll xmlns="ab90e5c9-10d8-4476-84ba-6005a25f4984"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53A3A08329EEE04EB33D96A577905A26" ma:contentTypeVersion="19" ma:contentTypeDescription="Create a new document." ma:contentTypeScope="" ma:versionID="a8087e2cbe64624dcde6ca4894bfb0b6">
  <xsd:schema xmlns:xsd="http://www.w3.org/2001/XMLSchema" xmlns:xs="http://www.w3.org/2001/XMLSchema" xmlns:p="http://schemas.microsoft.com/office/2006/metadata/properties" xmlns:ns2="ed7f0f61-51dd-499b-8f04-7c837a526382" xmlns:ns3="ab90e5c9-10d8-4476-84ba-6005a25f4984" targetNamespace="http://schemas.microsoft.com/office/2006/metadata/properties" ma:root="true" ma:fieldsID="2701f39123c6a01fbf026076f5c6add9" ns2:_="" ns3:_="">
    <xsd:import namespace="ed7f0f61-51dd-499b-8f04-7c837a526382"/>
    <xsd:import namespace="ab90e5c9-10d8-4476-84ba-6005a25f4984"/>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3:SharedWithUsers" minOccurs="0"/>
                <xsd:element ref="ns3:SharedWithDetails" minOccurs="0"/>
                <xsd:element ref="ns2:MediaServiceDateTaken" minOccurs="0"/>
                <xsd:element ref="ns2:MediaLengthInSeconds" minOccurs="0"/>
                <xsd:element ref="ns2:MediaServiceAutoTags" minOccurs="0"/>
                <xsd:element ref="ns2:MediaServiceOCR" minOccurs="0"/>
                <xsd:element ref="ns2:MediaServiceGenerationTime" minOccurs="0"/>
                <xsd:element ref="ns2:MediaServiceEventHashCode" minOccurs="0"/>
                <xsd:element ref="ns2:lcf76f155ced4ddcb4097134ff3c332f" minOccurs="0"/>
                <xsd:element ref="ns3:TaxCatchAll" minOccurs="0"/>
                <xsd:element ref="ns2:MediaServiceLocation" minOccurs="0"/>
                <xsd:element ref="ns2:MediaServiceObjectDetectorVersions"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d7f0f61-51dd-499b-8f04-7c837a52638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4" nillable="true" ma:displayName="MediaServiceDateTaken" ma:hidden="true" ma:internalName="MediaServiceDateTaken"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MediaServiceAutoTags" ma:index="16" nillable="true" ma:displayName="Tags" ma:internalName="MediaServiceAutoTags"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lcf76f155ced4ddcb4097134ff3c332f" ma:index="21" nillable="true" ma:taxonomy="true" ma:internalName="lcf76f155ced4ddcb4097134ff3c332f" ma:taxonomyFieldName="MediaServiceImageTags" ma:displayName="Image Tags" ma:readOnly="false" ma:fieldId="{5cf76f15-5ced-4ddc-b409-7134ff3c332f}" ma:taxonomyMulti="true" ma:sspId="0e895586-ec57-4162-862b-45953123501e" ma:termSetId="09814cd3-568e-fe90-9814-8d621ff8fb84" ma:anchorId="fba54fb3-c3e1-fe81-a776-ca4b69148c4d" ma:open="true" ma:isKeyword="false">
      <xsd:complexType>
        <xsd:sequence>
          <xsd:element ref="pc:Terms" minOccurs="0" maxOccurs="1"/>
        </xsd:sequence>
      </xsd:complexType>
    </xsd:element>
    <xsd:element name="MediaServiceLocation" ma:index="23" nillable="true" ma:displayName="Location" ma:indexed="true" ma:internalName="MediaServiceLocation" ma:readOnly="true">
      <xsd:simpleType>
        <xsd:restriction base="dms:Text"/>
      </xsd:simpleType>
    </xsd:element>
    <xsd:element name="MediaServiceObjectDetectorVersions" ma:index="24" nillable="true" ma:displayName="MediaServiceObjectDetectorVersions"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element name="MediaServiceBillingMetadata" ma:index="26"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ab90e5c9-10d8-4476-84ba-6005a25f4984"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22" nillable="true" ma:displayName="Taxonomy Catch All Column" ma:hidden="true" ma:list="{f45fae84-f8a8-4d35-b240-8a5cf95bb259}" ma:internalName="TaxCatchAll" ma:showField="CatchAllData" ma:web="ab90e5c9-10d8-4476-84ba-6005a25f4984">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5F615F30-55BC-4400-8171-49B6C1A1BF75}">
  <ds:schemaRefs>
    <ds:schemaRef ds:uri="http://schemas.microsoft.com/office/2006/metadata/properties"/>
    <ds:schemaRef ds:uri="http://schemas.microsoft.com/office/infopath/2007/PartnerControls"/>
    <ds:schemaRef ds:uri="http://schemas.microsoft.com/sharepoint/v3"/>
    <ds:schemaRef ds:uri="ed7f0f61-51dd-499b-8f04-7c837a526382"/>
    <ds:schemaRef ds:uri="ab90e5c9-10d8-4476-84ba-6005a25f4984"/>
  </ds:schemaRefs>
</ds:datastoreItem>
</file>

<file path=customXml/itemProps2.xml><?xml version="1.0" encoding="utf-8"?>
<ds:datastoreItem xmlns:ds="http://schemas.openxmlformats.org/officeDocument/2006/customXml" ds:itemID="{A48191B6-3A4E-47E8-99A3-94A5982E1B43}">
  <ds:schemaRefs>
    <ds:schemaRef ds:uri="http://schemas.microsoft.com/sharepoint/v3/contenttype/forms"/>
  </ds:schemaRefs>
</ds:datastoreItem>
</file>

<file path=customXml/itemProps3.xml><?xml version="1.0" encoding="utf-8"?>
<ds:datastoreItem xmlns:ds="http://schemas.openxmlformats.org/officeDocument/2006/customXml" ds:itemID="{68C4513F-118C-4668-805A-58D1CE3FDA8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d7f0f61-51dd-499b-8f04-7c837a526382"/>
    <ds:schemaRef ds:uri="ab90e5c9-10d8-4476-84ba-6005a25f498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ITU_Powerpoint_standard_template_16x9__July_2022</Template>
  <TotalTime>462</TotalTime>
  <Words>2240</Words>
  <Application>Microsoft Office PowerPoint</Application>
  <PresentationFormat>Widescreen</PresentationFormat>
  <Paragraphs>473</Paragraphs>
  <Slides>38</Slides>
  <Notes>20</Notes>
  <HiddenSlides>0</HiddenSlides>
  <MMClips>0</MMClips>
  <ScaleCrop>false</ScaleCrop>
  <HeadingPairs>
    <vt:vector size="6" baseType="variant">
      <vt:variant>
        <vt:lpstr>Fonts Used</vt:lpstr>
      </vt:variant>
      <vt:variant>
        <vt:i4>6</vt:i4>
      </vt:variant>
      <vt:variant>
        <vt:lpstr>Theme</vt:lpstr>
      </vt:variant>
      <vt:variant>
        <vt:i4>4</vt:i4>
      </vt:variant>
      <vt:variant>
        <vt:lpstr>Slide Titles</vt:lpstr>
      </vt:variant>
      <vt:variant>
        <vt:i4>38</vt:i4>
      </vt:variant>
    </vt:vector>
  </HeadingPairs>
  <TitlesOfParts>
    <vt:vector size="48" baseType="lpstr">
      <vt:lpstr>Arial</vt:lpstr>
      <vt:lpstr>Avenir Next LT Pro</vt:lpstr>
      <vt:lpstr>Calibri</vt:lpstr>
      <vt:lpstr>Georgia</vt:lpstr>
      <vt:lpstr>Lato Light</vt:lpstr>
      <vt:lpstr>Roboto</vt:lpstr>
      <vt:lpstr>ITU Theme - White bg</vt:lpstr>
      <vt:lpstr>Big text</vt:lpstr>
      <vt:lpstr>Quote Slide</vt:lpstr>
      <vt:lpstr>ITU Theme light blue bg</vt:lpstr>
      <vt:lpstr>PowerPoint Presentation</vt:lpstr>
      <vt:lpstr>PowerPoint Presentation</vt:lpstr>
      <vt:lpstr>Slide title text Arial Bold 28pt</vt:lpstr>
      <vt:lpstr>PowerPoint Presentation</vt:lpstr>
      <vt:lpstr>Long slide title  goes here second line here</vt:lpstr>
      <vt:lpstr>Slide title goes here second line of slide title goes here </vt:lpstr>
      <vt:lpstr>Long slide title goes here second line here</vt:lpstr>
      <vt:lpstr>Long slide title goes here second line of slide title here third line goes here</vt:lpstr>
      <vt:lpstr>Long slide title goes here second line of slide title here third line goes here</vt:lpstr>
      <vt:lpstr>Slide title goes here</vt:lpstr>
      <vt:lpstr>PowerPoint Presentation</vt:lpstr>
      <vt:lpstr>Click to add slide title here  </vt:lpstr>
      <vt:lpstr>Click to add slide title here </vt:lpstr>
      <vt:lpstr>PowerPoint Presentation</vt:lpstr>
      <vt:lpstr>PowerPoint Presentation</vt:lpstr>
      <vt:lpstr>PowerPoint Presentation</vt:lpstr>
      <vt:lpstr>PowerPoint Presentation</vt:lpstr>
      <vt:lpstr>Placeholder text for slide title</vt:lpstr>
      <vt:lpstr>Simple table</vt:lpstr>
      <vt:lpstr>PowerPoint Presentation</vt:lpstr>
      <vt:lpstr>Figure 1: Figure title</vt:lpstr>
      <vt:lpstr>Graphics</vt:lpstr>
      <vt:lpstr>PowerPoint Presentation</vt:lpstr>
      <vt:lpstr>PowerPoint Presentation</vt:lpstr>
      <vt:lpstr>PowerPoint Presentation</vt:lpstr>
      <vt:lpstr>PowerPoint Presentation</vt:lpstr>
      <vt:lpstr>PowerPoint Presentation</vt:lpstr>
      <vt:lpstr>Figure Title</vt:lpstr>
      <vt:lpstr>Figure Title</vt:lpstr>
      <vt:lpstr>Figure Title</vt:lpstr>
      <vt:lpstr>Key figures</vt:lpstr>
      <vt:lpstr>PowerPoint Presentation</vt:lpstr>
      <vt:lpstr>Timeline title</vt:lpstr>
      <vt:lpstr>Timeline title</vt:lpstr>
      <vt:lpstr>Timeline title</vt:lpstr>
      <vt:lpstr>PowerPoint Presentation</vt:lpstr>
      <vt:lpstr>ITU Blue</vt:lpstr>
      <vt:lpstr>PowerPoint Presentation</vt:lpstr>
    </vt:vector>
  </TitlesOfParts>
  <Company>ITU</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CHIMA HERNANDEZ, Maria Fernanda</dc:creator>
  <cp:lastModifiedBy>Anselmino, Carolina</cp:lastModifiedBy>
  <cp:revision>1</cp:revision>
  <dcterms:created xsi:type="dcterms:W3CDTF">2026-05-08T11:19:41Z</dcterms:created>
  <dcterms:modified xsi:type="dcterms:W3CDTF">2026-07-22T19:37:40Z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0x01010053A3A08329EEE04EB33D96A577905A26</vt:lpwstr>
  </property>
  <property fmtid="{D5CDD505-2E9C-101B-9397-08002B2CF9AE}" pid="3" name="MediaServiceImageTags">
    <vt:lpwstr/>
  </property>
</Properties>
</file>