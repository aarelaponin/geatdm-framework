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37" r:id="rId59"/>
    <p:sldId id="2738" r:id="rId60"/>
    <p:sldId id="2739" r:id="rId61"/>
    <p:sldId id="2740" r:id="rId62"/>
    <p:sldId id="2741" r:id="rId63"/>
    <p:sldId id="2742" r:id="rId64"/>
    <p:sldId id="2743" r:id="rId65"/>
    <p:sldId id="274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Everything so far has been the method. Now a real worked case, so you have a template to copy rather than a theory to apply. Giga — the ITU and UNICEF initiative that maps the world's schools and their connectivity — publishes open APIs and real school data. Putting Giga's data onto the bus is a complete, concrete example of every step at once: the standards, the semantics, the contract, and the data pipeline that feeds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Giga gives you real, published material to work from. Open APIs you can actually call. A school-master schema describing each school, and a qos schema describing its connectivity — the quality of its internet service. GeoJSON, the standard way to express a location, for where each school sits. And ISO 3166-1 alpha-3, the three-letter country codes, for indexing. These are exactly the kind of published standards and schemas the standards portfolio and the semantic map told you to reuse — and here they are, in one real dataset, ready to practise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Real source data is never clean enough to publish straight onto the bus, so it moves through a pipeline in three stages. Bronze — the raw data exactly as received from the source, kept untouched for audit. Silver — the cleaned and validated version, conformed to the schema and the semantic map, with bad or duplicate records flagged. Gold — the published, authoritative version that other services on the bus actually consume. This bronze, silver, gold pattern is how a messy real source becomes a registry other agencies can trust, and every data source you put on the bus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Now watch the whole module tie together on one source. The school-master data lands as bronze. It is cleaned and conformed to the schema and the semantic map as silver. It is published as gold. The gold-layer service is described by an OpenAPI contract, registered as an X-Road service description, secured across the three trust zones, and made lawful by the data-protection envelope. Every piece of this module appears, in order, on one real dataset. That is the template — and it is the same template whether the source is schools, health facilities, or a farmer registry.</a:t>
            </a:r>
          </a:p>
          <a:p/>
          <a:p>
            <a:r>
              <a:t>Production cue: the centrepiece of the module. Reveal the five stages left to right; the video numbers beneath show where each step was built.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reason to learn it on Giga rather than your own data is that Giga is public, real and already standards-aligned, so you can practise the full pipeline before you touch a live national registry where a mistake has consequences. Once you have run it once on Giga, you apply the identical pattern — bronze, silver, gold, contract, bus — to your country's own school data, and then to the next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Giga case is the method made concrete. A real source, real schemas, the bronze-silver-gold pipeline, a service contract, and the bus — every step of this module on one dataset you can actually run. Learn it here, where the data is public and forgiving, and you have a template to copy onto your own national registries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4 · VIDEO 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4.6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Put a real data source on the bus — the Giga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Take Giga's real school data through a bronze/silver/gold pipeline onto the bus — a worked exchange you can copy for your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Enough method. Here is a real source to copy.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Giga — the ITU and UNICEF initiative that maps the world's schools and their connectivity — publishes open APIs and real data.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Every step of this module, on one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Giga gives you real, published material to practise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Open APIs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You can actually call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4963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37460"/>
            <a:ext cx="109846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 school-master schema and a qos schema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Each school — and the quality of its internet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5707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109846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GeoJSON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Where each school sits.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6451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686300"/>
            <a:ext cx="109846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ISO 3166-1 alpha-3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Three-letter country codes, for indexing.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published schemas the portfolio and the semantic map told you to reuse — in one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Real data reaches the bus in three stages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Bronze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raw data exactly as received — kept untouched for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8544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94131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895600"/>
            <a:ext cx="105274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Silver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Cleaned, validated, conformed to the schema and the semantic map; bad or duplicate records flagged.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8701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43738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28159"/>
            <a:ext cx="105274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Gold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published, authoritative version other services consume.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How a messy real source becomes a registry other agencies can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real source carries every step of this module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40" y="285750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2857500"/>
            <a:ext cx="265175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86600" y="285750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0" y="285750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600200"/>
            <a:ext cx="1920240" cy="251460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6E96"/>
                </a:solidFill>
                <a:latin typeface="Arial"/>
              </a:rPr>
              <a:t>BRONZE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Raw, as received.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Kept for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24528"/>
            <a:ext cx="19202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Arial"/>
              </a:rPr>
              <a:t>built in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600200"/>
            <a:ext cx="1920240" cy="251460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6E96"/>
                </a:solidFill>
                <a:latin typeface="Arial"/>
              </a:rPr>
              <a:t>SILVER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Conformed to the schema and the semantic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4224528"/>
            <a:ext cx="19202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Arial"/>
              </a:rPr>
              <a:t>built in 4.4 · 4.6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1600200"/>
            <a:ext cx="1920240" cy="251460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6E96"/>
                </a:solidFill>
                <a:latin typeface="Arial"/>
              </a:rPr>
              <a:t>GOLD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Published, authoritative.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224528"/>
            <a:ext cx="19202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Arial"/>
              </a:rPr>
              <a:t>built in 4.6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8" y="1600200"/>
            <a:ext cx="1920240" cy="251460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6E96"/>
                </a:solidFill>
                <a:latin typeface="Arial"/>
              </a:rPr>
              <a:t>CONTRACT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OpenAPI, then the X-Road service description.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4224528"/>
            <a:ext cx="19202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Arial"/>
              </a:rPr>
              <a:t>built in 4.3 · 4.5 · 4.7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9488" y="1600200"/>
            <a:ext cx="1920240" cy="2514600"/>
          </a:xfrm>
          <a:prstGeom prst="roundRect">
            <a:avLst>
              <a:gd name="adj" fmla="val 8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THE BUS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Secured across the trust zones.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Inside the envelope.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4224528"/>
            <a:ext cx="19202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Arial"/>
              </a:rPr>
              <a:t>built in 4.2 · 4.8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846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same template for schools, health facilities or a farmer registry.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Practise on Giga before you touch a live national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Giga is public, real and already standards-aligned — so a mistake here has no consequences.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Run it once, then apply the identical pattern to your own school data, and to the next sector.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Bronze, silver, gold, contract, bus — learned where the data is forgiving.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Bronze, silver, gold, contract, bus — the Giga case is the full method on one real source, ready to copy for your own sector.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Map a real sector data source through bronze/silver/gold onto the bus.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bronze/silver/gold pipeline plan plus a path-onto-the-bus checklist.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Giga (giga.global) — open APIs; school-master and qos schemas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GeoJSON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ISO 3166-1 alpha-3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Bronze / silver / gold — Giga School Master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4.6 · Put a real data source on the bus — the Giga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