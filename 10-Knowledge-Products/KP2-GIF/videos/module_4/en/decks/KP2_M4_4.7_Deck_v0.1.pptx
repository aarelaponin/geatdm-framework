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5" r:id="rId67"/>
    <p:sldId id="2746" r:id="rId68"/>
    <p:sldId id="2747" r:id="rId69"/>
    <p:sldId id="2748" r:id="rId70"/>
    <p:sldId id="2749" r:id="rId71"/>
    <p:sldId id="2750" r:id="rId72"/>
    <p:sldId id="2751" r:id="rId73"/>
    <p:sldId id="2752"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the meaning — the semantic map. The contract — the OpenAPI document. And the data — the gold dataset. Wiring is the step that makes them callable on the bus: registering the service so that a consumer in another agency can discover it and call it. The pattern has a name in the GovStack world — Information Mediation, the building block whose whole job is to mediate exchanges between systems.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'Wired' means three concrete things. The service's description is registered on the provider agency's security server. A consumer in another agency can discover that the service exists. And when the consumer calls it, the request routes through the consumer's security server, across the bus, to the provider's security server, which runs the service and returns the data — all secured across the trust zones you mapped earlier. When that round trip works, the service is genuinely on the bus, not just designed for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configuration artefacts make wiring real, and you have largely produced them already. The subsystem — the member's registered identity on the bus. The service description — derived directly from your OpenAPI contract. And the access-control list — which other members are allowed to call this service, because being on the bus does not mean everyone may call everything. Registering the member as a subsystem and setting its access-control list is member-onboarding work; here you supply the service description that goes with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Information Mediation building block is the published pattern for all of this — the reusable specification for the component that routes and mediates exchanges between agencies. Cross-linking your framework to it keeps you aligned with the wider GovStack ecosystem, which matters practically: a vendor's compliant Information Mediator implementation can drop into the role, rather than your country building the mediation component bespoke. That is the re-use principle reaching all the way down to the routing component itself.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acceptance here is concrete and runnable — a test call. A consumer's security server calls the service and gets the expected data back, once, over the bus. That single resolving call is the proof that the technical layer works for this exchange: meaning agreed, contract honoured, security enforced, data returned. It is exactly the check the live demonstration runs, and it is the moment the technical-layer configuration stops being a set of documents and becomes a working exchange.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wiring is where the pieces become a working service. Register the service description on the security server, set the access-control list for who may call it, align to the GovStack Information Mediation pattern, and prove it with a test call that resolves. That resolving call is the technical layer's acceptance — and the technical configuration the framework actually runs 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Wire a service onto the bus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OpenAPI contract becomes an X-Road service description and the call resolves — the GovStack Information Mediation pattern.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Meaning, contract, data — now make them callable.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Wiring registers the service so a consumer in another agency can discover it and call it.</a:t>
            </a:r>
          </a:p>
          <a:p>
            <a:pPr>
              <a:spcAft>
                <a:spcPts val="800"/>
              </a:spcAft>
            </a:pPr>
            <a:r>
              <a:rPr sz="1700" b="0" i="0">
                <a:solidFill>
                  <a:srgbClr val="595959"/>
                </a:solidFill>
                <a:latin typeface="Arial"/>
              </a:rPr>
              <a:t>The pattern has a name: Information Mediation.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"Wired" means three concrete things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service description is registered</a:t>
            </a:r>
          </a:p>
          <a:p>
            <a:pPr>
              <a:spcAft>
                <a:spcPts val="300"/>
              </a:spcAft>
            </a:pPr>
            <a:r>
              <a:rPr sz="1550" b="0" i="0">
                <a:solidFill>
                  <a:srgbClr val="595959"/>
                </a:solidFill>
                <a:latin typeface="Arial"/>
              </a:rPr>
              <a:t>On the provider agency's security server.</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consumer in another agency can discover it</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call routes there and back</a:t>
            </a:r>
          </a:p>
          <a:p>
            <a:pPr>
              <a:spcAft>
                <a:spcPts val="300"/>
              </a:spcAft>
            </a:pPr>
            <a:r>
              <a:rPr sz="1550" b="0" i="0">
                <a:solidFill>
                  <a:srgbClr val="595959"/>
                </a:solidFill>
                <a:latin typeface="Arial"/>
              </a:rPr>
              <a:t>Consumer's security server → across the bus → provider's security server → data returned.</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When that round trip works, the service is on the bus — not just designed for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configuration artefacts make wiring real</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subsystem</a:t>
            </a:r>
          </a:p>
          <a:p>
            <a:pPr>
              <a:spcAft>
                <a:spcPts val="300"/>
              </a:spcAft>
            </a:pPr>
            <a:r>
              <a:rPr sz="1550" b="0" i="0">
                <a:solidFill>
                  <a:srgbClr val="595959"/>
                </a:solidFill>
                <a:latin typeface="Arial"/>
              </a:rPr>
              <a:t>The member's registered identity on the bus.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service description</a:t>
            </a:r>
          </a:p>
          <a:p>
            <a:pPr>
              <a:spcAft>
                <a:spcPts val="300"/>
              </a:spcAft>
            </a:pPr>
            <a:r>
              <a:rPr sz="1550" b="0" i="0">
                <a:solidFill>
                  <a:srgbClr val="595959"/>
                </a:solidFill>
                <a:latin typeface="Arial"/>
              </a:rPr>
              <a:t>Derived directly from your OpenAPI contract.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access-control list</a:t>
            </a:r>
          </a:p>
          <a:p>
            <a:pPr>
              <a:spcAft>
                <a:spcPts val="300"/>
              </a:spcAft>
            </a:pPr>
            <a:r>
              <a:rPr sz="1550" b="0" i="0">
                <a:solidFill>
                  <a:srgbClr val="595959"/>
                </a:solidFill>
                <a:latin typeface="Arial"/>
              </a:rPr>
              <a:t>Which other members are allowed to call this service.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Align to the published Information Mediation pattern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GovStack's Information Mediation building block is the reusable specification for the component that routes and mediates exchanges.</a:t>
            </a:r>
          </a:p>
          <a:p>
            <a:pPr>
              <a:spcAft>
                <a:spcPts val="1200"/>
              </a:spcAft>
            </a:pPr>
            <a:r>
              <a:rPr sz="2000" b="0" i="0">
                <a:solidFill>
                  <a:srgbClr val="1A1A1A"/>
                </a:solidFill>
                <a:latin typeface="Arial"/>
              </a:rPr>
              <a:t>A vendor's compliant implementation can drop into the role, instead of a bespoke build.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Re-use, reaching all the way down to the routing component.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acceptance is one test call that resolves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consumer's security server calls the service and gets the expected data back — once, over the bus.</a:t>
            </a:r>
          </a:p>
          <a:p>
            <a:pPr>
              <a:spcAft>
                <a:spcPts val="1200"/>
              </a:spcAft>
            </a:pPr>
            <a:r>
              <a:rPr sz="2000" b="0" i="0">
                <a:solidFill>
                  <a:srgbClr val="1A1A1A"/>
                </a:solidFill>
                <a:latin typeface="Arial"/>
              </a:rPr>
              <a:t>Meaning agreed, contract honoured, security enforced, data returned.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moment the configuration stops being documents and becomes a working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Register the service description, set who may call it, and a test call that resolves proves the service is on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service description and wiring checklist.</a:t>
            </a:r>
          </a:p>
          <a:p>
            <a:pPr algn="l">
              <a:spcAft>
                <a:spcPts val="400"/>
              </a:spcAft>
            </a:pPr>
            <a:r>
              <a:rPr sz="1800" b="0" i="0">
                <a:solidFill>
                  <a:srgbClr val="595959"/>
                </a:solidFill>
                <a:latin typeface="Arial"/>
              </a:rPr>
              <a:t>The prompt in the companion material gives you X-Road service-description notes, access-control entries, and a test-call plan.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service description / Information Mediator (niis.org)</a:t>
            </a:r>
          </a:p>
          <a:p>
            <a:pPr>
              <a:spcAft>
                <a:spcPts val="1200"/>
              </a:spcAft>
            </a:pPr>
            <a:r>
              <a:rPr sz="1700" b="0" i="0">
                <a:solidFill>
                  <a:srgbClr val="1A1A1A"/>
                </a:solidFill>
                <a:latin typeface="Arial"/>
              </a:rPr>
              <a:t>•  GovStack Information Mediation Building Block (govstack.global)</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