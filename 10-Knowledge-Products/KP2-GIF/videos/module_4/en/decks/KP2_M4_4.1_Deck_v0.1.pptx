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696" r:id="rId18"/>
    <p:sldId id="2697" r:id="rId19"/>
    <p:sldId id="2698" r:id="rId20"/>
    <p:sldId id="2699" r:id="rId21"/>
    <p:sldId id="2700" r:id="rId22"/>
    <p:sldId id="2701" r:id="rId23"/>
    <p:sldId id="2702" r:id="rId24"/>
    <p:sldId id="2703" r:id="rId25"/>
    <p:sldId id="27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As an architect, your first move is not to draw a new platform. It is to adopt a reference architecture, so you spend your scarce time on what is specific to your country instead of re-deriving the shape of an interoperability platform that other countries have already settled. The European framework and the X-Road experience give you a reference with four functional layers. Every component you will build or buy fits one of the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four layers, by what they do. Service Access — how a member system reaches the bus and calls a service. Event Distribution — how messages and events actually move across the federation. Trust and Security Infrastructure — the certificates, the identities and the encryption that make a call trustworthy. And Governance and Administration — the registries of who is a member, what services exist, and the monitoring that watches it all run.</a:t>
            </a:r>
          </a:p>
          <a:p/>
          <a:p>
            <a:r>
              <a:t>Retrieval prompt — ask before playing on: where does the service catalogue live? Where does mutual encryption sit?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value of the layers is that they are a filing system for decisions. When you ask 'where does the service catalogue live?', the answer is Governance and Administration. 'Where does mutual encryption sit?' — Trust and Security. Every component, every standard, every piece of configuration has a home. And when two architects disagree about where something belongs, the reference architecture settles it rather than the louder voice.</a:t>
            </a:r>
          </a:p>
          <a:p/>
          <a:p>
            <a:r>
              <a:t>Production cue: this slide answers the retrieval prompt set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There is a deeper payoff, and it is the re-use argument seen from the architect's chair. The reference architecture is shared — built once and reused by every country and every sector that adopts it — so your agencies, and the next sector after education, plug into the same four-layer shape instead of each inventing their own. That is whole-of-government planning made concrete at the technical level: you re-use a settled structure rather than paying, again, to discover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of the four deserves a word, because it is the one countries drop by accident. Request and response is a system asking a question and getting an answer. Event distribution is a system telling everyone who cares: a birth was registered, a learner was enrolled — published once by the authoritative source, delivered to every subscriber, replayable if a subscriber was down. That is what keeps every consumer current without anyone re-asking the citizen; it is once-only at scale. A first bus can run request and response only, and this knowledge product's demonstration does. But defer the event layer deliberately, with a place in the plan — do not discover in year three that nobody designed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practical exercise is simple. Take every component you plan to build or buy — the security server, the central registry, the monitoring tool, the identity adapter — and place each one in its layer. The layers that come out sparse show you exactly what you have not yet planned for. Used this way, the reference architecture is a checklist as much as a diagram: it tells you not only where things go, but what is still missing.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architecture work starts not with a blank page but with a borrowed, proven structure. Four functional layers — Service Access, Event Distribution, Trust and Security, Governance and Administration. Place every component. Read off the gaps. You have re-used the world's experience of what an interoperability platform looks like, and kept your effort for what only your country can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4 · VIDEO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Place every component — the four functional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Four functional layers — Service Access, Event Distribution, Trust and Security, Governance and Administration — give every component of the platform a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Do not draw a new platform. Adopt a reference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Other countries have already settled the shape of an interoperability platform.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Every component you build or buy fits one of four functional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functional layers — every component has a home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Service Access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a member system reaches the bus and calls a 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6746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28900"/>
            <a:ext cx="10527487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Event Distribution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messages and events move across the federation.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7536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84048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794760"/>
            <a:ext cx="10527487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Trust and Security Infrastructure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Certificates, identities, encryption.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9194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50063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960620"/>
            <a:ext cx="10527487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Governance and Administration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Registries of members and services, and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layers are a filing system for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Where does the service catalogue live?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Governance and Administration.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8544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895600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Where does mutual encryption sit?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Trust and Security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28701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328159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Two architects disagree where something belongs?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reference architecture settles it — not the louder 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Every component, every standard, every piece of configuration has a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 shared reference architecture is re-use, seen from the architect's chair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Built once, and reused by every country and every sector that adopts it.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Your agencies — and the next sector after education — plug into the same four-layer shape instead of each inventing their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Re-use a settled structure instead of paying, again, to discover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Event distribution — defer it on purpose, never skip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REQUEST AND RESPONSE ASKS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system asks a question and gets an answer.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first bus can run on this alone — the demonstration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EVENTS TELL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birth registered, a learner enrolled — published once by the source.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Delivered to every subscriber; replayable if one was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Once-only at scale. Give it a place in the plan — not a surprise in year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Place every component, and the sparse layers show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security server, the central registry, the monitoring tool, the identity adapter — each goes in its layer.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Used this way, the reference architecture is a checklist as much as a diagram.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The layers that come out sparse are what you have not yet planned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Adopt the four-layer reference architecture, place every component in its layer, and the gaps show you what you still have to build.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Map your platform components to the four functional layers.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component-to-layer mapping plus a per-layer list of gaps.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EU European Interoperability Framework (EIF)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reference architecture — the four functional layers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§3.4.3 (Interoperability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4.1 · Place every component — the four functional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