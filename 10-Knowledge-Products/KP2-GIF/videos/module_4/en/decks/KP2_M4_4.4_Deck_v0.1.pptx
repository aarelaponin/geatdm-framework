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ngesInfos/changesInfo1.xml" ContentType="application/vnd.ms-powerpoint.changesinfo+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4"/>
    <p:sldMasterId id="2147483709" r:id="rId5"/>
    <p:sldMasterId id="2147483713" r:id="rId6"/>
    <p:sldMasterId id="2147483691" r:id="rId7"/>
  </p:sldMasterIdLst>
  <p:notesMasterIdLst>
    <p:notesMasterId r:id="rId46"/>
  </p:notesMasterIdLst>
  <p:handoutMasterIdLst>
    <p:handoutMasterId r:id="rId47"/>
  </p:handoutMasterIdLst>
  <p:sldIdLst>
    <p:sldId id="2721" r:id="rId43"/>
    <p:sldId id="2722" r:id="rId44"/>
    <p:sldId id="2723" r:id="rId45"/>
    <p:sldId id="2724" r:id="rId17"/>
    <p:sldId id="2725" r:id="rId16"/>
    <p:sldId id="2726" r:id="rId15"/>
    <p:sldId id="2727" r:id="rId14"/>
    <p:sldId id="2728"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6A6A6"/>
    <a:srgbClr val="0083B3"/>
    <a:srgbClr val="9D26FF"/>
    <a:srgbClr val="0076A1"/>
    <a:srgbClr val="FFFFFF"/>
    <a:srgbClr val="009CD6"/>
    <a:srgbClr val="A5A5A5"/>
    <a:srgbClr val="757070"/>
    <a:srgbClr val="6F6F6E"/>
    <a:srgbClr val="F5FAF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CBC4942-2EA4-48B8-A075-B5F2ABFFFDF6}" v="10" dt="2026-07-22T19:37:31.02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71" d="100"/>
          <a:sy n="71" d="100"/>
        </p:scale>
        <p:origin x="412" y="44"/>
      </p:cViewPr>
      <p:guideLst>
        <p:guide orient="horz" pos="2160"/>
        <p:guide pos="3840"/>
      </p:guideLst>
    </p:cSldViewPr>
  </p:slideViewPr>
  <p:notesTextViewPr>
    <p:cViewPr>
      <p:scale>
        <a:sx n="1" d="1"/>
        <a:sy n="1" d="1"/>
      </p:scale>
      <p:origin x="0" y="0"/>
    </p:cViewPr>
  </p:notesTextViewPr>
  <p:notesViewPr>
    <p:cSldViewPr snapToGrid="0">
      <p:cViewPr varScale="1">
        <p:scale>
          <a:sx n="124" d="100"/>
          <a:sy n="124" d="100"/>
        </p:scale>
        <p:origin x="4188" y="88"/>
      </p:cViewPr>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Master" Target="slideMasters/slideMaster2.xml"/><Relationship Id="rId6" Type="http://schemas.openxmlformats.org/officeDocument/2006/relationships/slideMaster" Target="slideMasters/slideMaster3.xml"/><Relationship Id="rId7" Type="http://schemas.openxmlformats.org/officeDocument/2006/relationships/slideMaster" Target="slideMasters/slideMaster4.xml"/><Relationship Id="rId13" Type="http://schemas.openxmlformats.org/officeDocument/2006/relationships/slide" Target="slides/slide35.xml"/><Relationship Id="rId14" Type="http://schemas.openxmlformats.org/officeDocument/2006/relationships/slide" Target="slides/slide34.xml"/><Relationship Id="rId15" Type="http://schemas.openxmlformats.org/officeDocument/2006/relationships/slide" Target="slides/slide33.xml"/><Relationship Id="rId16" Type="http://schemas.openxmlformats.org/officeDocument/2006/relationships/slide" Target="slides/slide32.xml"/><Relationship Id="rId17" Type="http://schemas.openxmlformats.org/officeDocument/2006/relationships/slide" Target="slides/slide31.xml"/><Relationship Id="rId43" Type="http://schemas.openxmlformats.org/officeDocument/2006/relationships/slide" Target="slides/slide28.xml"/><Relationship Id="rId44" Type="http://schemas.openxmlformats.org/officeDocument/2006/relationships/slide" Target="slides/slide29.xml"/><Relationship Id="rId45" Type="http://schemas.openxmlformats.org/officeDocument/2006/relationships/slide" Target="slides/slide30.xml"/><Relationship Id="rId46" Type="http://schemas.openxmlformats.org/officeDocument/2006/relationships/notesMaster" Target="notesMasters/notesMaster1.xml"/><Relationship Id="rId47" Type="http://schemas.openxmlformats.org/officeDocument/2006/relationships/handoutMaster" Target="handoutMasters/handoutMaster1.xml"/><Relationship Id="rId48" Type="http://schemas.openxmlformats.org/officeDocument/2006/relationships/presProps" Target="presProps.xml"/><Relationship Id="rId49" Type="http://schemas.openxmlformats.org/officeDocument/2006/relationships/viewProps" Target="viewProps.xml"/><Relationship Id="rId50" Type="http://schemas.openxmlformats.org/officeDocument/2006/relationships/theme" Target="theme/theme1.xml"/><Relationship Id="rId51" Type="http://schemas.openxmlformats.org/officeDocument/2006/relationships/tableStyles" Target="tableStyles.xml"/><Relationship Id="rId52" Type="http://schemas.microsoft.com/office/2016/11/relationships/changesInfo" Target="changesInfos/changesInfo1.xml"/><Relationship Id="rId53"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selmino, Carolina" userId="5c3f6dd0-fb53-498d-9f5e-392bc2a3ffc7" providerId="ADAL" clId="{E38CDB5B-0F14-49C4-839B-AE81B7033013}"/>
    <pc:docChg chg="undo custSel addSld delSld modSld">
      <pc:chgData name="Anselmino, Carolina" userId="5c3f6dd0-fb53-498d-9f5e-392bc2a3ffc7" providerId="ADAL" clId="{E38CDB5B-0F14-49C4-839B-AE81B7033013}" dt="2026-07-22T19:37:31.024" v="702" actId="164"/>
      <pc:docMkLst>
        <pc:docMk/>
      </pc:docMkLst>
      <pc:sldChg chg="modSp mod">
        <pc:chgData name="Anselmino, Carolina" userId="5c3f6dd0-fb53-498d-9f5e-392bc2a3ffc7" providerId="ADAL" clId="{E38CDB5B-0F14-49C4-839B-AE81B7033013}" dt="2026-07-22T11:43:29.600" v="14" actId="1076"/>
        <pc:sldMkLst>
          <pc:docMk/>
          <pc:sldMk cId="1405143857" sldId="280"/>
        </pc:sldMkLst>
        <pc:spChg chg="mod">
          <ac:chgData name="Anselmino, Carolina" userId="5c3f6dd0-fb53-498d-9f5e-392bc2a3ffc7" providerId="ADAL" clId="{E38CDB5B-0F14-49C4-839B-AE81B7033013}" dt="2026-07-22T11:43:19.760" v="12" actId="1076"/>
          <ac:spMkLst>
            <pc:docMk/>
            <pc:sldMk cId="1405143857" sldId="280"/>
            <ac:spMk id="45" creationId="{1FF21F3A-03EB-4BF7-B952-9FA7182F69DE}"/>
          </ac:spMkLst>
        </pc:spChg>
        <pc:grpChg chg="mod">
          <ac:chgData name="Anselmino, Carolina" userId="5c3f6dd0-fb53-498d-9f5e-392bc2a3ffc7" providerId="ADAL" clId="{E38CDB5B-0F14-49C4-839B-AE81B7033013}" dt="2026-07-22T11:43:29.600" v="14" actId="1076"/>
          <ac:grpSpMkLst>
            <pc:docMk/>
            <pc:sldMk cId="1405143857" sldId="280"/>
            <ac:grpSpMk id="44" creationId="{B8FF808C-B389-4C00-87CD-F61A6779EE7C}"/>
          </ac:grpSpMkLst>
        </pc:grpChg>
      </pc:sldChg>
      <pc:sldChg chg="addSp delSp modSp mod">
        <pc:chgData name="Anselmino, Carolina" userId="5c3f6dd0-fb53-498d-9f5e-392bc2a3ffc7" providerId="ADAL" clId="{E38CDB5B-0F14-49C4-839B-AE81B7033013}" dt="2026-07-22T19:37:31.024" v="702" actId="164"/>
        <pc:sldMkLst>
          <pc:docMk/>
          <pc:sldMk cId="1196800265" sldId="2681"/>
        </pc:sldMkLst>
        <pc:spChg chg="mod">
          <ac:chgData name="Anselmino, Carolina" userId="5c3f6dd0-fb53-498d-9f5e-392bc2a3ffc7" providerId="ADAL" clId="{E38CDB5B-0F14-49C4-839B-AE81B7033013}" dt="2026-07-22T11:44:01.404" v="22" actId="12788"/>
          <ac:spMkLst>
            <pc:docMk/>
            <pc:sldMk cId="1196800265" sldId="2681"/>
            <ac:spMk id="9" creationId="{A74A033E-F2C4-63F1-935E-B0E00C34458D}"/>
          </ac:spMkLst>
        </pc:spChg>
        <pc:spChg chg="mod">
          <ac:chgData name="Anselmino, Carolina" userId="5c3f6dd0-fb53-498d-9f5e-392bc2a3ffc7" providerId="ADAL" clId="{E38CDB5B-0F14-49C4-839B-AE81B7033013}" dt="2026-07-22T11:46:41.299" v="210" actId="20577"/>
          <ac:spMkLst>
            <pc:docMk/>
            <pc:sldMk cId="1196800265" sldId="2681"/>
            <ac:spMk id="12" creationId="{EEB08032-CE0E-4986-AEDF-A41026C0E8B9}"/>
          </ac:spMkLst>
        </pc:spChg>
        <pc:spChg chg="add mod">
          <ac:chgData name="Anselmino, Carolina" userId="5c3f6dd0-fb53-498d-9f5e-392bc2a3ffc7" providerId="ADAL" clId="{E38CDB5B-0F14-49C4-839B-AE81B7033013}" dt="2026-07-22T11:46:31.178" v="195" actId="20577"/>
          <ac:spMkLst>
            <pc:docMk/>
            <pc:sldMk cId="1196800265" sldId="2681"/>
            <ac:spMk id="14" creationId="{B5087B80-3EE4-1881-0130-ED58CA625092}"/>
          </ac:spMkLst>
        </pc:spChg>
        <pc:spChg chg="add mod">
          <ac:chgData name="Anselmino, Carolina" userId="5c3f6dd0-fb53-498d-9f5e-392bc2a3ffc7" providerId="ADAL" clId="{E38CDB5B-0F14-49C4-839B-AE81B7033013}" dt="2026-07-22T11:51:15.375" v="432" actId="20577"/>
          <ac:spMkLst>
            <pc:docMk/>
            <pc:sldMk cId="1196800265" sldId="2681"/>
            <ac:spMk id="17" creationId="{5E8796F7-DD26-D250-5E97-B38B22298E72}"/>
          </ac:spMkLst>
        </pc:spChg>
        <pc:spChg chg="add mod">
          <ac:chgData name="Anselmino, Carolina" userId="5c3f6dd0-fb53-498d-9f5e-392bc2a3ffc7" providerId="ADAL" clId="{E38CDB5B-0F14-49C4-839B-AE81B7033013}" dt="2026-07-22T19:37:31.024" v="702" actId="164"/>
          <ac:spMkLst>
            <pc:docMk/>
            <pc:sldMk cId="1196800265" sldId="2681"/>
            <ac:spMk id="19" creationId="{352ECD8B-4B24-AB9F-BF07-5E33A295F52D}"/>
          </ac:spMkLst>
        </pc:spChg>
        <pc:grpChg chg="add mod">
          <ac:chgData name="Anselmino, Carolina" userId="5c3f6dd0-fb53-498d-9f5e-392bc2a3ffc7" providerId="ADAL" clId="{E38CDB5B-0F14-49C4-839B-AE81B7033013}" dt="2026-07-22T19:37:31.024" v="702" actId="164"/>
          <ac:grpSpMkLst>
            <pc:docMk/>
            <pc:sldMk cId="1196800265" sldId="2681"/>
            <ac:grpSpMk id="8" creationId="{759E7638-035C-C837-D321-A8C06D48B5DC}"/>
          </ac:grpSpMkLst>
        </pc:grpChg>
        <pc:grpChg chg="add mod">
          <ac:chgData name="Anselmino, Carolina" userId="5c3f6dd0-fb53-498d-9f5e-392bc2a3ffc7" providerId="ADAL" clId="{E38CDB5B-0F14-49C4-839B-AE81B7033013}" dt="2026-07-22T19:37:31.024" v="702" actId="164"/>
          <ac:grpSpMkLst>
            <pc:docMk/>
            <pc:sldMk cId="1196800265" sldId="2681"/>
            <ac:grpSpMk id="20" creationId="{0D0761BD-2F2F-6D79-B3EF-A531E092890D}"/>
          </ac:grpSpMkLst>
        </pc:grpChg>
        <pc:picChg chg="add del">
          <ac:chgData name="Anselmino, Carolina" userId="5c3f6dd0-fb53-498d-9f5e-392bc2a3ffc7" providerId="ADAL" clId="{E38CDB5B-0F14-49C4-839B-AE81B7033013}" dt="2026-07-22T11:42:32.545" v="4" actId="478"/>
          <ac:picMkLst>
            <pc:docMk/>
            <pc:sldMk cId="1196800265" sldId="2681"/>
            <ac:picMk id="3" creationId="{49CB780D-15A3-48FD-506A-45097B8C84EF}"/>
          </ac:picMkLst>
        </pc:picChg>
        <pc:picChg chg="add mod">
          <ac:chgData name="Anselmino, Carolina" userId="5c3f6dd0-fb53-498d-9f5e-392bc2a3ffc7" providerId="ADAL" clId="{E38CDB5B-0F14-49C4-839B-AE81B7033013}" dt="2026-07-22T11:42:43.855" v="6" actId="1076"/>
          <ac:picMkLst>
            <pc:docMk/>
            <pc:sldMk cId="1196800265" sldId="2681"/>
            <ac:picMk id="4" creationId="{69007BE6-4165-6B9F-CABD-19BC8B326D8F}"/>
          </ac:picMkLst>
        </pc:picChg>
        <pc:picChg chg="add del mod">
          <ac:chgData name="Anselmino, Carolina" userId="5c3f6dd0-fb53-498d-9f5e-392bc2a3ffc7" providerId="ADAL" clId="{E38CDB5B-0F14-49C4-839B-AE81B7033013}" dt="2026-07-22T11:43:03.472" v="10" actId="478"/>
          <ac:picMkLst>
            <pc:docMk/>
            <pc:sldMk cId="1196800265" sldId="2681"/>
            <ac:picMk id="6" creationId="{7BDA84B0-A315-5710-DC3F-3108F335D58B}"/>
          </ac:picMkLst>
        </pc:picChg>
        <pc:picChg chg="mod modCrop">
          <ac:chgData name="Anselmino, Carolina" userId="5c3f6dd0-fb53-498d-9f5e-392bc2a3ffc7" providerId="ADAL" clId="{E38CDB5B-0F14-49C4-839B-AE81B7033013}" dt="2026-07-22T11:36:58.998" v="2" actId="732"/>
          <ac:picMkLst>
            <pc:docMk/>
            <pc:sldMk cId="1196800265" sldId="2681"/>
            <ac:picMk id="7" creationId="{A2066351-C569-4C4C-A096-308777FCDC32}"/>
          </ac:picMkLst>
        </pc:picChg>
        <pc:picChg chg="mod">
          <ac:chgData name="Anselmino, Carolina" userId="5c3f6dd0-fb53-498d-9f5e-392bc2a3ffc7" providerId="ADAL" clId="{E38CDB5B-0F14-49C4-839B-AE81B7033013}" dt="2026-07-22T11:44:01.404" v="22" actId="12788"/>
          <ac:picMkLst>
            <pc:docMk/>
            <pc:sldMk cId="1196800265" sldId="2681"/>
            <ac:picMk id="10" creationId="{D4EAC1CC-FDEC-CB2B-4814-426FB9337D67}"/>
          </ac:picMkLst>
        </pc:picChg>
        <pc:cxnChg chg="mod">
          <ac:chgData name="Anselmino, Carolina" userId="5c3f6dd0-fb53-498d-9f5e-392bc2a3ffc7" providerId="ADAL" clId="{E38CDB5B-0F14-49C4-839B-AE81B7033013}" dt="2026-07-22T11:46:16.310" v="179" actId="14100"/>
          <ac:cxnSpMkLst>
            <pc:docMk/>
            <pc:sldMk cId="1196800265" sldId="2681"/>
            <ac:cxnSpMk id="11" creationId="{D9AD66F2-F7C0-4D03-9150-D28F17AC561D}"/>
          </ac:cxnSpMkLst>
        </pc:cxnChg>
      </pc:sldChg>
      <pc:sldChg chg="del">
        <pc:chgData name="Anselmino, Carolina" userId="5c3f6dd0-fb53-498d-9f5e-392bc2a3ffc7" providerId="ADAL" clId="{E38CDB5B-0F14-49C4-839B-AE81B7033013}" dt="2026-07-22T19:26:38.574" v="665" actId="47"/>
        <pc:sldMkLst>
          <pc:docMk/>
          <pc:sldMk cId="1763900471" sldId="2682"/>
        </pc:sldMkLst>
      </pc:sldChg>
      <pc:sldChg chg="del">
        <pc:chgData name="Anselmino, Carolina" userId="5c3f6dd0-fb53-498d-9f5e-392bc2a3ffc7" providerId="ADAL" clId="{E38CDB5B-0F14-49C4-839B-AE81B7033013}" dt="2026-07-22T19:26:35.304" v="664" actId="47"/>
        <pc:sldMkLst>
          <pc:docMk/>
          <pc:sldMk cId="1891845127" sldId="2685"/>
        </pc:sldMkLst>
      </pc:sldChg>
      <pc:sldChg chg="add del">
        <pc:chgData name="Anselmino, Carolina" userId="5c3f6dd0-fb53-498d-9f5e-392bc2a3ffc7" providerId="ADAL" clId="{E38CDB5B-0F14-49C4-839B-AE81B7033013}" dt="2026-07-22T15:50:00.267" v="434" actId="47"/>
        <pc:sldMkLst>
          <pc:docMk/>
          <pc:sldMk cId="2459501262" sldId="2695"/>
        </pc:sldMkLst>
      </pc:sldChg>
      <pc:sldChg chg="modSp add mod">
        <pc:chgData name="Anselmino, Carolina" userId="5c3f6dd0-fb53-498d-9f5e-392bc2a3ffc7" providerId="ADAL" clId="{E38CDB5B-0F14-49C4-839B-AE81B7033013}" dt="2026-07-22T19:17:50.009" v="663" actId="14100"/>
        <pc:sldMkLst>
          <pc:docMk/>
          <pc:sldMk cId="2895905977" sldId="2695"/>
        </pc:sldMkLst>
        <pc:spChg chg="mod">
          <ac:chgData name="Anselmino, Carolina" userId="5c3f6dd0-fb53-498d-9f5e-392bc2a3ffc7" providerId="ADAL" clId="{E38CDB5B-0F14-49C4-839B-AE81B7033013}" dt="2026-07-22T15:51:46.203" v="494" actId="20577"/>
          <ac:spMkLst>
            <pc:docMk/>
            <pc:sldMk cId="2895905977" sldId="2695"/>
            <ac:spMk id="5" creationId="{05ECEA81-427F-77E6-3A96-077D430CC49C}"/>
          </ac:spMkLst>
        </pc:spChg>
        <pc:spChg chg="mod">
          <ac:chgData name="Anselmino, Carolina" userId="5c3f6dd0-fb53-498d-9f5e-392bc2a3ffc7" providerId="ADAL" clId="{E38CDB5B-0F14-49C4-839B-AE81B7033013}" dt="2026-07-22T19:17:50.009" v="663" actId="14100"/>
          <ac:spMkLst>
            <pc:docMk/>
            <pc:sldMk cId="2895905977" sldId="2695"/>
            <ac:spMk id="6" creationId="{F5AB7147-07E3-D061-CD69-902D615A346F}"/>
          </ac:spMkLst>
        </pc:spChg>
        <pc:spChg chg="mod">
          <ac:chgData name="Anselmino, Carolina" userId="5c3f6dd0-fb53-498d-9f5e-392bc2a3ffc7" providerId="ADAL" clId="{E38CDB5B-0F14-49C4-839B-AE81B7033013}" dt="2026-07-22T15:52:40.119" v="519" actId="14100"/>
          <ac:spMkLst>
            <pc:docMk/>
            <pc:sldMk cId="2895905977" sldId="2695"/>
            <ac:spMk id="7" creationId="{645C8C6B-29A8-B1C0-3772-5822CAB07F15}"/>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6BE192EA-4FB5-417A-96F6-B3058A54ABC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875D5479-0008-4BFD-BE18-7442B169130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472114D-3A05-4B20-822E-8261653B33D2}" type="datetimeFigureOut">
              <a:rPr lang="en-US" smtClean="0"/>
              <a:t>7/22/2026</a:t>
            </a:fld>
            <a:endParaRPr lang="en-US"/>
          </a:p>
        </p:txBody>
      </p:sp>
      <p:sp>
        <p:nvSpPr>
          <p:cNvPr id="4" name="Footer Placeholder 3">
            <a:extLst>
              <a:ext uri="{FF2B5EF4-FFF2-40B4-BE49-F238E27FC236}">
                <a16:creationId xmlns:a16="http://schemas.microsoft.com/office/drawing/2014/main" id="{EABD4BE7-9FD8-4D10-87DD-2B2BC23B46EC}"/>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F10342B2-B657-4BF5-B0C4-8D3FD65073D3}"/>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1E5079B-D1F0-49DB-8DFB-E06CD09EC17E}" type="slidenum">
              <a:rPr lang="en-US" smtClean="0"/>
              <a:t>‹#›</a:t>
            </a:fld>
            <a:endParaRPr lang="en-US"/>
          </a:p>
        </p:txBody>
      </p:sp>
    </p:spTree>
    <p:extLst>
      <p:ext uri="{BB962C8B-B14F-4D97-AF65-F5344CB8AC3E}">
        <p14:creationId xmlns:p14="http://schemas.microsoft.com/office/powerpoint/2010/main" val="420054729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4F008D2-43B4-45EB-8E80-36DCF9CD046D}" type="datetimeFigureOut">
              <a:rPr lang="en-US" smtClean="0"/>
              <a:t>7/22/2026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6A8591F-50F3-4C40-9DA2-D793276CC051}" type="slidenum">
              <a:rPr lang="en-US" smtClean="0"/>
              <a:t>‹#›</a:t>
            </a:fld>
            <a:endParaRPr lang="en-US"/>
          </a:p>
        </p:txBody>
      </p:sp>
    </p:spTree>
    <p:extLst>
      <p:ext uri="{BB962C8B-B14F-4D97-AF65-F5344CB8AC3E}">
        <p14:creationId xmlns:p14="http://schemas.microsoft.com/office/powerpoint/2010/main" val="7799949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 the cold open. The hosts name the module, the video number, the title and the single message on this slide; no scripted narration. Hold until the opener begins; the opener is narrated on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Of the four interoperability layers, the semantic one — meaning — is the hardest, and the one most projects skip, because it is slow, unglamorous and a little political. It is also where exchanges silently fail: a working wire that carries data the receiver misreads is still a failure, and a worse one, because it looks like success. The good news for the architect is that meaning can be made tractable by building a semantic map — and you can generate a first draft of one with Claude.</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A semantic map, for a single exchange, sets out five things. The entities involved — a learner, a school. Their fields — name, date of birth, enrolment status. The code lists — the allowed values for, say, enrolment status, because one agency's 'active' may be another's 'enrolled'. The identifier — which key reliably links the same learner across two agencies. And the mapping itself — each agency's own terms reconciled to one shared definition, so that the examination authority's 'learner' and the registry's 'learner' are confirmed to mean the same person, identified the same way.</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You do not invent these definitions from scratch. For education, much of the meaning is already published. OneRoster gives you rostering and enrolment data. CEDS gives you a common vocabulary of education data elements. ISO/IEC 11179 gives you the discipline of describing each data element precisely, and W3C Verifiable Credentials covers the credential case. The semantic map's job is to adopt these published vocabularies and map your agencies' actual fields onto them — not to start from a blank page.</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This is the layer where business and IT must meet, and the semantic map is their shared language. Deciding that 'enrolment' means the same thing to the examination authority and to the learner registry is not a technical choice — it is a decision the business data owners make. But it has to be written down precisely enough for the systems to use. The semantic map is exactly that shared object: it lets the people who own the data and the architects who move it agree, once, what the data means — and then every exchange that touches a learner reuses that one agreement instead of re-arguing it.</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AI prompt for this video does the drafting. Give Claude the published vocabulary and the two agencies' field lists, and it drafts the mapping — which field maps to which, where the code lists differ and need translating, which identifier to use as the link. That is the fast ninety per cent. The essential ten per cent is yours: every identifier and every code value is a [confirm] until you check it against the real registries. An invented mapping reads convincingly and is wrong — and in the semantic layer, wrong means a learner's records silently merged with someone else's. Generate fast; confirm against the registries carefully.</a:t>
            </a:r>
          </a:p>
          <a:p/>
          <a:p>
            <a:r>
              <a:t>Production cue: the pivotal slide of this video. Hold it a beat longer.</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PRACTICE BOX (on-screen only — never read it, never paraphrase it, never point at it). It replaces the narrated handoff: this video ends on the recap and the Sources slide.</a:t>
            </a:r>
          </a:p>
          <a:p/>
          <a:p>
            <a:r>
              <a:t>VO: So you make the hardest layer tractable by building it, one exchange at a time, as a semantic map: the entities, fields, code lists, identifier and the mapping onto published vocabularies. It is the shared language between the data owners and the architects, generated with the AI prompt and confirmed against the registries. Get the semantic map right and the exchange carries meaning, not just bytes — which is the whole difference between interoperability that works and interoperability that only appears to.</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slide, held ~5 seconds at the end of the video. Links are compiled into the YouTube description per ITU convention; no URLs read aloud.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Grey margin-Content with Caption (White 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CF752D4-D41F-48C8-BC93-770A10B9CEFC}"/>
              </a:ext>
            </a:extLst>
          </p:cNvPr>
          <p:cNvSpPr>
            <a:spLocks noGrp="1"/>
          </p:cNvSpPr>
          <p:nvPr>
            <p:ph type="body" sz="half" idx="2" hasCustomPrompt="1"/>
          </p:nvPr>
        </p:nvSpPr>
        <p:spPr>
          <a:xfrm>
            <a:off x="728691" y="1959151"/>
            <a:ext cx="4090872" cy="4200245"/>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3" name="Text Placeholder 3">
            <a:extLst>
              <a:ext uri="{FF2B5EF4-FFF2-40B4-BE49-F238E27FC236}">
                <a16:creationId xmlns:a16="http://schemas.microsoft.com/office/drawing/2014/main" id="{3E0F6D26-4165-4298-B9DF-69A0CA57C654}"/>
              </a:ext>
            </a:extLst>
          </p:cNvPr>
          <p:cNvSpPr>
            <a:spLocks noGrp="1"/>
          </p:cNvSpPr>
          <p:nvPr>
            <p:ph type="body" sz="half" idx="14" hasCustomPrompt="1"/>
          </p:nvPr>
        </p:nvSpPr>
        <p:spPr>
          <a:xfrm>
            <a:off x="5018432" y="1959150"/>
            <a:ext cx="4090872" cy="4200245"/>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7" name="Title 1">
            <a:extLst>
              <a:ext uri="{FF2B5EF4-FFF2-40B4-BE49-F238E27FC236}">
                <a16:creationId xmlns:a16="http://schemas.microsoft.com/office/drawing/2014/main" id="{CED336FC-6E45-4A2D-A5AB-BE24E693E093}"/>
              </a:ext>
            </a:extLst>
          </p:cNvPr>
          <p:cNvSpPr>
            <a:spLocks noGrp="1"/>
          </p:cNvSpPr>
          <p:nvPr>
            <p:ph type="title" hasCustomPrompt="1"/>
          </p:nvPr>
        </p:nvSpPr>
        <p:spPr>
          <a:xfrm>
            <a:off x="728691" y="1265849"/>
            <a:ext cx="9051731" cy="502882"/>
          </a:xfrm>
          <a:prstGeom prst="rect">
            <a:avLst/>
          </a:prstGeom>
        </p:spPr>
        <p:txBody>
          <a:bodyPr>
            <a:noAutofit/>
          </a:bodyPr>
          <a:lstStyle>
            <a:lvl1pPr>
              <a:defRPr sz="2800"/>
            </a:lvl1pPr>
          </a:lstStyle>
          <a:p>
            <a:pPr lvl="0"/>
            <a:r>
              <a:rPr lang="en-US" dirty="0"/>
              <a:t>Click to edit Master text styles</a:t>
            </a:r>
          </a:p>
        </p:txBody>
      </p:sp>
      <p:cxnSp>
        <p:nvCxnSpPr>
          <p:cNvPr id="8" name="Straight Connector 7">
            <a:extLst>
              <a:ext uri="{FF2B5EF4-FFF2-40B4-BE49-F238E27FC236}">
                <a16:creationId xmlns:a16="http://schemas.microsoft.com/office/drawing/2014/main" id="{20EB37B9-0614-41D6-8AFE-EB91B451A9F5}"/>
              </a:ext>
            </a:extLst>
          </p:cNvPr>
          <p:cNvCxnSpPr/>
          <p:nvPr userDrawn="1"/>
        </p:nvCxnSpPr>
        <p:spPr>
          <a:xfrm>
            <a:off x="614783"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CFE8CDBB-5A4D-4444-85CC-7578EF050F69}"/>
              </a:ext>
            </a:extLst>
          </p:cNvPr>
          <p:cNvSpPr>
            <a:spLocks noGrp="1"/>
          </p:cNvSpPr>
          <p:nvPr>
            <p:ph type="body" sz="quarter" idx="12" hasCustomPrompt="1"/>
          </p:nvPr>
        </p:nvSpPr>
        <p:spPr>
          <a:xfrm>
            <a:off x="614783"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718176021"/>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wo column - Title column">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A8D6A0DE-A965-4E02-8A8B-981E2FDE590E}"/>
              </a:ext>
            </a:extLst>
          </p:cNvPr>
          <p:cNvSpPr>
            <a:spLocks noGrp="1"/>
          </p:cNvSpPr>
          <p:nvPr>
            <p:ph type="body" idx="1"/>
          </p:nvPr>
        </p:nvSpPr>
        <p:spPr>
          <a:xfrm>
            <a:off x="728687" y="1994663"/>
            <a:ext cx="4860830" cy="496095"/>
          </a:xfrm>
        </p:spPr>
        <p:txBody>
          <a:bodyPr anchor="t">
            <a:noAutofit/>
          </a:bodyPr>
          <a:lstStyle>
            <a:lvl1pPr marL="0" indent="0">
              <a:lnSpc>
                <a:spcPts val="2400"/>
              </a:lnSpc>
              <a:buNone/>
              <a:defRPr sz="1800" b="0" spc="3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B820F59-7539-405E-B005-C5C92782E908}"/>
              </a:ext>
            </a:extLst>
          </p:cNvPr>
          <p:cNvSpPr>
            <a:spLocks noGrp="1"/>
          </p:cNvSpPr>
          <p:nvPr>
            <p:ph sz="half" idx="2" hasCustomPrompt="1"/>
          </p:nvPr>
        </p:nvSpPr>
        <p:spPr>
          <a:xfrm>
            <a:off x="728687" y="2490758"/>
            <a:ext cx="4860830" cy="3445987"/>
          </a:xfrm>
        </p:spPr>
        <p:txBody>
          <a:bodyPr>
            <a:noAutofit/>
          </a:bodyPr>
          <a:lstStyle>
            <a:lvl1pPr marL="228600" indent="-137160">
              <a:lnSpc>
                <a:spcPts val="2400"/>
              </a:lnSpc>
              <a:buClr>
                <a:srgbClr val="009CD6"/>
              </a:buClr>
              <a:buSzPct val="104000"/>
              <a:buFont typeface="Arial" panose="020B0604020202020204" pitchFamily="34" charset="0"/>
              <a:buChar char="•"/>
              <a:defRPr sz="1800" spc="30" baseline="0"/>
            </a:lvl1pPr>
            <a:lvl2pPr marL="685800" indent="-137160">
              <a:lnSpc>
                <a:spcPts val="2400"/>
              </a:lnSpc>
              <a:buClr>
                <a:srgbClr val="009CD6"/>
              </a:buClr>
              <a:buFont typeface="Arial" panose="020B0604020202020204" pitchFamily="34" charset="0"/>
              <a:buChar char="•"/>
              <a:defRPr sz="1800" spc="30" baseline="0"/>
            </a:lvl2pPr>
          </a:lstStyle>
          <a:p>
            <a:pPr lvl="0"/>
            <a:r>
              <a:rPr lang="en-US" dirty="0"/>
              <a:t>Second level</a:t>
            </a:r>
          </a:p>
          <a:p>
            <a:pPr lvl="1"/>
            <a:r>
              <a:rPr lang="en-US" dirty="0"/>
              <a:t>Third level</a:t>
            </a:r>
          </a:p>
        </p:txBody>
      </p:sp>
      <p:sp>
        <p:nvSpPr>
          <p:cNvPr id="17" name="Text Placeholder 2">
            <a:extLst>
              <a:ext uri="{FF2B5EF4-FFF2-40B4-BE49-F238E27FC236}">
                <a16:creationId xmlns:a16="http://schemas.microsoft.com/office/drawing/2014/main" id="{9AE6D208-1F00-412A-86E9-1A7081F56572}"/>
              </a:ext>
            </a:extLst>
          </p:cNvPr>
          <p:cNvSpPr>
            <a:spLocks noGrp="1"/>
          </p:cNvSpPr>
          <p:nvPr>
            <p:ph type="body" idx="10"/>
          </p:nvPr>
        </p:nvSpPr>
        <p:spPr>
          <a:xfrm>
            <a:off x="5892510" y="1994663"/>
            <a:ext cx="4751106" cy="496095"/>
          </a:xfrm>
        </p:spPr>
        <p:txBody>
          <a:bodyPr anchor="t">
            <a:noAutofit/>
          </a:bodyPr>
          <a:lstStyle>
            <a:lvl1pPr marL="0" indent="0">
              <a:lnSpc>
                <a:spcPts val="2400"/>
              </a:lnSpc>
              <a:buNone/>
              <a:defRPr sz="1800" b="0" spc="3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8" name="Content Placeholder 3">
            <a:extLst>
              <a:ext uri="{FF2B5EF4-FFF2-40B4-BE49-F238E27FC236}">
                <a16:creationId xmlns:a16="http://schemas.microsoft.com/office/drawing/2014/main" id="{B8B83478-806A-4C07-A7A7-0CDF7E621EB5}"/>
              </a:ext>
            </a:extLst>
          </p:cNvPr>
          <p:cNvSpPr>
            <a:spLocks noGrp="1"/>
          </p:cNvSpPr>
          <p:nvPr>
            <p:ph sz="half" idx="11" hasCustomPrompt="1"/>
          </p:nvPr>
        </p:nvSpPr>
        <p:spPr>
          <a:xfrm>
            <a:off x="5892510" y="2490758"/>
            <a:ext cx="4751106" cy="3445987"/>
          </a:xfrm>
        </p:spPr>
        <p:txBody>
          <a:bodyPr>
            <a:noAutofit/>
          </a:bodyPr>
          <a:lstStyle>
            <a:lvl1pPr marL="228600" indent="-137160">
              <a:lnSpc>
                <a:spcPts val="2400"/>
              </a:lnSpc>
              <a:buClr>
                <a:srgbClr val="009CD6"/>
              </a:buClr>
              <a:buSzPct val="104000"/>
              <a:buFont typeface="Arial" panose="020B0604020202020204" pitchFamily="34" charset="0"/>
              <a:buChar char="•"/>
              <a:defRPr sz="1800" spc="30" baseline="0"/>
            </a:lvl1pPr>
            <a:lvl2pPr marL="685800" indent="-137160">
              <a:lnSpc>
                <a:spcPts val="2400"/>
              </a:lnSpc>
              <a:buClr>
                <a:srgbClr val="009CD6"/>
              </a:buClr>
              <a:buFont typeface="Arial" panose="020B0604020202020204" pitchFamily="34" charset="0"/>
              <a:buChar char="•"/>
              <a:defRPr sz="1800" spc="30" baseline="0"/>
            </a:lvl2pPr>
          </a:lstStyle>
          <a:p>
            <a:pPr lvl="0"/>
            <a:r>
              <a:rPr lang="en-US" dirty="0"/>
              <a:t>Second level</a:t>
            </a:r>
          </a:p>
          <a:p>
            <a:pPr lvl="1"/>
            <a:r>
              <a:rPr lang="en-US" dirty="0"/>
              <a:t>Third level</a:t>
            </a:r>
          </a:p>
        </p:txBody>
      </p:sp>
      <p:sp>
        <p:nvSpPr>
          <p:cNvPr id="13" name="Title 1">
            <a:extLst>
              <a:ext uri="{FF2B5EF4-FFF2-40B4-BE49-F238E27FC236}">
                <a16:creationId xmlns:a16="http://schemas.microsoft.com/office/drawing/2014/main" id="{20A48B77-BCF1-4349-8EF0-B33A1789375A}"/>
              </a:ext>
            </a:extLst>
          </p:cNvPr>
          <p:cNvSpPr>
            <a:spLocks noGrp="1"/>
          </p:cNvSpPr>
          <p:nvPr>
            <p:ph type="title" hasCustomPrompt="1"/>
          </p:nvPr>
        </p:nvSpPr>
        <p:spPr>
          <a:xfrm>
            <a:off x="728687" y="1238515"/>
            <a:ext cx="9914929" cy="635902"/>
          </a:xfrm>
          <a:prstGeom prst="rect">
            <a:avLst/>
          </a:prstGeom>
        </p:spPr>
        <p:txBody>
          <a:bodyPr>
            <a:noAutofit/>
          </a:bodyPr>
          <a:lstStyle>
            <a:lvl1pPr>
              <a:defRPr sz="2800"/>
            </a:lvl1pPr>
          </a:lstStyle>
          <a:p>
            <a:pPr lvl="0"/>
            <a:r>
              <a:rPr lang="en-US" dirty="0"/>
              <a:t>Click to edit Master text styles</a:t>
            </a:r>
          </a:p>
        </p:txBody>
      </p:sp>
      <p:cxnSp>
        <p:nvCxnSpPr>
          <p:cNvPr id="11" name="Straight Connector 10">
            <a:extLst>
              <a:ext uri="{FF2B5EF4-FFF2-40B4-BE49-F238E27FC236}">
                <a16:creationId xmlns:a16="http://schemas.microsoft.com/office/drawing/2014/main" id="{CCE4054A-3251-41A6-8BA5-67C64EF3E610}"/>
              </a:ext>
            </a:extLst>
          </p:cNvPr>
          <p:cNvCxnSpPr/>
          <p:nvPr userDrawn="1"/>
        </p:nvCxnSpPr>
        <p:spPr>
          <a:xfrm>
            <a:off x="614780"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2" name="Text Placeholder 3">
            <a:extLst>
              <a:ext uri="{FF2B5EF4-FFF2-40B4-BE49-F238E27FC236}">
                <a16:creationId xmlns:a16="http://schemas.microsoft.com/office/drawing/2014/main" id="{F8E1AD81-2712-4CFB-B585-60CDC561D6F4}"/>
              </a:ext>
            </a:extLst>
          </p:cNvPr>
          <p:cNvSpPr>
            <a:spLocks noGrp="1"/>
          </p:cNvSpPr>
          <p:nvPr>
            <p:ph type="body" sz="quarter" idx="12" hasCustomPrompt="1"/>
          </p:nvPr>
        </p:nvSpPr>
        <p:spPr>
          <a:xfrm>
            <a:off x="614780"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8803887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wo column bullet lis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C078E5A-AB76-4634-8AD9-64C991C6FC02}"/>
              </a:ext>
            </a:extLst>
          </p:cNvPr>
          <p:cNvSpPr>
            <a:spLocks noGrp="1"/>
          </p:cNvSpPr>
          <p:nvPr>
            <p:ph sz="half" idx="1" hasCustomPrompt="1"/>
          </p:nvPr>
        </p:nvSpPr>
        <p:spPr>
          <a:xfrm>
            <a:off x="721372" y="2040524"/>
            <a:ext cx="4393315" cy="4125355"/>
          </a:xfrm>
        </p:spPr>
        <p:txBody>
          <a:bodyPr>
            <a:noAutofit/>
          </a:bodyPr>
          <a:lstStyle>
            <a:lvl1pPr marL="228600" indent="-137160">
              <a:buClr>
                <a:srgbClr val="009CD6"/>
              </a:buClr>
              <a:buFont typeface="Arial" panose="020B0604020202020204" pitchFamily="34" charset="0"/>
              <a:buChar char="•"/>
              <a:defRPr lang="en-US" spc="20" dirty="0"/>
            </a:lvl1pPr>
            <a:lvl2pPr marL="685800" indent="-137160">
              <a:buClr>
                <a:srgbClr val="009CD6"/>
              </a:buClr>
              <a:buFont typeface="Arial" panose="020B0604020202020204" pitchFamily="34" charset="0"/>
              <a:buChar char="•"/>
              <a:defRPr lang="en-US" spc="20" dirty="0"/>
            </a:lvl2pPr>
            <a:lvl3pPr marL="1143000" indent="-137160">
              <a:buClr>
                <a:srgbClr val="009CD6"/>
              </a:buClr>
              <a:buFont typeface="Arial" panose="020B0604020202020204" pitchFamily="34" charset="0"/>
              <a:buChar char="•"/>
              <a:defRPr lang="en-US" spc="20" dirty="0"/>
            </a:lvl3pPr>
            <a:lvl4pPr marL="1600200" indent="-137160">
              <a:buClr>
                <a:srgbClr val="009CD6"/>
              </a:buClr>
              <a:buFont typeface="Arial" panose="020B0604020202020204" pitchFamily="34" charset="0"/>
              <a:buChar char="•"/>
              <a:defRPr lang="en-US" spc="20" dirty="0"/>
            </a:lvl4pPr>
            <a:lvl5pPr>
              <a:buClr>
                <a:srgbClr val="5B9BD5"/>
              </a:buClr>
              <a:defRPr spc="0"/>
            </a:lvl5p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4" name="Content Placeholder 3">
            <a:extLst>
              <a:ext uri="{FF2B5EF4-FFF2-40B4-BE49-F238E27FC236}">
                <a16:creationId xmlns:a16="http://schemas.microsoft.com/office/drawing/2014/main" id="{4198F227-A22B-432C-84DE-6E0A3BE38D63}"/>
              </a:ext>
            </a:extLst>
          </p:cNvPr>
          <p:cNvSpPr>
            <a:spLocks noGrp="1"/>
          </p:cNvSpPr>
          <p:nvPr>
            <p:ph sz="half" idx="2" hasCustomPrompt="1"/>
          </p:nvPr>
        </p:nvSpPr>
        <p:spPr>
          <a:xfrm>
            <a:off x="5460255" y="2040523"/>
            <a:ext cx="4393316" cy="4126191"/>
          </a:xfrm>
        </p:spPr>
        <p:txBody>
          <a:bodyPr>
            <a:noAutofit/>
          </a:bodyPr>
          <a:lstStyle>
            <a:lvl1pPr marL="228600" indent="-137160">
              <a:buClr>
                <a:srgbClr val="009CD6"/>
              </a:buClr>
              <a:buFont typeface="Arial" panose="020B0604020202020204" pitchFamily="34" charset="0"/>
              <a:buChar char="•"/>
              <a:defRPr lang="en-US" spc="20" dirty="0"/>
            </a:lvl1pPr>
            <a:lvl2pPr marL="685800" indent="-137160">
              <a:buClr>
                <a:srgbClr val="009CD6"/>
              </a:buClr>
              <a:buFont typeface="Arial" panose="020B0604020202020204" pitchFamily="34" charset="0"/>
              <a:buChar char="•"/>
              <a:defRPr lang="en-US" spc="20" dirty="0"/>
            </a:lvl2pPr>
            <a:lvl3pPr marL="1143000" indent="-137160">
              <a:buClr>
                <a:srgbClr val="009CD6"/>
              </a:buClr>
              <a:buFont typeface="Arial" panose="020B0604020202020204" pitchFamily="34" charset="0"/>
              <a:buChar char="•"/>
              <a:defRPr lang="en-US" spc="20" dirty="0"/>
            </a:lvl3pPr>
            <a:lvl4pPr marL="1600200" indent="-137160">
              <a:buClr>
                <a:srgbClr val="009CD6"/>
              </a:buClr>
              <a:buFont typeface="Arial" panose="020B0604020202020204" pitchFamily="34" charset="0"/>
              <a:buChar char="•"/>
              <a:defRPr lang="en-US" spc="20" dirty="0"/>
            </a:lvl4pPr>
            <a:lvl5pPr>
              <a:buClr>
                <a:srgbClr val="5B9BD5"/>
              </a:buClr>
              <a:defRPr spc="0"/>
            </a:lvl5p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10" name="Title 1">
            <a:extLst>
              <a:ext uri="{FF2B5EF4-FFF2-40B4-BE49-F238E27FC236}">
                <a16:creationId xmlns:a16="http://schemas.microsoft.com/office/drawing/2014/main" id="{D346557F-F9B0-433A-9FC1-56C38B19DE9B}"/>
              </a:ext>
            </a:extLst>
          </p:cNvPr>
          <p:cNvSpPr>
            <a:spLocks noGrp="1"/>
          </p:cNvSpPr>
          <p:nvPr>
            <p:ph type="title" hasCustomPrompt="1"/>
          </p:nvPr>
        </p:nvSpPr>
        <p:spPr>
          <a:xfrm>
            <a:off x="721373" y="1251017"/>
            <a:ext cx="9132198" cy="565079"/>
          </a:xfrm>
          <a:prstGeom prst="rect">
            <a:avLst/>
          </a:prstGeom>
        </p:spPr>
        <p:txBody>
          <a:bodyPr>
            <a:noAutofit/>
          </a:bodyPr>
          <a:lstStyle>
            <a:lvl1pPr>
              <a:defRPr sz="2800"/>
            </a:lvl1pPr>
          </a:lstStyle>
          <a:p>
            <a:pPr lvl="0"/>
            <a:r>
              <a:rPr lang="en-US" dirty="0"/>
              <a:t>Click to edit Master text styles</a:t>
            </a:r>
          </a:p>
        </p:txBody>
      </p:sp>
      <p:cxnSp>
        <p:nvCxnSpPr>
          <p:cNvPr id="12" name="Straight Connector 11">
            <a:extLst>
              <a:ext uri="{FF2B5EF4-FFF2-40B4-BE49-F238E27FC236}">
                <a16:creationId xmlns:a16="http://schemas.microsoft.com/office/drawing/2014/main" id="{56157FF2-E1F2-41A6-A3CB-3DE59785DD4D}"/>
              </a:ext>
            </a:extLst>
          </p:cNvPr>
          <p:cNvCxnSpPr/>
          <p:nvPr userDrawn="1"/>
        </p:nvCxnSpPr>
        <p:spPr>
          <a:xfrm>
            <a:off x="614780"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3" name="Text Placeholder 3">
            <a:extLst>
              <a:ext uri="{FF2B5EF4-FFF2-40B4-BE49-F238E27FC236}">
                <a16:creationId xmlns:a16="http://schemas.microsoft.com/office/drawing/2014/main" id="{E8A78C8E-6713-4582-84CE-8C8A0FE572A4}"/>
              </a:ext>
            </a:extLst>
          </p:cNvPr>
          <p:cNvSpPr>
            <a:spLocks noGrp="1"/>
          </p:cNvSpPr>
          <p:nvPr>
            <p:ph type="body" sz="quarter" idx="12" hasCustomPrompt="1"/>
          </p:nvPr>
        </p:nvSpPr>
        <p:spPr>
          <a:xfrm>
            <a:off x="614780"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9513749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One column text">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CF752D4-D41F-48C8-BC93-770A10B9CEFC}"/>
              </a:ext>
            </a:extLst>
          </p:cNvPr>
          <p:cNvSpPr>
            <a:spLocks noGrp="1"/>
          </p:cNvSpPr>
          <p:nvPr>
            <p:ph type="body" sz="half" idx="2" hasCustomPrompt="1"/>
          </p:nvPr>
        </p:nvSpPr>
        <p:spPr>
          <a:xfrm>
            <a:off x="737226" y="1975104"/>
            <a:ext cx="6256106" cy="4210543"/>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0" name="Title 1">
            <a:extLst>
              <a:ext uri="{FF2B5EF4-FFF2-40B4-BE49-F238E27FC236}">
                <a16:creationId xmlns:a16="http://schemas.microsoft.com/office/drawing/2014/main" id="{3F01D386-9240-4F38-9F1C-4325351B05E1}"/>
              </a:ext>
            </a:extLst>
          </p:cNvPr>
          <p:cNvSpPr>
            <a:spLocks noGrp="1"/>
          </p:cNvSpPr>
          <p:nvPr>
            <p:ph type="title" hasCustomPrompt="1"/>
          </p:nvPr>
        </p:nvSpPr>
        <p:spPr>
          <a:xfrm>
            <a:off x="737225" y="1261501"/>
            <a:ext cx="7177821" cy="542146"/>
          </a:xfrm>
          <a:prstGeom prst="rect">
            <a:avLst/>
          </a:prstGeom>
        </p:spPr>
        <p:txBody>
          <a:bodyPr>
            <a:noAutofit/>
          </a:bodyPr>
          <a:lstStyle>
            <a:lvl1pPr>
              <a:defRPr sz="2800"/>
            </a:lvl1pPr>
          </a:lstStyle>
          <a:p>
            <a:pPr lvl="0"/>
            <a:r>
              <a:rPr lang="en-US" dirty="0"/>
              <a:t>Click to edit Master text styles</a:t>
            </a:r>
          </a:p>
        </p:txBody>
      </p:sp>
      <p:cxnSp>
        <p:nvCxnSpPr>
          <p:cNvPr id="8" name="Straight Connector 7">
            <a:extLst>
              <a:ext uri="{FF2B5EF4-FFF2-40B4-BE49-F238E27FC236}">
                <a16:creationId xmlns:a16="http://schemas.microsoft.com/office/drawing/2014/main" id="{015B0268-1877-4B50-85FE-85F64126C828}"/>
              </a:ext>
            </a:extLst>
          </p:cNvPr>
          <p:cNvCxnSpPr/>
          <p:nvPr userDrawn="1"/>
        </p:nvCxnSpPr>
        <p:spPr>
          <a:xfrm>
            <a:off x="607468"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716C6763-4EEE-47FB-A7AD-A329AC03860D}"/>
              </a:ext>
            </a:extLst>
          </p:cNvPr>
          <p:cNvSpPr>
            <a:spLocks noGrp="1"/>
          </p:cNvSpPr>
          <p:nvPr>
            <p:ph type="body" sz="quarter" idx="10" hasCustomPrompt="1"/>
          </p:nvPr>
        </p:nvSpPr>
        <p:spPr>
          <a:xfrm>
            <a:off x="607468"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14434721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 Large imag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AA9A3B-CF71-48AC-B4B0-550E5EC772C1}"/>
              </a:ext>
            </a:extLst>
          </p:cNvPr>
          <p:cNvSpPr>
            <a:spLocks noGrp="1"/>
          </p:cNvSpPr>
          <p:nvPr>
            <p:ph type="title"/>
          </p:nvPr>
        </p:nvSpPr>
        <p:spPr>
          <a:xfrm>
            <a:off x="716483" y="1234865"/>
            <a:ext cx="10313024" cy="635902"/>
          </a:xfrm>
          <a:prstGeom prst="rect">
            <a:avLst/>
          </a:prstGeom>
        </p:spPr>
        <p:txBody>
          <a:bodyPr anchor="t"/>
          <a:lstStyle>
            <a:lvl1pPr>
              <a:defRPr sz="2800"/>
            </a:lvl1pPr>
          </a:lstStyle>
          <a:p>
            <a:r>
              <a:rPr lang="en-US"/>
              <a:t>Click to edit Master title style</a:t>
            </a:r>
            <a:endParaRPr lang="en-US" dirty="0"/>
          </a:p>
        </p:txBody>
      </p:sp>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733313" y="1927476"/>
            <a:ext cx="10700345" cy="4218130"/>
          </a:xfrm>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cxnSp>
        <p:nvCxnSpPr>
          <p:cNvPr id="6" name="Straight Connector 5">
            <a:extLst>
              <a:ext uri="{FF2B5EF4-FFF2-40B4-BE49-F238E27FC236}">
                <a16:creationId xmlns:a16="http://schemas.microsoft.com/office/drawing/2014/main" id="{9B8B0405-4014-43E6-B303-902A4F998E13}"/>
              </a:ext>
            </a:extLst>
          </p:cNvPr>
          <p:cNvCxnSpPr/>
          <p:nvPr userDrawn="1"/>
        </p:nvCxnSpPr>
        <p:spPr>
          <a:xfrm>
            <a:off x="614783"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7" name="Text Placeholder 3">
            <a:extLst>
              <a:ext uri="{FF2B5EF4-FFF2-40B4-BE49-F238E27FC236}">
                <a16:creationId xmlns:a16="http://schemas.microsoft.com/office/drawing/2014/main" id="{B69F8470-F06D-4D52-9A69-30EBD8DA6096}"/>
              </a:ext>
            </a:extLst>
          </p:cNvPr>
          <p:cNvSpPr>
            <a:spLocks noGrp="1"/>
          </p:cNvSpPr>
          <p:nvPr>
            <p:ph type="body" sz="quarter" idx="10" hasCustomPrompt="1"/>
          </p:nvPr>
        </p:nvSpPr>
        <p:spPr>
          <a:xfrm>
            <a:off x="614783"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413910143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Left image - S">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0" y="-1"/>
            <a:ext cx="5165650" cy="6858000"/>
          </a:xfrm>
          <a:solidFill>
            <a:srgbClr val="F7F7F7"/>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11" name="Title 1">
            <a:extLst>
              <a:ext uri="{FF2B5EF4-FFF2-40B4-BE49-F238E27FC236}">
                <a16:creationId xmlns:a16="http://schemas.microsoft.com/office/drawing/2014/main" id="{A421150D-F679-4DFA-93CF-0E5480CC490F}"/>
              </a:ext>
            </a:extLst>
          </p:cNvPr>
          <p:cNvSpPr>
            <a:spLocks noGrp="1"/>
          </p:cNvSpPr>
          <p:nvPr>
            <p:ph type="title" hasCustomPrompt="1"/>
          </p:nvPr>
        </p:nvSpPr>
        <p:spPr>
          <a:xfrm>
            <a:off x="5593557" y="1241625"/>
            <a:ext cx="6000749" cy="480131"/>
          </a:xfrm>
          <a:prstGeom prst="rect">
            <a:avLst/>
          </a:prstGeom>
        </p:spPr>
        <p:txBody>
          <a:bodyPr wrap="square">
            <a:spAutoFit/>
          </a:bodyPr>
          <a:lstStyle>
            <a:lvl1pPr>
              <a:defRPr sz="2800"/>
            </a:lvl1pPr>
          </a:lstStyle>
          <a:p>
            <a:pPr lvl="0"/>
            <a:r>
              <a:rPr lang="en-US" dirty="0"/>
              <a:t>Click to edit Master text styles</a:t>
            </a:r>
          </a:p>
        </p:txBody>
      </p:sp>
      <p:cxnSp>
        <p:nvCxnSpPr>
          <p:cNvPr id="17" name="Straight Connector 16">
            <a:extLst>
              <a:ext uri="{FF2B5EF4-FFF2-40B4-BE49-F238E27FC236}">
                <a16:creationId xmlns:a16="http://schemas.microsoft.com/office/drawing/2014/main" id="{7F1DE310-EEBE-4571-9348-190C69629E15}"/>
              </a:ext>
            </a:extLst>
          </p:cNvPr>
          <p:cNvCxnSpPr/>
          <p:nvPr userDrawn="1"/>
        </p:nvCxnSpPr>
        <p:spPr>
          <a:xfrm>
            <a:off x="5500046"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4C777EF-FC93-4970-9186-9F729BE94473}"/>
              </a:ext>
            </a:extLst>
          </p:cNvPr>
          <p:cNvSpPr>
            <a:spLocks noGrp="1"/>
          </p:cNvSpPr>
          <p:nvPr>
            <p:ph type="body" sz="quarter" idx="10" hasCustomPrompt="1"/>
          </p:nvPr>
        </p:nvSpPr>
        <p:spPr>
          <a:xfrm>
            <a:off x="5500046"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3" name="Text Placeholder 3">
            <a:extLst>
              <a:ext uri="{FF2B5EF4-FFF2-40B4-BE49-F238E27FC236}">
                <a16:creationId xmlns:a16="http://schemas.microsoft.com/office/drawing/2014/main" id="{BD03799A-7C35-4CAA-BE06-C4A99AE98261}"/>
              </a:ext>
            </a:extLst>
          </p:cNvPr>
          <p:cNvSpPr>
            <a:spLocks noGrp="1"/>
          </p:cNvSpPr>
          <p:nvPr>
            <p:ph type="body" sz="half" idx="2" hasCustomPrompt="1"/>
          </p:nvPr>
        </p:nvSpPr>
        <p:spPr>
          <a:xfrm>
            <a:off x="5593546" y="1796208"/>
            <a:ext cx="6000749" cy="3820167"/>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265277038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Left image - M">
    <p:spTree>
      <p:nvGrpSpPr>
        <p:cNvPr id="1" name=""/>
        <p:cNvGrpSpPr/>
        <p:nvPr/>
      </p:nvGrpSpPr>
      <p:grpSpPr>
        <a:xfrm>
          <a:off x="0" y="0"/>
          <a:ext cx="0" cy="0"/>
          <a:chOff x="0" y="0"/>
          <a:chExt cx="0" cy="0"/>
        </a:xfrm>
      </p:grpSpPr>
      <p:sp>
        <p:nvSpPr>
          <p:cNvPr id="9" name="Picture Placeholder 2">
            <a:extLst>
              <a:ext uri="{FF2B5EF4-FFF2-40B4-BE49-F238E27FC236}">
                <a16:creationId xmlns:a16="http://schemas.microsoft.com/office/drawing/2014/main" id="{E364E913-4A6A-4F3B-B209-831A75170B72}"/>
              </a:ext>
            </a:extLst>
          </p:cNvPr>
          <p:cNvSpPr>
            <a:spLocks noGrp="1"/>
          </p:cNvSpPr>
          <p:nvPr>
            <p:ph type="pic" idx="1" hasCustomPrompt="1"/>
          </p:nvPr>
        </p:nvSpPr>
        <p:spPr>
          <a:xfrm>
            <a:off x="0" y="-1"/>
            <a:ext cx="6092751" cy="6858000"/>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8" name="Title 1">
            <a:extLst>
              <a:ext uri="{FF2B5EF4-FFF2-40B4-BE49-F238E27FC236}">
                <a16:creationId xmlns:a16="http://schemas.microsoft.com/office/drawing/2014/main" id="{E30453B6-BE94-4D10-99CD-4F6557992EA0}"/>
              </a:ext>
            </a:extLst>
          </p:cNvPr>
          <p:cNvSpPr>
            <a:spLocks noGrp="1"/>
          </p:cNvSpPr>
          <p:nvPr>
            <p:ph type="title" hasCustomPrompt="1"/>
          </p:nvPr>
        </p:nvSpPr>
        <p:spPr>
          <a:xfrm>
            <a:off x="6561735" y="1241625"/>
            <a:ext cx="5018228" cy="867930"/>
          </a:xfrm>
          <a:prstGeom prst="rect">
            <a:avLst/>
          </a:prstGeom>
        </p:spPr>
        <p:txBody>
          <a:bodyPr wrap="square">
            <a:spAutoFit/>
          </a:bodyPr>
          <a:lstStyle>
            <a:lvl1pPr>
              <a:defRPr sz="2800"/>
            </a:lvl1pPr>
          </a:lstStyle>
          <a:p>
            <a:pPr lvl="0"/>
            <a:r>
              <a:rPr lang="en-US" dirty="0"/>
              <a:t>Click to edit Master text styles  </a:t>
            </a:r>
          </a:p>
        </p:txBody>
      </p:sp>
      <p:cxnSp>
        <p:nvCxnSpPr>
          <p:cNvPr id="11" name="Straight Connector 10">
            <a:extLst>
              <a:ext uri="{FF2B5EF4-FFF2-40B4-BE49-F238E27FC236}">
                <a16:creationId xmlns:a16="http://schemas.microsoft.com/office/drawing/2014/main" id="{076CAFA7-68AE-4EAD-BE3A-A5B16D9D3552}"/>
              </a:ext>
            </a:extLst>
          </p:cNvPr>
          <p:cNvCxnSpPr/>
          <p:nvPr userDrawn="1"/>
        </p:nvCxnSpPr>
        <p:spPr>
          <a:xfrm>
            <a:off x="646823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4" name="Text Placeholder 3">
            <a:extLst>
              <a:ext uri="{FF2B5EF4-FFF2-40B4-BE49-F238E27FC236}">
                <a16:creationId xmlns:a16="http://schemas.microsoft.com/office/drawing/2014/main" id="{A8F2FE0A-3A4C-445D-8290-44FCEA3F5955}"/>
              </a:ext>
            </a:extLst>
          </p:cNvPr>
          <p:cNvSpPr>
            <a:spLocks noGrp="1"/>
          </p:cNvSpPr>
          <p:nvPr>
            <p:ph type="body" sz="quarter" idx="10" hasCustomPrompt="1"/>
          </p:nvPr>
        </p:nvSpPr>
        <p:spPr>
          <a:xfrm>
            <a:off x="6468234"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5" name="Text Placeholder 3">
            <a:extLst>
              <a:ext uri="{FF2B5EF4-FFF2-40B4-BE49-F238E27FC236}">
                <a16:creationId xmlns:a16="http://schemas.microsoft.com/office/drawing/2014/main" id="{C9AD2564-EF06-46B2-95AF-0FC81EEDCC98}"/>
              </a:ext>
            </a:extLst>
          </p:cNvPr>
          <p:cNvSpPr>
            <a:spLocks noGrp="1"/>
          </p:cNvSpPr>
          <p:nvPr>
            <p:ph type="body" sz="half" idx="2" hasCustomPrompt="1"/>
          </p:nvPr>
        </p:nvSpPr>
        <p:spPr>
          <a:xfrm>
            <a:off x="6561734" y="2245766"/>
            <a:ext cx="5018229" cy="3920948"/>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325500417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Left image - L">
    <p:bg>
      <p:bgPr>
        <a:solidFill>
          <a:schemeClr val="bg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CB99501-2A5A-45F8-BACF-23701FE68337}"/>
              </a:ext>
            </a:extLst>
          </p:cNvPr>
          <p:cNvSpPr>
            <a:spLocks noGrp="1"/>
          </p:cNvSpPr>
          <p:nvPr>
            <p:ph type="pic" idx="1" hasCustomPrompt="1"/>
          </p:nvPr>
        </p:nvSpPr>
        <p:spPr>
          <a:xfrm>
            <a:off x="0" y="0"/>
            <a:ext cx="6997698" cy="6857999"/>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picture here</a:t>
            </a:r>
          </a:p>
        </p:txBody>
      </p:sp>
      <p:sp>
        <p:nvSpPr>
          <p:cNvPr id="4" name="Text Placeholder 3">
            <a:extLst>
              <a:ext uri="{FF2B5EF4-FFF2-40B4-BE49-F238E27FC236}">
                <a16:creationId xmlns:a16="http://schemas.microsoft.com/office/drawing/2014/main" id="{4CE260B5-3078-4CFA-A43A-D57EA4E988F4}"/>
              </a:ext>
            </a:extLst>
          </p:cNvPr>
          <p:cNvSpPr>
            <a:spLocks noGrp="1"/>
          </p:cNvSpPr>
          <p:nvPr>
            <p:ph type="body" sz="half" idx="2"/>
          </p:nvPr>
        </p:nvSpPr>
        <p:spPr>
          <a:xfrm>
            <a:off x="7404579" y="2228472"/>
            <a:ext cx="4204643" cy="39368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Title 1">
            <a:extLst>
              <a:ext uri="{FF2B5EF4-FFF2-40B4-BE49-F238E27FC236}">
                <a16:creationId xmlns:a16="http://schemas.microsoft.com/office/drawing/2014/main" id="{6147FA91-C242-46DD-BE23-48F41CC2970C}"/>
              </a:ext>
            </a:extLst>
          </p:cNvPr>
          <p:cNvSpPr>
            <a:spLocks noGrp="1"/>
          </p:cNvSpPr>
          <p:nvPr>
            <p:ph type="title" hasCustomPrompt="1"/>
          </p:nvPr>
        </p:nvSpPr>
        <p:spPr>
          <a:xfrm>
            <a:off x="7404579" y="1218965"/>
            <a:ext cx="4255850" cy="933507"/>
          </a:xfrm>
          <a:prstGeom prst="rect">
            <a:avLst/>
          </a:prstGeom>
        </p:spPr>
        <p:txBody>
          <a:bodyPr anchor="t">
            <a:noAutofit/>
          </a:bodyPr>
          <a:lstStyle>
            <a:lvl1pPr>
              <a:defRPr sz="2800"/>
            </a:lvl1pPr>
          </a:lstStyle>
          <a:p>
            <a:pPr lvl="0"/>
            <a:r>
              <a:rPr lang="en-US" dirty="0"/>
              <a:t>Click to edit Master text styles</a:t>
            </a:r>
          </a:p>
        </p:txBody>
      </p:sp>
      <p:cxnSp>
        <p:nvCxnSpPr>
          <p:cNvPr id="7" name="Straight Connector 6">
            <a:extLst>
              <a:ext uri="{FF2B5EF4-FFF2-40B4-BE49-F238E27FC236}">
                <a16:creationId xmlns:a16="http://schemas.microsoft.com/office/drawing/2014/main" id="{20EEAF69-B649-4DD9-BE4A-CC1FC2864BDE}"/>
              </a:ext>
            </a:extLst>
          </p:cNvPr>
          <p:cNvCxnSpPr/>
          <p:nvPr userDrawn="1"/>
        </p:nvCxnSpPr>
        <p:spPr>
          <a:xfrm>
            <a:off x="735337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8" name="Text Placeholder 3">
            <a:extLst>
              <a:ext uri="{FF2B5EF4-FFF2-40B4-BE49-F238E27FC236}">
                <a16:creationId xmlns:a16="http://schemas.microsoft.com/office/drawing/2014/main" id="{822686E3-ED91-4402-ABE9-E10A74CBDBB8}"/>
              </a:ext>
            </a:extLst>
          </p:cNvPr>
          <p:cNvSpPr>
            <a:spLocks noGrp="1"/>
          </p:cNvSpPr>
          <p:nvPr>
            <p:ph type="body" sz="quarter" idx="10" hasCustomPrompt="1"/>
          </p:nvPr>
        </p:nvSpPr>
        <p:spPr>
          <a:xfrm>
            <a:off x="7353375" y="313371"/>
            <a:ext cx="4307054"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42536392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Right image - S ">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7026350" y="-1"/>
            <a:ext cx="5165650" cy="6858000"/>
          </a:xfrm>
          <a:solidFill>
            <a:srgbClr val="F7F7F7"/>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11" name="Title 1">
            <a:extLst>
              <a:ext uri="{FF2B5EF4-FFF2-40B4-BE49-F238E27FC236}">
                <a16:creationId xmlns:a16="http://schemas.microsoft.com/office/drawing/2014/main" id="{A421150D-F679-4DFA-93CF-0E5480CC490F}"/>
              </a:ext>
            </a:extLst>
          </p:cNvPr>
          <p:cNvSpPr>
            <a:spLocks noGrp="1"/>
          </p:cNvSpPr>
          <p:nvPr>
            <p:ph type="title" hasCustomPrompt="1"/>
          </p:nvPr>
        </p:nvSpPr>
        <p:spPr>
          <a:xfrm>
            <a:off x="692373" y="1241625"/>
            <a:ext cx="6000749" cy="480131"/>
          </a:xfrm>
          <a:prstGeom prst="rect">
            <a:avLst/>
          </a:prstGeom>
        </p:spPr>
        <p:txBody>
          <a:bodyPr wrap="square">
            <a:spAutoFit/>
          </a:bodyPr>
          <a:lstStyle>
            <a:lvl1pPr>
              <a:defRPr sz="2800"/>
            </a:lvl1pPr>
          </a:lstStyle>
          <a:p>
            <a:pPr lvl="0"/>
            <a:r>
              <a:rPr lang="en-US" dirty="0"/>
              <a:t>Click to edit Master text styles</a:t>
            </a:r>
          </a:p>
        </p:txBody>
      </p:sp>
      <p:cxnSp>
        <p:nvCxnSpPr>
          <p:cNvPr id="17" name="Straight Connector 16">
            <a:extLst>
              <a:ext uri="{FF2B5EF4-FFF2-40B4-BE49-F238E27FC236}">
                <a16:creationId xmlns:a16="http://schemas.microsoft.com/office/drawing/2014/main" id="{7F1DE310-EEBE-4571-9348-190C69629E15}"/>
              </a:ext>
            </a:extLst>
          </p:cNvPr>
          <p:cNvCxnSpPr/>
          <p:nvPr userDrawn="1"/>
        </p:nvCxnSpPr>
        <p:spPr>
          <a:xfrm>
            <a:off x="598862"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4C777EF-FC93-4970-9186-9F729BE94473}"/>
              </a:ext>
            </a:extLst>
          </p:cNvPr>
          <p:cNvSpPr>
            <a:spLocks noGrp="1"/>
          </p:cNvSpPr>
          <p:nvPr>
            <p:ph type="body" sz="quarter" idx="10" hasCustomPrompt="1"/>
          </p:nvPr>
        </p:nvSpPr>
        <p:spPr>
          <a:xfrm>
            <a:off x="598862"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3" name="Text Placeholder 3">
            <a:extLst>
              <a:ext uri="{FF2B5EF4-FFF2-40B4-BE49-F238E27FC236}">
                <a16:creationId xmlns:a16="http://schemas.microsoft.com/office/drawing/2014/main" id="{BD03799A-7C35-4CAA-BE06-C4A99AE98261}"/>
              </a:ext>
            </a:extLst>
          </p:cNvPr>
          <p:cNvSpPr>
            <a:spLocks noGrp="1"/>
          </p:cNvSpPr>
          <p:nvPr>
            <p:ph type="body" sz="half" idx="2" hasCustomPrompt="1"/>
          </p:nvPr>
        </p:nvSpPr>
        <p:spPr>
          <a:xfrm>
            <a:off x="692362" y="1796208"/>
            <a:ext cx="6000749" cy="3820167"/>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268231459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Right image - M">
    <p:spTree>
      <p:nvGrpSpPr>
        <p:cNvPr id="1" name=""/>
        <p:cNvGrpSpPr/>
        <p:nvPr/>
      </p:nvGrpSpPr>
      <p:grpSpPr>
        <a:xfrm>
          <a:off x="0" y="0"/>
          <a:ext cx="0" cy="0"/>
          <a:chOff x="0" y="0"/>
          <a:chExt cx="0" cy="0"/>
        </a:xfrm>
      </p:grpSpPr>
      <p:sp>
        <p:nvSpPr>
          <p:cNvPr id="9" name="Picture Placeholder 2">
            <a:extLst>
              <a:ext uri="{FF2B5EF4-FFF2-40B4-BE49-F238E27FC236}">
                <a16:creationId xmlns:a16="http://schemas.microsoft.com/office/drawing/2014/main" id="{E364E913-4A6A-4F3B-B209-831A75170B72}"/>
              </a:ext>
            </a:extLst>
          </p:cNvPr>
          <p:cNvSpPr>
            <a:spLocks noGrp="1"/>
          </p:cNvSpPr>
          <p:nvPr>
            <p:ph type="pic" idx="1" hasCustomPrompt="1"/>
          </p:nvPr>
        </p:nvSpPr>
        <p:spPr>
          <a:xfrm>
            <a:off x="6096000" y="-1"/>
            <a:ext cx="6092751" cy="6858000"/>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8" name="Title 1">
            <a:extLst>
              <a:ext uri="{FF2B5EF4-FFF2-40B4-BE49-F238E27FC236}">
                <a16:creationId xmlns:a16="http://schemas.microsoft.com/office/drawing/2014/main" id="{E30453B6-BE94-4D10-99CD-4F6557992EA0}"/>
              </a:ext>
            </a:extLst>
          </p:cNvPr>
          <p:cNvSpPr>
            <a:spLocks noGrp="1"/>
          </p:cNvSpPr>
          <p:nvPr>
            <p:ph type="title" hasCustomPrompt="1"/>
          </p:nvPr>
        </p:nvSpPr>
        <p:spPr>
          <a:xfrm>
            <a:off x="709575" y="1241625"/>
            <a:ext cx="5018228" cy="867930"/>
          </a:xfrm>
          <a:prstGeom prst="rect">
            <a:avLst/>
          </a:prstGeom>
        </p:spPr>
        <p:txBody>
          <a:bodyPr wrap="square">
            <a:spAutoFit/>
          </a:bodyPr>
          <a:lstStyle>
            <a:lvl1pPr>
              <a:defRPr sz="2800"/>
            </a:lvl1pPr>
          </a:lstStyle>
          <a:p>
            <a:pPr lvl="0"/>
            <a:r>
              <a:rPr lang="en-US" dirty="0"/>
              <a:t>Click to edit Master text styles  </a:t>
            </a:r>
          </a:p>
        </p:txBody>
      </p:sp>
      <p:cxnSp>
        <p:nvCxnSpPr>
          <p:cNvPr id="11" name="Straight Connector 10">
            <a:extLst>
              <a:ext uri="{FF2B5EF4-FFF2-40B4-BE49-F238E27FC236}">
                <a16:creationId xmlns:a16="http://schemas.microsoft.com/office/drawing/2014/main" id="{076CAFA7-68AE-4EAD-BE3A-A5B16D9D3552}"/>
              </a:ext>
            </a:extLst>
          </p:cNvPr>
          <p:cNvCxnSpPr/>
          <p:nvPr userDrawn="1"/>
        </p:nvCxnSpPr>
        <p:spPr>
          <a:xfrm>
            <a:off x="61607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4" name="Text Placeholder 3">
            <a:extLst>
              <a:ext uri="{FF2B5EF4-FFF2-40B4-BE49-F238E27FC236}">
                <a16:creationId xmlns:a16="http://schemas.microsoft.com/office/drawing/2014/main" id="{A8F2FE0A-3A4C-445D-8290-44FCEA3F5955}"/>
              </a:ext>
            </a:extLst>
          </p:cNvPr>
          <p:cNvSpPr>
            <a:spLocks noGrp="1"/>
          </p:cNvSpPr>
          <p:nvPr>
            <p:ph type="body" sz="quarter" idx="10" hasCustomPrompt="1"/>
          </p:nvPr>
        </p:nvSpPr>
        <p:spPr>
          <a:xfrm>
            <a:off x="616074"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5" name="Text Placeholder 3">
            <a:extLst>
              <a:ext uri="{FF2B5EF4-FFF2-40B4-BE49-F238E27FC236}">
                <a16:creationId xmlns:a16="http://schemas.microsoft.com/office/drawing/2014/main" id="{C9AD2564-EF06-46B2-95AF-0FC81EEDCC98}"/>
              </a:ext>
            </a:extLst>
          </p:cNvPr>
          <p:cNvSpPr>
            <a:spLocks noGrp="1"/>
          </p:cNvSpPr>
          <p:nvPr>
            <p:ph type="body" sz="half" idx="2" hasCustomPrompt="1"/>
          </p:nvPr>
        </p:nvSpPr>
        <p:spPr>
          <a:xfrm>
            <a:off x="709574" y="2245766"/>
            <a:ext cx="5018229" cy="3920948"/>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386411331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Left image-L (White bg)">
    <p:bg>
      <p:bgPr>
        <a:solidFill>
          <a:schemeClr val="bg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CB99501-2A5A-45F8-BACF-23701FE68337}"/>
              </a:ext>
            </a:extLst>
          </p:cNvPr>
          <p:cNvSpPr>
            <a:spLocks noGrp="1"/>
          </p:cNvSpPr>
          <p:nvPr>
            <p:ph type="pic" idx="1" hasCustomPrompt="1"/>
          </p:nvPr>
        </p:nvSpPr>
        <p:spPr>
          <a:xfrm>
            <a:off x="5194302" y="0"/>
            <a:ext cx="6997698" cy="6857999"/>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picture here</a:t>
            </a:r>
          </a:p>
        </p:txBody>
      </p:sp>
      <p:sp>
        <p:nvSpPr>
          <p:cNvPr id="4" name="Text Placeholder 3">
            <a:extLst>
              <a:ext uri="{FF2B5EF4-FFF2-40B4-BE49-F238E27FC236}">
                <a16:creationId xmlns:a16="http://schemas.microsoft.com/office/drawing/2014/main" id="{4CE260B5-3078-4CFA-A43A-D57EA4E988F4}"/>
              </a:ext>
            </a:extLst>
          </p:cNvPr>
          <p:cNvSpPr>
            <a:spLocks noGrp="1"/>
          </p:cNvSpPr>
          <p:nvPr>
            <p:ph type="body" sz="half" idx="2"/>
          </p:nvPr>
        </p:nvSpPr>
        <p:spPr>
          <a:xfrm>
            <a:off x="652649" y="2228472"/>
            <a:ext cx="4204643" cy="39368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Title 1">
            <a:extLst>
              <a:ext uri="{FF2B5EF4-FFF2-40B4-BE49-F238E27FC236}">
                <a16:creationId xmlns:a16="http://schemas.microsoft.com/office/drawing/2014/main" id="{6147FA91-C242-46DD-BE23-48F41CC2970C}"/>
              </a:ext>
            </a:extLst>
          </p:cNvPr>
          <p:cNvSpPr>
            <a:spLocks noGrp="1"/>
          </p:cNvSpPr>
          <p:nvPr>
            <p:ph type="title" hasCustomPrompt="1"/>
          </p:nvPr>
        </p:nvSpPr>
        <p:spPr>
          <a:xfrm>
            <a:off x="652649" y="1218965"/>
            <a:ext cx="4255850" cy="933507"/>
          </a:xfrm>
          <a:prstGeom prst="rect">
            <a:avLst/>
          </a:prstGeom>
        </p:spPr>
        <p:txBody>
          <a:bodyPr anchor="t">
            <a:noAutofit/>
          </a:bodyPr>
          <a:lstStyle>
            <a:lvl1pPr>
              <a:defRPr sz="2800"/>
            </a:lvl1pPr>
          </a:lstStyle>
          <a:p>
            <a:pPr lvl="0"/>
            <a:r>
              <a:rPr lang="en-US" dirty="0"/>
              <a:t>Click to edit Master text styles</a:t>
            </a:r>
          </a:p>
        </p:txBody>
      </p:sp>
      <p:cxnSp>
        <p:nvCxnSpPr>
          <p:cNvPr id="7" name="Straight Connector 6">
            <a:extLst>
              <a:ext uri="{FF2B5EF4-FFF2-40B4-BE49-F238E27FC236}">
                <a16:creationId xmlns:a16="http://schemas.microsoft.com/office/drawing/2014/main" id="{20EEAF69-B649-4DD9-BE4A-CC1FC2864BDE}"/>
              </a:ext>
            </a:extLst>
          </p:cNvPr>
          <p:cNvCxnSpPr/>
          <p:nvPr userDrawn="1"/>
        </p:nvCxnSpPr>
        <p:spPr>
          <a:xfrm>
            <a:off x="60144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8" name="Text Placeholder 3">
            <a:extLst>
              <a:ext uri="{FF2B5EF4-FFF2-40B4-BE49-F238E27FC236}">
                <a16:creationId xmlns:a16="http://schemas.microsoft.com/office/drawing/2014/main" id="{822686E3-ED91-4402-ABE9-E10A74CBDBB8}"/>
              </a:ext>
            </a:extLst>
          </p:cNvPr>
          <p:cNvSpPr>
            <a:spLocks noGrp="1"/>
          </p:cNvSpPr>
          <p:nvPr>
            <p:ph type="body" sz="quarter" idx="10" hasCustomPrompt="1"/>
          </p:nvPr>
        </p:nvSpPr>
        <p:spPr>
          <a:xfrm>
            <a:off x="601445" y="313371"/>
            <a:ext cx="4307054"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27806611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Blank - Footer (white bg) ">
    <p:spTree>
      <p:nvGrpSpPr>
        <p:cNvPr id="1" name=""/>
        <p:cNvGrpSpPr/>
        <p:nvPr/>
      </p:nvGrpSpPr>
      <p:grpSpPr>
        <a:xfrm>
          <a:off x="0" y="0"/>
          <a:ext cx="0" cy="0"/>
          <a:chOff x="0" y="0"/>
          <a:chExt cx="0" cy="0"/>
        </a:xfrm>
      </p:grpSpPr>
    </p:spTree>
    <p:extLst>
      <p:ext uri="{BB962C8B-B14F-4D97-AF65-F5344CB8AC3E}">
        <p14:creationId xmlns:p14="http://schemas.microsoft.com/office/powerpoint/2010/main" val="94355432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whit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36622E0-A137-429D-BE75-779E322CE694}"/>
              </a:ext>
            </a:extLst>
          </p:cNvPr>
          <p:cNvSpPr/>
          <p:nvPr userDrawn="1"/>
        </p:nvSpPr>
        <p:spPr>
          <a:xfrm>
            <a:off x="-30161" y="0"/>
            <a:ext cx="1222216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321608253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Blank (blu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B0641AD-3AD5-4F67-A775-821CB3080BD2}"/>
              </a:ext>
            </a:extLst>
          </p:cNvPr>
          <p:cNvSpPr/>
          <p:nvPr userDrawn="1"/>
        </p:nvSpPr>
        <p:spPr>
          <a:xfrm>
            <a:off x="-30161" y="0"/>
            <a:ext cx="12222161" cy="6858000"/>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141802275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2_Thank you Slide">
    <p:bg>
      <p:bgPr>
        <a:solidFill>
          <a:srgbClr val="F5FAFC"/>
        </a:solid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E3F35E03-ED1F-4BA6-A9DB-BAA193266DF0}"/>
              </a:ext>
            </a:extLst>
          </p:cNvPr>
          <p:cNvSpPr txBox="1"/>
          <p:nvPr userDrawn="1"/>
        </p:nvSpPr>
        <p:spPr>
          <a:xfrm>
            <a:off x="3457462" y="2905780"/>
            <a:ext cx="5246914" cy="584775"/>
          </a:xfrm>
          <a:prstGeom prst="rect">
            <a:avLst/>
          </a:prstGeom>
          <a:noFill/>
        </p:spPr>
        <p:txBody>
          <a:bodyPr wrap="square" rtlCol="0">
            <a:spAutoFit/>
          </a:bodyPr>
          <a:lstStyle/>
          <a:p>
            <a:pPr algn="ctr"/>
            <a:r>
              <a:rPr lang="en-US" sz="3200" b="1" dirty="0">
                <a:solidFill>
                  <a:schemeClr val="tx1"/>
                </a:solidFill>
                <a:cs typeface="Arial" panose="020B0604020202020204" pitchFamily="34" charset="0"/>
              </a:rPr>
              <a:t>Thank you!</a:t>
            </a:r>
          </a:p>
        </p:txBody>
      </p:sp>
      <p:sp>
        <p:nvSpPr>
          <p:cNvPr id="7" name="Rectangle 6">
            <a:extLst>
              <a:ext uri="{FF2B5EF4-FFF2-40B4-BE49-F238E27FC236}">
                <a16:creationId xmlns:a16="http://schemas.microsoft.com/office/drawing/2014/main" id="{D95BEDD7-9550-46FC-AAD4-3BCDC60161D9}"/>
              </a:ext>
            </a:extLst>
          </p:cNvPr>
          <p:cNvSpPr/>
          <p:nvPr userDrawn="1"/>
        </p:nvSpPr>
        <p:spPr>
          <a:xfrm>
            <a:off x="0" y="6115986"/>
            <a:ext cx="12192000" cy="742013"/>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9CD6"/>
              </a:solidFill>
            </a:endParaRPr>
          </a:p>
        </p:txBody>
      </p:sp>
    </p:spTree>
    <p:extLst>
      <p:ext uri="{BB962C8B-B14F-4D97-AF65-F5344CB8AC3E}">
        <p14:creationId xmlns:p14="http://schemas.microsoft.com/office/powerpoint/2010/main" val="69760784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3_Title and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CD000AF-B921-43E9-B432-355A07B6E46E}"/>
              </a:ext>
            </a:extLst>
          </p:cNvPr>
          <p:cNvSpPr/>
          <p:nvPr userDrawn="1"/>
        </p:nvSpPr>
        <p:spPr>
          <a:xfrm>
            <a:off x="0" y="6115986"/>
            <a:ext cx="10028420" cy="74201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68953649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Big text aligned right + Italic">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a:t>Click to edit section name</a:t>
            </a:r>
            <a:endParaRPr lang="en-US" dirty="0"/>
          </a:p>
        </p:txBody>
      </p:sp>
      <p:sp>
        <p:nvSpPr>
          <p:cNvPr id="6" name="Shape 610" hidden="1">
            <a:extLst>
              <a:ext uri="{FF2B5EF4-FFF2-40B4-BE49-F238E27FC236}">
                <a16:creationId xmlns:a16="http://schemas.microsoft.com/office/drawing/2014/main" id="{C5B068B2-AEB9-41E6-AB3C-EA87FFB0FE76}"/>
              </a:ext>
            </a:extLst>
          </p:cNvPr>
          <p:cNvSpPr/>
          <p:nvPr userDrawn="1"/>
        </p:nvSpPr>
        <p:spPr>
          <a:xfrm>
            <a:off x="510238" y="2132869"/>
            <a:ext cx="6303518" cy="3103212"/>
          </a:xfrm>
          <a:prstGeom prst="rect">
            <a:avLst/>
          </a:prstGeom>
          <a:noFill/>
          <a:ln>
            <a:noFill/>
          </a:ln>
        </p:spPr>
        <p:txBody>
          <a:bodyPr lIns="91412" tIns="45700" rIns="91412" bIns="45700" anchor="t" anchorCtr="0">
            <a:noAutofit/>
          </a:bodyPr>
          <a:lstStyle/>
          <a:p>
            <a:pPr algn="r">
              <a:buSzPct val="25000"/>
            </a:pPr>
            <a:r>
              <a:rPr lang="en-GB" sz="2800" dirty="0">
                <a:latin typeface="Arial" panose="020B0604020202020204" pitchFamily="34" charset="0"/>
                <a:ea typeface="Roboto"/>
                <a:cs typeface="Arial" panose="020B0604020202020204" pitchFamily="34" charset="0"/>
                <a:sym typeface="Roboto"/>
              </a:rPr>
              <a:t>We have focused on </a:t>
            </a:r>
            <a:r>
              <a:rPr lang="en-GB" sz="2800" b="1" dirty="0">
                <a:latin typeface="Arial" panose="020B0604020202020204" pitchFamily="34" charset="0"/>
                <a:ea typeface="Roboto"/>
                <a:cs typeface="Arial" panose="020B0604020202020204" pitchFamily="34" charset="0"/>
                <a:sym typeface="Roboto"/>
              </a:rPr>
              <a:t>preparing and empowering BDT staff</a:t>
            </a:r>
            <a:r>
              <a:rPr lang="en-GB" sz="2800" dirty="0">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p:txBody>
      </p:sp>
      <p:sp>
        <p:nvSpPr>
          <p:cNvPr id="7" name="Subtitle 8">
            <a:extLst>
              <a:ext uri="{FF2B5EF4-FFF2-40B4-BE49-F238E27FC236}">
                <a16:creationId xmlns:a16="http://schemas.microsoft.com/office/drawing/2014/main" id="{A4620858-2872-44F6-B072-7E678A260322}"/>
              </a:ext>
            </a:extLst>
          </p:cNvPr>
          <p:cNvSpPr txBox="1">
            <a:spLocks/>
          </p:cNvSpPr>
          <p:nvPr userDrawn="1"/>
        </p:nvSpPr>
        <p:spPr>
          <a:xfrm>
            <a:off x="7295839" y="2132869"/>
            <a:ext cx="4663323" cy="4303496"/>
          </a:xfrm>
          <a:prstGeom prst="rect">
            <a:avLst/>
          </a:prstGeom>
        </p:spPr>
        <p:txBody>
          <a:bodyP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spcBef>
                <a:spcPts val="1800"/>
              </a:spcBef>
            </a:pPr>
            <a:endParaRPr lang="en-US" i="1" dirty="0">
              <a:solidFill>
                <a:schemeClr val="bg2">
                  <a:lumMod val="25000"/>
                </a:schemeClr>
              </a:solidFill>
              <a:latin typeface="Georgia" panose="02040502050405020303" pitchFamily="18" charset="0"/>
            </a:endParaRPr>
          </a:p>
        </p:txBody>
      </p:sp>
      <p:cxnSp>
        <p:nvCxnSpPr>
          <p:cNvPr id="11" name="Straight Connector 10">
            <a:extLst>
              <a:ext uri="{FF2B5EF4-FFF2-40B4-BE49-F238E27FC236}">
                <a16:creationId xmlns:a16="http://schemas.microsoft.com/office/drawing/2014/main" id="{BE0E510D-A28B-40D0-90A9-897A15E93F85}"/>
              </a:ext>
            </a:extLst>
          </p:cNvPr>
          <p:cNvCxnSpPr>
            <a:cxnSpLocks/>
          </p:cNvCxnSpPr>
          <p:nvPr userDrawn="1"/>
        </p:nvCxnSpPr>
        <p:spPr>
          <a:xfrm>
            <a:off x="7069545" y="2248302"/>
            <a:ext cx="0" cy="313372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5B885EC5-B7E9-4FBB-A4AE-A260C8DCB031}"/>
              </a:ext>
            </a:extLst>
          </p:cNvPr>
          <p:cNvSpPr>
            <a:spLocks noGrp="1"/>
          </p:cNvSpPr>
          <p:nvPr>
            <p:ph type="body" sz="quarter" idx="11" hasCustomPrompt="1"/>
          </p:nvPr>
        </p:nvSpPr>
        <p:spPr>
          <a:xfrm>
            <a:off x="503238" y="2133600"/>
            <a:ext cx="6297612" cy="3079750"/>
          </a:xfrm>
        </p:spPr>
        <p:txBody>
          <a:bodyPr/>
          <a:lstStyle>
            <a:lvl1pPr marL="0" marR="0" indent="0" algn="r" defTabSz="914400" rtl="0" eaLnBrk="1" fontAlgn="auto" latinLnBrk="0" hangingPunct="1">
              <a:lnSpc>
                <a:spcPct val="100000"/>
              </a:lnSpc>
              <a:spcBef>
                <a:spcPts val="0"/>
              </a:spcBef>
              <a:spcAft>
                <a:spcPts val="0"/>
              </a:spcAft>
              <a:buClrTx/>
              <a:buSzPct val="25000"/>
              <a:buFontTx/>
              <a:buNone/>
              <a:tabLst/>
              <a:defRPr/>
            </a:lvl1pPr>
          </a:lstStyle>
          <a:p>
            <a:pPr marL="0" marR="0" lvl="0" indent="0" algn="r" defTabSz="914400" rtl="0" eaLnBrk="1" fontAlgn="auto" latinLnBrk="0" hangingPunct="1">
              <a:lnSpc>
                <a:spcPct val="100000"/>
              </a:lnSpc>
              <a:spcBef>
                <a:spcPts val="0"/>
              </a:spcBef>
              <a:spcAft>
                <a:spcPts val="0"/>
              </a:spcAft>
              <a:buClrTx/>
              <a:buSzPct val="25000"/>
              <a:buFontTx/>
              <a:buNone/>
              <a:tabLst/>
              <a:defRPr/>
            </a:pP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We have focused on </a:t>
            </a:r>
            <a:r>
              <a:rPr kumimoji="0" lang="en-GB" sz="2800" b="1"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preparing and empowering BDT staff</a:t>
            </a: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a:p>
            <a:pPr lvl="0"/>
            <a:endParaRPr lang="en-US" dirty="0"/>
          </a:p>
        </p:txBody>
      </p:sp>
      <p:sp>
        <p:nvSpPr>
          <p:cNvPr id="12" name="Text Placeholder 11">
            <a:extLst>
              <a:ext uri="{FF2B5EF4-FFF2-40B4-BE49-F238E27FC236}">
                <a16:creationId xmlns:a16="http://schemas.microsoft.com/office/drawing/2014/main" id="{2EFC6EC8-B366-4C1C-9E18-04E70FF727B4}"/>
              </a:ext>
            </a:extLst>
          </p:cNvPr>
          <p:cNvSpPr>
            <a:spLocks noGrp="1"/>
          </p:cNvSpPr>
          <p:nvPr>
            <p:ph type="body" sz="quarter" idx="12" hasCustomPrompt="1"/>
          </p:nvPr>
        </p:nvSpPr>
        <p:spPr>
          <a:xfrm>
            <a:off x="7296150" y="2133600"/>
            <a:ext cx="4683125" cy="3856038"/>
          </a:xfrm>
        </p:spPr>
        <p:txBody>
          <a:bodyPr/>
          <a:lstStyle>
            <a:lvl1pPr marL="0" marR="0" indent="0" algn="l" defTabSz="914400" rtl="0" eaLnBrk="1" fontAlgn="auto" latinLnBrk="0" hangingPunct="1">
              <a:lnSpc>
                <a:spcPct val="100000"/>
              </a:lnSpc>
              <a:spcBef>
                <a:spcPts val="1800"/>
              </a:spcBef>
              <a:spcAft>
                <a:spcPts val="0"/>
              </a:spcAft>
              <a:buClrTx/>
              <a:buSzTx/>
              <a:buFontTx/>
              <a:buNone/>
              <a:tabLst/>
              <a:defRPr sz="2400">
                <a:solidFill>
                  <a:schemeClr val="bg2">
                    <a:lumMod val="25000"/>
                  </a:schemeClr>
                </a:solidFill>
              </a:defRPr>
            </a:lvl1pPr>
          </a:lstStyle>
          <a:p>
            <a:pPr algn="l">
              <a:lnSpc>
                <a:spcPct val="100000"/>
              </a:lnSpc>
              <a:spcBef>
                <a:spcPts val="1800"/>
              </a:spcBef>
            </a:pPr>
            <a:r>
              <a:rPr lang="en-GB" i="1" dirty="0">
                <a:solidFill>
                  <a:schemeClr val="bg2">
                    <a:lumMod val="25000"/>
                  </a:schemeClr>
                </a:solidFill>
                <a:latin typeface="Georgia" panose="02040502050405020303" pitchFamily="18" charset="0"/>
              </a:rPr>
              <a:t>Multiple RBM workshops for</a:t>
            </a:r>
            <a:br>
              <a:rPr lang="en-GB" i="1" dirty="0">
                <a:solidFill>
                  <a:schemeClr val="bg2">
                    <a:lumMod val="25000"/>
                  </a:schemeClr>
                </a:solidFill>
                <a:latin typeface="Georgia" panose="02040502050405020303" pitchFamily="18" charset="0"/>
              </a:rPr>
            </a:br>
            <a:r>
              <a:rPr lang="en-GB" i="1" dirty="0">
                <a:solidFill>
                  <a:schemeClr val="bg2">
                    <a:lumMod val="25000"/>
                  </a:schemeClr>
                </a:solidFill>
                <a:latin typeface="Georgia" panose="02040502050405020303" pitchFamily="18" charset="0"/>
              </a:rPr>
              <a:t>all HQ-based teams and Regional Offices </a:t>
            </a:r>
          </a:p>
          <a:p>
            <a:pPr algn="l">
              <a:lnSpc>
                <a:spcPct val="100000"/>
              </a:lnSpc>
              <a:spcBef>
                <a:spcPts val="1800"/>
              </a:spcBef>
            </a:pPr>
            <a:r>
              <a:rPr lang="en-GB" i="1" dirty="0">
                <a:solidFill>
                  <a:schemeClr val="bg2">
                    <a:lumMod val="25000"/>
                  </a:schemeClr>
                </a:solidFill>
                <a:latin typeface="Georgia" panose="02040502050405020303" pitchFamily="18" charset="0"/>
              </a:rPr>
              <a:t>Project Management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Communication for Development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Procurement training</a:t>
            </a:r>
            <a:endParaRPr lang="en-US" i="1" dirty="0">
              <a:solidFill>
                <a:schemeClr val="bg2">
                  <a:lumMod val="25000"/>
                </a:schemeClr>
              </a:solidFill>
              <a:latin typeface="Georgia" panose="02040502050405020303" pitchFamily="18" charset="0"/>
            </a:endParaRPr>
          </a:p>
          <a:p>
            <a:pPr lvl="0"/>
            <a:endParaRPr lang="en-US" dirty="0"/>
          </a:p>
        </p:txBody>
      </p:sp>
    </p:spTree>
    <p:extLst>
      <p:ext uri="{BB962C8B-B14F-4D97-AF65-F5344CB8AC3E}">
        <p14:creationId xmlns:p14="http://schemas.microsoft.com/office/powerpoint/2010/main" val="24450848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Big text two column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725414" y="2033625"/>
            <a:ext cx="8999926" cy="4067251"/>
          </a:xfrm>
        </p:spPr>
        <p:txBody>
          <a:bodyPr numCol="2" spcCol="274320">
            <a:noAutofit/>
          </a:bodyPr>
          <a:lstStyle>
            <a:lvl1pPr marL="91440" marR="0" indent="0" algn="l" defTabSz="914400" rtl="0" eaLnBrk="1" fontAlgn="auto" latinLnBrk="0" hangingPunct="1">
              <a:lnSpc>
                <a:spcPct val="100000"/>
              </a:lnSpc>
              <a:spcBef>
                <a:spcPts val="1000"/>
              </a:spcBef>
              <a:spcAft>
                <a:spcPts val="0"/>
              </a:spcAft>
              <a:buClr>
                <a:srgbClr val="009CD6"/>
              </a:buClr>
              <a:buSzPct val="110000"/>
              <a:buFontTx/>
              <a:buNone/>
              <a:tabLst/>
              <a:defRPr sz="2400" spc="20"/>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 </a:t>
            </a:r>
          </a:p>
          <a:p>
            <a:pPr lvl="0"/>
            <a:r>
              <a:rPr lang="en-US" dirty="0" err="1"/>
              <a:t>Nulla</a:t>
            </a:r>
            <a:r>
              <a:rPr lang="en-US" dirty="0"/>
              <a:t> </a:t>
            </a:r>
            <a:r>
              <a:rPr lang="en-US" dirty="0" err="1"/>
              <a:t>consequat</a:t>
            </a:r>
            <a:r>
              <a:rPr lang="en-US" dirty="0"/>
              <a:t> </a:t>
            </a:r>
            <a:r>
              <a:rPr lang="en-US" dirty="0" err="1"/>
              <a:t>massa</a:t>
            </a:r>
            <a:r>
              <a:rPr lang="en-US" dirty="0"/>
              <a:t> </a:t>
            </a:r>
            <a:r>
              <a:rPr lang="en-US" dirty="0" err="1"/>
              <a:t>quis</a:t>
            </a:r>
            <a:r>
              <a:rPr lang="en-US" dirty="0"/>
              <a:t> </a:t>
            </a:r>
            <a:r>
              <a:rPr lang="en-US" dirty="0" err="1"/>
              <a:t>enim</a:t>
            </a:r>
            <a:r>
              <a:rPr lang="en-US" dirty="0"/>
              <a:t>. Donec </a:t>
            </a:r>
            <a:r>
              <a:rPr lang="en-US" dirty="0" err="1"/>
              <a:t>pede</a:t>
            </a:r>
            <a:r>
              <a:rPr lang="en-US" dirty="0"/>
              <a:t> </a:t>
            </a:r>
            <a:r>
              <a:rPr lang="en-US" dirty="0" err="1"/>
              <a:t>justo</a:t>
            </a:r>
            <a:r>
              <a:rPr lang="en-US" dirty="0"/>
              <a:t>, </a:t>
            </a:r>
            <a:r>
              <a:rPr lang="en-US" dirty="0" err="1"/>
              <a:t>fringilla</a:t>
            </a:r>
            <a:r>
              <a:rPr lang="en-US" dirty="0"/>
              <a:t> vel, </a:t>
            </a:r>
            <a:r>
              <a:rPr lang="en-US" dirty="0" err="1"/>
              <a:t>aliquet</a:t>
            </a:r>
            <a:r>
              <a:rPr lang="en-US" dirty="0"/>
              <a:t> </a:t>
            </a:r>
            <a:r>
              <a:rPr lang="en-US" dirty="0" err="1"/>
              <a:t>nec</a:t>
            </a:r>
            <a:r>
              <a:rPr lang="en-US" dirty="0"/>
              <a:t>.</a:t>
            </a:r>
          </a:p>
          <a:p>
            <a:pPr marL="91440" marR="0" lvl="0" indent="0" algn="l" defTabSz="914400" rtl="0" eaLnBrk="1" fontAlgn="auto" latinLnBrk="0" hangingPunct="1">
              <a:lnSpc>
                <a:spcPct val="100000"/>
              </a:lnSpc>
              <a:spcBef>
                <a:spcPts val="1000"/>
              </a:spcBef>
              <a:spcAft>
                <a:spcPts val="0"/>
              </a:spcAft>
              <a:buClr>
                <a:srgbClr val="009CD6"/>
              </a:buClr>
              <a:buSzPct val="110000"/>
              <a:buFontTx/>
              <a:buNone/>
              <a:tabLst/>
              <a:defRPr/>
            </a:pPr>
            <a:r>
              <a:rPr lang="en-US" dirty="0"/>
              <a:t>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a:t>
            </a:r>
          </a:p>
        </p:txBody>
      </p:sp>
      <p:sp>
        <p:nvSpPr>
          <p:cNvPr id="8" name="Title 1">
            <a:extLst>
              <a:ext uri="{FF2B5EF4-FFF2-40B4-BE49-F238E27FC236}">
                <a16:creationId xmlns:a16="http://schemas.microsoft.com/office/drawing/2014/main" id="{2068AA50-AAA8-4842-ABF3-40CA7CFE97D8}"/>
              </a:ext>
            </a:extLst>
          </p:cNvPr>
          <p:cNvSpPr>
            <a:spLocks noGrp="1"/>
          </p:cNvSpPr>
          <p:nvPr>
            <p:ph type="title" hasCustomPrompt="1"/>
          </p:nvPr>
        </p:nvSpPr>
        <p:spPr>
          <a:xfrm>
            <a:off x="719358" y="685156"/>
            <a:ext cx="8999926" cy="597012"/>
          </a:xfrm>
          <a:prstGeom prst="rect">
            <a:avLst/>
          </a:prstGeom>
        </p:spPr>
        <p:txBody>
          <a:bodyPr>
            <a:noAutofit/>
          </a:bodyPr>
          <a:lstStyle>
            <a:lvl1pPr>
              <a:defRPr sz="2800"/>
            </a:lvl1pPr>
          </a:lstStyle>
          <a:p>
            <a:pPr lvl="0"/>
            <a:r>
              <a:rPr lang="en-US" dirty="0"/>
              <a:t>Click to edit Master text styles</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50670260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Big text 1 column">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725414" y="2033625"/>
            <a:ext cx="6297178" cy="4067251"/>
          </a:xfrm>
        </p:spPr>
        <p:txBody>
          <a:bodyPr numCol="1" spcCol="274320">
            <a:noAutofit/>
          </a:bodyPr>
          <a:lstStyle>
            <a:lvl1pPr marL="91440" marR="0" indent="0" algn="l" defTabSz="914400" rtl="0" eaLnBrk="1" fontAlgn="auto" latinLnBrk="0" hangingPunct="1">
              <a:lnSpc>
                <a:spcPct val="100000"/>
              </a:lnSpc>
              <a:spcBef>
                <a:spcPts val="1000"/>
              </a:spcBef>
              <a:spcAft>
                <a:spcPts val="0"/>
              </a:spcAft>
              <a:buClr>
                <a:srgbClr val="009CD6"/>
              </a:buClr>
              <a:buSzPct val="110000"/>
              <a:buFontTx/>
              <a:buNone/>
              <a:tabLst/>
              <a:defRPr sz="2400" spc="20"/>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 </a:t>
            </a:r>
          </a:p>
        </p:txBody>
      </p:sp>
      <p:sp>
        <p:nvSpPr>
          <p:cNvPr id="8" name="Title 1">
            <a:extLst>
              <a:ext uri="{FF2B5EF4-FFF2-40B4-BE49-F238E27FC236}">
                <a16:creationId xmlns:a16="http://schemas.microsoft.com/office/drawing/2014/main" id="{2068AA50-AAA8-4842-ABF3-40CA7CFE97D8}"/>
              </a:ext>
            </a:extLst>
          </p:cNvPr>
          <p:cNvSpPr>
            <a:spLocks noGrp="1"/>
          </p:cNvSpPr>
          <p:nvPr>
            <p:ph type="title" hasCustomPrompt="1"/>
          </p:nvPr>
        </p:nvSpPr>
        <p:spPr>
          <a:xfrm>
            <a:off x="719358" y="685156"/>
            <a:ext cx="8999926" cy="597012"/>
          </a:xfrm>
          <a:prstGeom prst="rect">
            <a:avLst/>
          </a:prstGeom>
        </p:spPr>
        <p:txBody>
          <a:bodyPr>
            <a:noAutofit/>
          </a:bodyPr>
          <a:lstStyle>
            <a:lvl1pPr>
              <a:defRPr sz="2800"/>
            </a:lvl1pPr>
          </a:lstStyle>
          <a:p>
            <a:pPr lvl="0"/>
            <a:r>
              <a:rPr lang="en-US" dirty="0"/>
              <a:t>Click to edit Master text styles</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56407432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Big text aligned right + Italic">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a:t>Click to edit section name</a:t>
            </a:r>
            <a:endParaRPr lang="en-US" dirty="0"/>
          </a:p>
        </p:txBody>
      </p:sp>
      <p:sp>
        <p:nvSpPr>
          <p:cNvPr id="6" name="Shape 610" hidden="1">
            <a:extLst>
              <a:ext uri="{FF2B5EF4-FFF2-40B4-BE49-F238E27FC236}">
                <a16:creationId xmlns:a16="http://schemas.microsoft.com/office/drawing/2014/main" id="{C5B068B2-AEB9-41E6-AB3C-EA87FFB0FE76}"/>
              </a:ext>
            </a:extLst>
          </p:cNvPr>
          <p:cNvSpPr/>
          <p:nvPr userDrawn="1"/>
        </p:nvSpPr>
        <p:spPr>
          <a:xfrm>
            <a:off x="510238" y="2132869"/>
            <a:ext cx="6303518" cy="3103212"/>
          </a:xfrm>
          <a:prstGeom prst="rect">
            <a:avLst/>
          </a:prstGeom>
          <a:noFill/>
          <a:ln>
            <a:noFill/>
          </a:ln>
        </p:spPr>
        <p:txBody>
          <a:bodyPr lIns="91412" tIns="45700" rIns="91412" bIns="45700" anchor="t" anchorCtr="0">
            <a:noAutofit/>
          </a:bodyPr>
          <a:lstStyle/>
          <a:p>
            <a:pPr algn="r">
              <a:buSzPct val="25000"/>
            </a:pPr>
            <a:r>
              <a:rPr lang="en-GB" sz="2800" dirty="0">
                <a:latin typeface="Arial" panose="020B0604020202020204" pitchFamily="34" charset="0"/>
                <a:ea typeface="Roboto"/>
                <a:cs typeface="Arial" panose="020B0604020202020204" pitchFamily="34" charset="0"/>
                <a:sym typeface="Roboto"/>
              </a:rPr>
              <a:t>We have focused on </a:t>
            </a:r>
            <a:r>
              <a:rPr lang="en-GB" sz="2800" b="1" dirty="0">
                <a:latin typeface="Arial" panose="020B0604020202020204" pitchFamily="34" charset="0"/>
                <a:ea typeface="Roboto"/>
                <a:cs typeface="Arial" panose="020B0604020202020204" pitchFamily="34" charset="0"/>
                <a:sym typeface="Roboto"/>
              </a:rPr>
              <a:t>preparing and empowering BDT staff</a:t>
            </a:r>
            <a:r>
              <a:rPr lang="en-GB" sz="2800" dirty="0">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p:txBody>
      </p:sp>
      <p:sp>
        <p:nvSpPr>
          <p:cNvPr id="7" name="Subtitle 8">
            <a:extLst>
              <a:ext uri="{FF2B5EF4-FFF2-40B4-BE49-F238E27FC236}">
                <a16:creationId xmlns:a16="http://schemas.microsoft.com/office/drawing/2014/main" id="{A4620858-2872-44F6-B072-7E678A260322}"/>
              </a:ext>
            </a:extLst>
          </p:cNvPr>
          <p:cNvSpPr txBox="1">
            <a:spLocks/>
          </p:cNvSpPr>
          <p:nvPr userDrawn="1"/>
        </p:nvSpPr>
        <p:spPr>
          <a:xfrm>
            <a:off x="7295839" y="2132869"/>
            <a:ext cx="4663323" cy="4303496"/>
          </a:xfrm>
          <a:prstGeom prst="rect">
            <a:avLst/>
          </a:prstGeom>
        </p:spPr>
        <p:txBody>
          <a:bodyP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spcBef>
                <a:spcPts val="1800"/>
              </a:spcBef>
            </a:pPr>
            <a:endParaRPr lang="en-US" i="1" dirty="0">
              <a:solidFill>
                <a:schemeClr val="bg2">
                  <a:lumMod val="25000"/>
                </a:schemeClr>
              </a:solidFill>
              <a:latin typeface="Georgia" panose="02040502050405020303" pitchFamily="18" charset="0"/>
            </a:endParaRPr>
          </a:p>
        </p:txBody>
      </p:sp>
      <p:cxnSp>
        <p:nvCxnSpPr>
          <p:cNvPr id="11" name="Straight Connector 10">
            <a:extLst>
              <a:ext uri="{FF2B5EF4-FFF2-40B4-BE49-F238E27FC236}">
                <a16:creationId xmlns:a16="http://schemas.microsoft.com/office/drawing/2014/main" id="{BE0E510D-A28B-40D0-90A9-897A15E93F85}"/>
              </a:ext>
            </a:extLst>
          </p:cNvPr>
          <p:cNvCxnSpPr>
            <a:cxnSpLocks/>
          </p:cNvCxnSpPr>
          <p:nvPr userDrawn="1"/>
        </p:nvCxnSpPr>
        <p:spPr>
          <a:xfrm>
            <a:off x="7069545" y="2248302"/>
            <a:ext cx="0" cy="313372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5B885EC5-B7E9-4FBB-A4AE-A260C8DCB031}"/>
              </a:ext>
            </a:extLst>
          </p:cNvPr>
          <p:cNvSpPr>
            <a:spLocks noGrp="1"/>
          </p:cNvSpPr>
          <p:nvPr>
            <p:ph type="body" sz="quarter" idx="11" hasCustomPrompt="1"/>
          </p:nvPr>
        </p:nvSpPr>
        <p:spPr>
          <a:xfrm>
            <a:off x="503238" y="2133600"/>
            <a:ext cx="6297612" cy="3079750"/>
          </a:xfrm>
        </p:spPr>
        <p:txBody>
          <a:bodyPr/>
          <a:lstStyle>
            <a:lvl1pPr marL="0" marR="0" indent="0" algn="r" defTabSz="914400" rtl="0" eaLnBrk="1" fontAlgn="auto" latinLnBrk="0" hangingPunct="1">
              <a:lnSpc>
                <a:spcPct val="100000"/>
              </a:lnSpc>
              <a:spcBef>
                <a:spcPts val="0"/>
              </a:spcBef>
              <a:spcAft>
                <a:spcPts val="0"/>
              </a:spcAft>
              <a:buClrTx/>
              <a:buSzPct val="25000"/>
              <a:buFontTx/>
              <a:buNone/>
              <a:tabLst/>
              <a:defRPr/>
            </a:lvl1pPr>
          </a:lstStyle>
          <a:p>
            <a:pPr marL="0" marR="0" lvl="0" indent="0" algn="r" defTabSz="914400" rtl="0" eaLnBrk="1" fontAlgn="auto" latinLnBrk="0" hangingPunct="1">
              <a:lnSpc>
                <a:spcPct val="100000"/>
              </a:lnSpc>
              <a:spcBef>
                <a:spcPts val="0"/>
              </a:spcBef>
              <a:spcAft>
                <a:spcPts val="0"/>
              </a:spcAft>
              <a:buClrTx/>
              <a:buSzPct val="25000"/>
              <a:buFontTx/>
              <a:buNone/>
              <a:tabLst/>
              <a:defRPr/>
            </a:pP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We have focused on </a:t>
            </a:r>
            <a:r>
              <a:rPr kumimoji="0" lang="en-GB" sz="2800" b="1"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preparing and empowering BDT staff</a:t>
            </a: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a:p>
            <a:pPr lvl="0"/>
            <a:endParaRPr lang="en-US" dirty="0"/>
          </a:p>
        </p:txBody>
      </p:sp>
      <p:sp>
        <p:nvSpPr>
          <p:cNvPr id="12" name="Text Placeholder 11">
            <a:extLst>
              <a:ext uri="{FF2B5EF4-FFF2-40B4-BE49-F238E27FC236}">
                <a16:creationId xmlns:a16="http://schemas.microsoft.com/office/drawing/2014/main" id="{2EFC6EC8-B366-4C1C-9E18-04E70FF727B4}"/>
              </a:ext>
            </a:extLst>
          </p:cNvPr>
          <p:cNvSpPr>
            <a:spLocks noGrp="1"/>
          </p:cNvSpPr>
          <p:nvPr>
            <p:ph type="body" sz="quarter" idx="12" hasCustomPrompt="1"/>
          </p:nvPr>
        </p:nvSpPr>
        <p:spPr>
          <a:xfrm>
            <a:off x="7296150" y="2133600"/>
            <a:ext cx="4683125" cy="3856038"/>
          </a:xfrm>
        </p:spPr>
        <p:txBody>
          <a:bodyPr/>
          <a:lstStyle>
            <a:lvl1pPr marL="0" marR="0" indent="0" algn="l" defTabSz="914400" rtl="0" eaLnBrk="1" fontAlgn="auto" latinLnBrk="0" hangingPunct="1">
              <a:lnSpc>
                <a:spcPct val="100000"/>
              </a:lnSpc>
              <a:spcBef>
                <a:spcPts val="1800"/>
              </a:spcBef>
              <a:spcAft>
                <a:spcPts val="0"/>
              </a:spcAft>
              <a:buClrTx/>
              <a:buSzTx/>
              <a:buFontTx/>
              <a:buNone/>
              <a:tabLst/>
              <a:defRPr sz="2400">
                <a:solidFill>
                  <a:schemeClr val="bg2">
                    <a:lumMod val="25000"/>
                  </a:schemeClr>
                </a:solidFill>
              </a:defRPr>
            </a:lvl1pPr>
          </a:lstStyle>
          <a:p>
            <a:pPr algn="l">
              <a:lnSpc>
                <a:spcPct val="100000"/>
              </a:lnSpc>
              <a:spcBef>
                <a:spcPts val="1800"/>
              </a:spcBef>
            </a:pPr>
            <a:r>
              <a:rPr lang="en-GB" i="1" dirty="0">
                <a:solidFill>
                  <a:schemeClr val="bg2">
                    <a:lumMod val="25000"/>
                  </a:schemeClr>
                </a:solidFill>
                <a:latin typeface="Georgia" panose="02040502050405020303" pitchFamily="18" charset="0"/>
              </a:rPr>
              <a:t>Multiple RBM workshops for</a:t>
            </a:r>
            <a:br>
              <a:rPr lang="en-GB" i="1" dirty="0">
                <a:solidFill>
                  <a:schemeClr val="bg2">
                    <a:lumMod val="25000"/>
                  </a:schemeClr>
                </a:solidFill>
                <a:latin typeface="Georgia" panose="02040502050405020303" pitchFamily="18" charset="0"/>
              </a:rPr>
            </a:br>
            <a:r>
              <a:rPr lang="en-GB" i="1" dirty="0">
                <a:solidFill>
                  <a:schemeClr val="bg2">
                    <a:lumMod val="25000"/>
                  </a:schemeClr>
                </a:solidFill>
                <a:latin typeface="Georgia" panose="02040502050405020303" pitchFamily="18" charset="0"/>
              </a:rPr>
              <a:t>all HQ-based teams and Regional Offices </a:t>
            </a:r>
          </a:p>
          <a:p>
            <a:pPr algn="l">
              <a:lnSpc>
                <a:spcPct val="100000"/>
              </a:lnSpc>
              <a:spcBef>
                <a:spcPts val="1800"/>
              </a:spcBef>
            </a:pPr>
            <a:r>
              <a:rPr lang="en-GB" i="1" dirty="0">
                <a:solidFill>
                  <a:schemeClr val="bg2">
                    <a:lumMod val="25000"/>
                  </a:schemeClr>
                </a:solidFill>
                <a:latin typeface="Georgia" panose="02040502050405020303" pitchFamily="18" charset="0"/>
              </a:rPr>
              <a:t>Project Management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Communication for Development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Procurement training</a:t>
            </a:r>
            <a:endParaRPr lang="en-US" i="1" dirty="0">
              <a:solidFill>
                <a:schemeClr val="bg2">
                  <a:lumMod val="25000"/>
                </a:schemeClr>
              </a:solidFill>
              <a:latin typeface="Georgia" panose="02040502050405020303" pitchFamily="18" charset="0"/>
            </a:endParaRPr>
          </a:p>
          <a:p>
            <a:pPr lvl="0"/>
            <a:endParaRPr lang="en-US" dirty="0"/>
          </a:p>
        </p:txBody>
      </p:sp>
    </p:spTree>
    <p:extLst>
      <p:ext uri="{BB962C8B-B14F-4D97-AF65-F5344CB8AC3E}">
        <p14:creationId xmlns:p14="http://schemas.microsoft.com/office/powerpoint/2010/main" val="34633762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Quote with big quote mark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1520946" y="2336800"/>
            <a:ext cx="9150108" cy="3764076"/>
          </a:xfrm>
        </p:spPr>
        <p:txBody>
          <a:bodyPr numCol="1" spcCol="274320">
            <a:noAutofit/>
          </a:bodyPr>
          <a:lstStyle>
            <a:lvl1pPr marL="91440" indent="0">
              <a:lnSpc>
                <a:spcPct val="100000"/>
              </a:lnSpc>
              <a:buClr>
                <a:srgbClr val="009CD6"/>
              </a:buClr>
              <a:buFontTx/>
              <a:buNone/>
              <a:defRPr sz="3200" i="1" spc="20">
                <a:latin typeface="Georgia" panose="02040502050405020303" pitchFamily="18" charset="0"/>
              </a:defRPr>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lgn="l">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98795915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Quote with photo">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1520946" y="2658534"/>
            <a:ext cx="9150108" cy="3764076"/>
          </a:xfrm>
        </p:spPr>
        <p:txBody>
          <a:bodyPr numCol="1" spcCol="274320">
            <a:noAutofit/>
          </a:bodyPr>
          <a:lstStyle>
            <a:lvl1pPr marL="91440" indent="0">
              <a:lnSpc>
                <a:spcPct val="100000"/>
              </a:lnSpc>
              <a:buClr>
                <a:srgbClr val="009CD6"/>
              </a:buClr>
              <a:buFontTx/>
              <a:buNone/>
              <a:defRPr sz="3200" i="1" spc="20">
                <a:latin typeface="Georgia" panose="02040502050405020303" pitchFamily="18" charset="0"/>
              </a:defRPr>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lgn="l">
              <a:buNone/>
              <a:defRPr sz="1600">
                <a:solidFill>
                  <a:schemeClr val="accent2"/>
                </a:solidFill>
              </a:defRPr>
            </a:lvl1pPr>
          </a:lstStyle>
          <a:p>
            <a:pPr lvl="0"/>
            <a:r>
              <a:rPr lang="en-US" dirty="0"/>
              <a:t>Click to edit section name</a:t>
            </a:r>
          </a:p>
        </p:txBody>
      </p:sp>
      <p:sp>
        <p:nvSpPr>
          <p:cNvPr id="6" name="Picture Placeholder 5">
            <a:extLst>
              <a:ext uri="{FF2B5EF4-FFF2-40B4-BE49-F238E27FC236}">
                <a16:creationId xmlns:a16="http://schemas.microsoft.com/office/drawing/2014/main" id="{BE0DB947-B9BF-4F5D-BCB3-A4E551A7C958}"/>
              </a:ext>
            </a:extLst>
          </p:cNvPr>
          <p:cNvSpPr>
            <a:spLocks noGrp="1"/>
          </p:cNvSpPr>
          <p:nvPr>
            <p:ph type="pic" sz="quarter" idx="11" hasCustomPrompt="1"/>
          </p:nvPr>
        </p:nvSpPr>
        <p:spPr>
          <a:xfrm>
            <a:off x="5473700" y="1215232"/>
            <a:ext cx="1244600" cy="1244600"/>
          </a:xfrm>
          <a:prstGeom prst="flowChartConnector">
            <a:avLst/>
          </a:prstGeom>
          <a:solidFill>
            <a:schemeClr val="bg1">
              <a:lumMod val="85000"/>
            </a:schemeClr>
          </a:solidFill>
        </p:spPr>
        <p:txBody>
          <a:bodyPr anchor="ctr"/>
          <a:lstStyle>
            <a:lvl1pPr>
              <a:defRPr sz="1400" b="0"/>
            </a:lvl1pPr>
          </a:lstStyle>
          <a:p>
            <a:r>
              <a:rPr lang="en-US" dirty="0"/>
              <a:t>Insert</a:t>
            </a:r>
            <a:br>
              <a:rPr lang="en-US" dirty="0"/>
            </a:br>
            <a:r>
              <a:rPr lang="en-US" dirty="0"/>
              <a:t>Photo</a:t>
            </a:r>
          </a:p>
        </p:txBody>
      </p:sp>
    </p:spTree>
    <p:extLst>
      <p:ext uri="{BB962C8B-B14F-4D97-AF65-F5344CB8AC3E}">
        <p14:creationId xmlns:p14="http://schemas.microsoft.com/office/powerpoint/2010/main" val="10683193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 + large image (light blue bg) 2">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698526" y="1881427"/>
            <a:ext cx="10976290" cy="3985973"/>
          </a:xfrm>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cxnSp>
        <p:nvCxnSpPr>
          <p:cNvPr id="6" name="Straight Connector 5">
            <a:extLst>
              <a:ext uri="{FF2B5EF4-FFF2-40B4-BE49-F238E27FC236}">
                <a16:creationId xmlns:a16="http://schemas.microsoft.com/office/drawing/2014/main" id="{E7FA0E66-7846-4BCB-AE09-F966602C759F}"/>
              </a:ext>
            </a:extLst>
          </p:cNvPr>
          <p:cNvCxnSpPr/>
          <p:nvPr userDrawn="1"/>
        </p:nvCxnSpPr>
        <p:spPr>
          <a:xfrm>
            <a:off x="607468"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CF0B2556-6FCF-4306-988D-12A70352A48D}"/>
              </a:ext>
            </a:extLst>
          </p:cNvPr>
          <p:cNvSpPr>
            <a:spLocks noGrp="1"/>
          </p:cNvSpPr>
          <p:nvPr>
            <p:ph type="body" sz="quarter" idx="10"/>
          </p:nvPr>
        </p:nvSpPr>
        <p:spPr>
          <a:xfrm>
            <a:off x="607468" y="313371"/>
            <a:ext cx="4554538" cy="308803"/>
          </a:xfrm>
        </p:spPr>
        <p:txBody>
          <a:bodyPr anchor="ctr"/>
          <a:lstStyle>
            <a:lvl1pPr marL="91440" indent="0">
              <a:buNone/>
              <a:defRPr sz="1600">
                <a:solidFill>
                  <a:schemeClr val="accent2"/>
                </a:solidFill>
              </a:defRPr>
            </a:lvl1pPr>
          </a:lstStyle>
          <a:p>
            <a:pPr lvl="0"/>
            <a:r>
              <a:rPr lang="en-US" dirty="0"/>
              <a:t>Click to edit Master text styles</a:t>
            </a:r>
          </a:p>
        </p:txBody>
      </p:sp>
      <p:sp>
        <p:nvSpPr>
          <p:cNvPr id="10" name="Title Placeholder 1">
            <a:extLst>
              <a:ext uri="{FF2B5EF4-FFF2-40B4-BE49-F238E27FC236}">
                <a16:creationId xmlns:a16="http://schemas.microsoft.com/office/drawing/2014/main" id="{B0DA0626-8521-4B9A-A854-E817A6A1230B}"/>
              </a:ext>
            </a:extLst>
          </p:cNvPr>
          <p:cNvSpPr>
            <a:spLocks noGrp="1"/>
          </p:cNvSpPr>
          <p:nvPr>
            <p:ph type="title"/>
          </p:nvPr>
        </p:nvSpPr>
        <p:spPr>
          <a:xfrm>
            <a:off x="688392" y="1231105"/>
            <a:ext cx="10515600" cy="568434"/>
          </a:xfrm>
          <a:prstGeom prst="rect">
            <a:avLst/>
          </a:prstGeom>
        </p:spPr>
        <p:txBody>
          <a:bodyPr vert="horz" lIns="91440" tIns="45720" rIns="91440" bIns="45720" rtlCol="0" anchor="t">
            <a:noAutofit/>
          </a:bodyPr>
          <a:lstStyle/>
          <a:p>
            <a:r>
              <a:rPr lang="en-US" dirty="0"/>
              <a:t>Click to edit Master title style</a:t>
            </a:r>
          </a:p>
        </p:txBody>
      </p:sp>
    </p:spTree>
    <p:extLst>
      <p:ext uri="{BB962C8B-B14F-4D97-AF65-F5344CB8AC3E}">
        <p14:creationId xmlns:p14="http://schemas.microsoft.com/office/powerpoint/2010/main" val="236208159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Blank (light blu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055F4467-8115-4C34-B39A-8E571F625EA9}"/>
              </a:ext>
            </a:extLst>
          </p:cNvPr>
          <p:cNvSpPr/>
          <p:nvPr userDrawn="1"/>
        </p:nvSpPr>
        <p:spPr>
          <a:xfrm>
            <a:off x="-30161" y="0"/>
            <a:ext cx="12222161" cy="6858000"/>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306718066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cSld name="Blank (whit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36622E0-A137-429D-BE75-779E322CE694}"/>
              </a:ext>
            </a:extLst>
          </p:cNvPr>
          <p:cNvSpPr/>
          <p:nvPr userDrawn="1"/>
        </p:nvSpPr>
        <p:spPr>
          <a:xfrm>
            <a:off x="-30161" y="0"/>
            <a:ext cx="1222216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Avenir Next LT Pro" panose="020B0504020202020204" pitchFamily="34" charset="0"/>
              </a:rPr>
              <a:t> </a:t>
            </a:r>
          </a:p>
        </p:txBody>
      </p:sp>
    </p:spTree>
    <p:extLst>
      <p:ext uri="{BB962C8B-B14F-4D97-AF65-F5344CB8AC3E}">
        <p14:creationId xmlns:p14="http://schemas.microsoft.com/office/powerpoint/2010/main" val="105035650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slideLayout" Target="../slideLayouts/slideLayout19.xml"/><Relationship Id="rId3" Type="http://schemas.openxmlformats.org/officeDocument/2006/relationships/slideLayout" Target="../slideLayouts/slideLayout20.xml"/><Relationship Id="rId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slideLayout" Target="../slideLayouts/slideLayout22.xml"/><Relationship Id="rId3"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slideLayout" Target="../slideLayouts/slideLayout24.xml"/><Relationship Id="rId3" Type="http://schemas.openxmlformats.org/officeDocument/2006/relationships/slideLayout" Target="../slideLayouts/slideLayout25.xml"/><Relationship Id="rId4" Type="http://schemas.openxmlformats.org/officeDocument/2006/relationships/theme" Target="../theme/theme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C4518C-C369-4BCE-93F6-ACF7A0A4563A}"/>
              </a:ext>
            </a:extLst>
          </p:cNvPr>
          <p:cNvSpPr>
            <a:spLocks noGrp="1"/>
          </p:cNvSpPr>
          <p:nvPr>
            <p:ph type="title"/>
          </p:nvPr>
        </p:nvSpPr>
        <p:spPr>
          <a:xfrm>
            <a:off x="688392" y="879975"/>
            <a:ext cx="10515600" cy="746442"/>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8" name="TextBox 7">
            <a:extLst>
              <a:ext uri="{FF2B5EF4-FFF2-40B4-BE49-F238E27FC236}">
                <a16:creationId xmlns:a16="http://schemas.microsoft.com/office/drawing/2014/main" id="{69A5A063-7EAA-4705-81BD-73270FF5BA28}"/>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9" name="TextBox 8">
            <a:extLst>
              <a:ext uri="{FF2B5EF4-FFF2-40B4-BE49-F238E27FC236}">
                <a16:creationId xmlns:a16="http://schemas.microsoft.com/office/drawing/2014/main" id="{F4ED357C-3FA0-42D4-850C-879BB0BE1875}"/>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3452108936"/>
      </p:ext>
    </p:extLst>
  </p:cSld>
  <p:clrMap bg1="lt1" tx1="dk1" bg2="lt2" tx2="dk2" accent1="accent1" accent2="accent2" accent3="accent3" accent4="accent4" accent5="accent5" accent6="accent6" hlink="hlink" folHlink="folHlink"/>
  <p:sldLayoutIdLst>
    <p:sldLayoutId id="2147483656" r:id="rId1"/>
    <p:sldLayoutId id="2147483653" r:id="rId2"/>
    <p:sldLayoutId id="2147483652" r:id="rId3"/>
    <p:sldLayoutId id="2147483675" r:id="rId4"/>
    <p:sldLayoutId id="2147483676" r:id="rId5"/>
    <p:sldLayoutId id="2147483674" r:id="rId6"/>
    <p:sldLayoutId id="2147483672" r:id="rId7"/>
    <p:sldLayoutId id="2147483657" r:id="rId8"/>
    <p:sldLayoutId id="2147483717" r:id="rId9"/>
    <p:sldLayoutId id="2147483718" r:id="rId10"/>
    <p:sldLayoutId id="2147483719" r:id="rId11"/>
    <p:sldLayoutId id="2147483670" r:id="rId12"/>
    <p:sldLayoutId id="2147483660" r:id="rId13"/>
    <p:sldLayoutId id="2147483687" r:id="rId14"/>
    <p:sldLayoutId id="2147483707" r:id="rId15"/>
    <p:sldLayoutId id="2147483712" r:id="rId16"/>
    <p:sldLayoutId id="2147483721" r:id="rId17"/>
  </p:sldLayoutIdLst>
  <p:hf hdr="0" ftr="0" dt="0"/>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228600" indent="-137160" algn="l" defTabSz="914400" rtl="0" eaLnBrk="1" latinLnBrk="0" hangingPunct="1">
        <a:lnSpc>
          <a:spcPts val="2200"/>
        </a:lnSpc>
        <a:spcBef>
          <a:spcPts val="1000"/>
        </a:spcBef>
        <a:buClr>
          <a:srgbClr val="009CD6"/>
        </a:buClr>
        <a:buSzPct val="110000"/>
        <a:buFont typeface="Arial" panose="020B0604020202020204" pitchFamily="34" charset="0"/>
        <a:buChar char="•"/>
        <a:defRPr sz="1800" kern="1200" spc="0">
          <a:solidFill>
            <a:schemeClr val="tx1"/>
          </a:solidFill>
          <a:latin typeface="Arial" panose="020B0604020202020204" pitchFamily="34" charset="0"/>
          <a:ea typeface="+mn-ea"/>
          <a:cs typeface="Arial" panose="020B0604020202020204" pitchFamily="34" charset="0"/>
        </a:defRPr>
      </a:lvl1pPr>
      <a:lvl2pPr marL="6858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a:solidFill>
            <a:schemeClr val="tx1"/>
          </a:solidFill>
          <a:latin typeface="Arial" panose="020B0604020202020204" pitchFamily="34" charset="0"/>
          <a:ea typeface="+mn-ea"/>
          <a:cs typeface="Arial" panose="020B0604020202020204" pitchFamily="34" charset="0"/>
        </a:defRPr>
      </a:lvl2pPr>
      <a:lvl3pPr marL="11430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baseline="0">
          <a:solidFill>
            <a:schemeClr val="tx1"/>
          </a:solidFill>
          <a:latin typeface="Arial" panose="020B0604020202020204" pitchFamily="34" charset="0"/>
          <a:ea typeface="+mn-ea"/>
          <a:cs typeface="Arial" panose="020B0604020202020204" pitchFamily="34" charset="0"/>
        </a:defRPr>
      </a:lvl3pPr>
      <a:lvl4pPr marL="16002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C4518C-C369-4BCE-93F6-ACF7A0A4563A}"/>
              </a:ext>
            </a:extLst>
          </p:cNvPr>
          <p:cNvSpPr>
            <a:spLocks noGrp="1"/>
          </p:cNvSpPr>
          <p:nvPr>
            <p:ph type="title"/>
          </p:nvPr>
        </p:nvSpPr>
        <p:spPr>
          <a:xfrm>
            <a:off x="688392" y="879975"/>
            <a:ext cx="10515600" cy="746442"/>
          </a:xfrm>
          <a:prstGeom prst="rect">
            <a:avLst/>
          </a:prstGeom>
        </p:spPr>
        <p:txBody>
          <a:bodyPr vert="horz" lIns="91440" tIns="45720" rIns="91440" bIns="45720" rtlCol="0" anchor="t">
            <a:noAutofit/>
          </a:bodyPr>
          <a:lstStyle/>
          <a:p>
            <a:r>
              <a:rPr lang="en-US" dirty="0"/>
              <a:t>Click to edit Master title style</a:t>
            </a:r>
          </a:p>
        </p:txBody>
      </p:sp>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6" name="TextBox 5">
            <a:extLst>
              <a:ext uri="{FF2B5EF4-FFF2-40B4-BE49-F238E27FC236}">
                <a16:creationId xmlns:a16="http://schemas.microsoft.com/office/drawing/2014/main" id="{693ABCAB-1B02-4C7B-89B1-A5BB0E479D06}"/>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7" name="TextBox 6">
            <a:extLst>
              <a:ext uri="{FF2B5EF4-FFF2-40B4-BE49-F238E27FC236}">
                <a16:creationId xmlns:a16="http://schemas.microsoft.com/office/drawing/2014/main" id="{77662A7B-D8AC-460A-9C3E-1872390023D8}"/>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497039940"/>
      </p:ext>
    </p:extLst>
  </p:cSld>
  <p:clrMap bg1="lt1" tx1="dk1" bg2="lt2" tx2="dk2" accent1="accent1" accent2="accent2" accent3="accent3" accent4="accent4" accent5="accent5" accent6="accent6" hlink="hlink" folHlink="folHlink"/>
  <p:sldLayoutIdLst>
    <p:sldLayoutId id="2147483710" r:id="rId1"/>
    <p:sldLayoutId id="2147483716" r:id="rId2"/>
    <p:sldLayoutId id="2147483711" r:id="rId3"/>
  </p:sldLayoutIdLst>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228600" indent="-137160" algn="l" defTabSz="914400" rtl="0" eaLnBrk="1" latinLnBrk="0" hangingPunct="1">
        <a:lnSpc>
          <a:spcPct val="100000"/>
        </a:lnSpc>
        <a:spcBef>
          <a:spcPts val="1000"/>
        </a:spcBef>
        <a:buClr>
          <a:srgbClr val="009CD6"/>
        </a:buClr>
        <a:buSzPct val="110000"/>
        <a:buFont typeface="Arial" panose="020B0604020202020204" pitchFamily="34" charset="0"/>
        <a:buChar char="•"/>
        <a:defRPr sz="2800" kern="1200" spc="0">
          <a:solidFill>
            <a:schemeClr val="tx1"/>
          </a:solidFill>
          <a:latin typeface="Arial" panose="020B0604020202020204" pitchFamily="34" charset="0"/>
          <a:ea typeface="+mn-ea"/>
          <a:cs typeface="Arial" panose="020B0604020202020204" pitchFamily="34" charset="0"/>
        </a:defRPr>
      </a:lvl1pPr>
      <a:lvl2pPr marL="6858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a:solidFill>
            <a:schemeClr val="tx1"/>
          </a:solidFill>
          <a:latin typeface="Arial" panose="020B0604020202020204" pitchFamily="34" charset="0"/>
          <a:ea typeface="+mn-ea"/>
          <a:cs typeface="Arial" panose="020B0604020202020204" pitchFamily="34" charset="0"/>
        </a:defRPr>
      </a:lvl2pPr>
      <a:lvl3pPr marL="11430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baseline="0">
          <a:solidFill>
            <a:schemeClr val="tx1"/>
          </a:solidFill>
          <a:latin typeface="Arial" panose="020B0604020202020204" pitchFamily="34" charset="0"/>
          <a:ea typeface="+mn-ea"/>
          <a:cs typeface="Arial" panose="020B0604020202020204" pitchFamily="34" charset="0"/>
        </a:defRPr>
      </a:lvl3pPr>
      <a:lvl4pPr marL="16002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1816313" y="2209801"/>
            <a:ext cx="8559373" cy="3793066"/>
          </a:xfrm>
          <a:prstGeom prst="rect">
            <a:avLst/>
          </a:prstGeom>
        </p:spPr>
        <p:txBody>
          <a:bodyPr vert="horz" lIns="91440" tIns="45720" rIns="91440" bIns="45720" rtlCol="0">
            <a:noAutofit/>
          </a:bodyPr>
          <a:lstStyle/>
          <a:p>
            <a:pPr algn="ctr"/>
            <a:r>
              <a:rPr lang="en-US" sz="2800" i="1" dirty="0">
                <a:latin typeface="Georgia" panose="02040502050405020303" pitchFamily="18" charset="0"/>
              </a:rPr>
              <a:t>We grew up with the internet. </a:t>
            </a:r>
            <a:br>
              <a:rPr lang="en-US" sz="2800" i="1" dirty="0">
                <a:latin typeface="Georgia" panose="02040502050405020303" pitchFamily="18" charset="0"/>
              </a:rPr>
            </a:br>
            <a:r>
              <a:rPr lang="en-US" sz="2800" i="1" dirty="0">
                <a:latin typeface="Georgia" panose="02040502050405020303" pitchFamily="18" charset="0"/>
              </a:rPr>
              <a:t>I mean, the internet has always been here with us. The grown-ups are like ‘Wow the internet appeared’, while it is perfectly normal for us.” </a:t>
            </a:r>
          </a:p>
        </p:txBody>
      </p:sp>
      <p:sp>
        <p:nvSpPr>
          <p:cNvPr id="8" name="TextBox 7">
            <a:extLst>
              <a:ext uri="{FF2B5EF4-FFF2-40B4-BE49-F238E27FC236}">
                <a16:creationId xmlns:a16="http://schemas.microsoft.com/office/drawing/2014/main" id="{43FB8933-3AE5-487A-8B03-0B68C8923CB0}"/>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9" name="TextBox 8">
            <a:extLst>
              <a:ext uri="{FF2B5EF4-FFF2-40B4-BE49-F238E27FC236}">
                <a16:creationId xmlns:a16="http://schemas.microsoft.com/office/drawing/2014/main" id="{CD9BF5BD-2163-4157-A2AF-C24DDF31C8DA}"/>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57613210"/>
      </p:ext>
    </p:extLst>
  </p:cSld>
  <p:clrMap bg1="lt1" tx1="dk1" bg2="lt2" tx2="dk2" accent1="accent1" accent2="accent2" accent3="accent3" accent4="accent4" accent5="accent5" accent6="accent6" hlink="hlink" folHlink="folHlink"/>
  <p:sldLayoutIdLst>
    <p:sldLayoutId id="2147483714" r:id="rId1"/>
    <p:sldLayoutId id="2147483715" r:id="rId2"/>
  </p:sldLayoutIdLst>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91440" indent="0" algn="ctr" defTabSz="914400" rtl="0" eaLnBrk="1" latinLnBrk="0" hangingPunct="1">
        <a:lnSpc>
          <a:spcPct val="100000"/>
        </a:lnSpc>
        <a:spcBef>
          <a:spcPts val="1000"/>
        </a:spcBef>
        <a:buClr>
          <a:srgbClr val="009CD6"/>
        </a:buClr>
        <a:buSzPct val="110000"/>
        <a:buFontTx/>
        <a:buNone/>
        <a:defRPr sz="3600" kern="1200" spc="0">
          <a:solidFill>
            <a:schemeClr val="tx1"/>
          </a:solidFill>
          <a:latin typeface="Arial" panose="020B0604020202020204" pitchFamily="34" charset="0"/>
          <a:ea typeface="+mn-ea"/>
          <a:cs typeface="Arial" panose="020B0604020202020204" pitchFamily="34" charset="0"/>
        </a:defRPr>
      </a:lvl1pPr>
      <a:lvl2pPr marL="548640" indent="0" algn="l" defTabSz="914400" rtl="0" eaLnBrk="1" latinLnBrk="0" hangingPunct="1">
        <a:lnSpc>
          <a:spcPct val="100000"/>
        </a:lnSpc>
        <a:spcBef>
          <a:spcPts val="500"/>
        </a:spcBef>
        <a:buClr>
          <a:srgbClr val="009CD6"/>
        </a:buClr>
        <a:buSzPct val="110000"/>
        <a:buFontTx/>
        <a:buNone/>
        <a:defRPr sz="2800" kern="1200" spc="0">
          <a:solidFill>
            <a:schemeClr val="tx1"/>
          </a:solidFill>
          <a:latin typeface="Arial" panose="020B0604020202020204" pitchFamily="34" charset="0"/>
          <a:ea typeface="+mn-ea"/>
          <a:cs typeface="Arial" panose="020B0604020202020204" pitchFamily="34" charset="0"/>
        </a:defRPr>
      </a:lvl2pPr>
      <a:lvl3pPr marL="1005840" indent="0" algn="l" defTabSz="914400" rtl="0" eaLnBrk="1" latinLnBrk="0" hangingPunct="1">
        <a:lnSpc>
          <a:spcPct val="100000"/>
        </a:lnSpc>
        <a:spcBef>
          <a:spcPts val="500"/>
        </a:spcBef>
        <a:buClr>
          <a:srgbClr val="009CD6"/>
        </a:buClr>
        <a:buSzPct val="110000"/>
        <a:buFontTx/>
        <a:buNone/>
        <a:defRPr sz="2800" kern="1200" spc="0" baseline="0">
          <a:solidFill>
            <a:schemeClr val="tx1"/>
          </a:solidFill>
          <a:latin typeface="Arial" panose="020B0604020202020204" pitchFamily="34" charset="0"/>
          <a:ea typeface="+mn-ea"/>
          <a:cs typeface="Arial" panose="020B0604020202020204" pitchFamily="34" charset="0"/>
        </a:defRPr>
      </a:lvl3pPr>
      <a:lvl4pPr marL="1463040" indent="0" algn="l" defTabSz="914400" rtl="0" eaLnBrk="1" latinLnBrk="0" hangingPunct="1">
        <a:lnSpc>
          <a:spcPct val="100000"/>
        </a:lnSpc>
        <a:spcBef>
          <a:spcPts val="500"/>
        </a:spcBef>
        <a:buClr>
          <a:srgbClr val="009CD6"/>
        </a:buClr>
        <a:buSzPct val="110000"/>
        <a:buFontTx/>
        <a:buNone/>
        <a:defRPr sz="2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rgbClr val="F5FAFC"/>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3903303-232A-4935-AFB3-F7B88DD729A5}"/>
              </a:ext>
            </a:extLst>
          </p:cNvPr>
          <p:cNvSpPr>
            <a:spLocks noGrp="1"/>
          </p:cNvSpPr>
          <p:nvPr>
            <p:ph type="title"/>
          </p:nvPr>
        </p:nvSpPr>
        <p:spPr>
          <a:xfrm>
            <a:off x="685893" y="879975"/>
            <a:ext cx="10515600" cy="746442"/>
          </a:xfrm>
          <a:prstGeom prst="rect">
            <a:avLst/>
          </a:prstGeom>
        </p:spPr>
        <p:txBody>
          <a:bodyPr vert="horz" lIns="91440" tIns="45720" rIns="91440" bIns="45720" rtlCol="0" anchor="t">
            <a:noAutofit/>
          </a:bodyPr>
          <a:lstStyle/>
          <a:p>
            <a:r>
              <a:rPr lang="en-US" dirty="0"/>
              <a:t>Click to edit Master title style</a:t>
            </a:r>
          </a:p>
        </p:txBody>
      </p:sp>
      <p:sp>
        <p:nvSpPr>
          <p:cNvPr id="3" name="Text Placeholder 2">
            <a:extLst>
              <a:ext uri="{FF2B5EF4-FFF2-40B4-BE49-F238E27FC236}">
                <a16:creationId xmlns:a16="http://schemas.microsoft.com/office/drawing/2014/main" id="{C8383453-70D1-44FB-B9C3-2EEFC15545D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marL="228600" marR="0" lvl="0" indent="-137160" algn="l" defTabSz="914400" rtl="0" eaLnBrk="1" fontAlgn="auto" latinLnBrk="0" hangingPunct="1">
              <a:lnSpc>
                <a:spcPts val="2200"/>
              </a:lnSpc>
              <a:spcBef>
                <a:spcPts val="10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Second level</a:t>
            </a:r>
          </a:p>
          <a:p>
            <a:pPr marL="685800" marR="0" lvl="1"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Third level</a:t>
            </a:r>
          </a:p>
          <a:p>
            <a:pPr marL="1143000" marR="0" lvl="2"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Fourth level</a:t>
            </a:r>
          </a:p>
          <a:p>
            <a:pPr marL="1600200" marR="0" lvl="3"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Fifth level</a:t>
            </a:r>
          </a:p>
        </p:txBody>
      </p:sp>
      <p:sp>
        <p:nvSpPr>
          <p:cNvPr id="7" name="TextBox 6">
            <a:extLst>
              <a:ext uri="{FF2B5EF4-FFF2-40B4-BE49-F238E27FC236}">
                <a16:creationId xmlns:a16="http://schemas.microsoft.com/office/drawing/2014/main" id="{E9BFC052-984C-4106-B990-03A1EB3873C1}"/>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8" name="TextBox 7">
            <a:extLst>
              <a:ext uri="{FF2B5EF4-FFF2-40B4-BE49-F238E27FC236}">
                <a16:creationId xmlns:a16="http://schemas.microsoft.com/office/drawing/2014/main" id="{DB202A0A-9127-4C98-B796-7DD30E32B3B1}"/>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86103942"/>
      </p:ext>
    </p:extLst>
  </p:cSld>
  <p:clrMap bg1="lt1" tx1="dk1" bg2="lt2" tx2="dk2" accent1="accent1" accent2="accent2" accent3="accent3" accent4="accent4" accent5="accent5" accent6="accent6" hlink="hlink" folHlink="folHlink"/>
  <p:sldLayoutIdLst>
    <p:sldLayoutId id="2147483696" r:id="rId1"/>
    <p:sldLayoutId id="2147483678" r:id="rId2"/>
    <p:sldLayoutId id="2147483720" r:id="rId3"/>
  </p:sldLayoutIdLst>
  <p:txStyles>
    <p:titleStyle>
      <a:lvl1pPr algn="l" defTabSz="914400" rtl="0" eaLnBrk="1" latinLnBrk="0" hangingPunct="1">
        <a:lnSpc>
          <a:spcPct val="90000"/>
        </a:lnSpc>
        <a:spcBef>
          <a:spcPct val="0"/>
        </a:spcBef>
        <a:buNone/>
        <a:defRPr sz="2800" b="1"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5.xml"/></Relationships>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822960"/>
            <a:ext cx="7315200" cy="457200"/>
          </a:xfrm>
          <a:prstGeom prst="rect">
            <a:avLst/>
          </a:prstGeom>
          <a:noFill/>
        </p:spPr>
        <p:txBody>
          <a:bodyPr wrap="square">
            <a:spAutoFit/>
          </a:bodyPr>
          <a:lstStyle/>
          <a:p>
            <a:r>
              <a:rPr sz="1200" b="1" i="0">
                <a:solidFill>
                  <a:srgbClr val="595959"/>
                </a:solidFill>
                <a:latin typeface="Arial"/>
              </a:rPr>
              <a:t>MODULE 4 · VIDEO 4.4</a:t>
            </a:r>
          </a:p>
        </p:txBody>
      </p:sp>
      <p:sp>
        <p:nvSpPr>
          <p:cNvPr id="3" name="TextBox 2"/>
          <p:cNvSpPr txBox="1"/>
          <p:nvPr/>
        </p:nvSpPr>
        <p:spPr>
          <a:xfrm>
            <a:off x="822960" y="1828800"/>
            <a:ext cx="2011680" cy="1097280"/>
          </a:xfrm>
          <a:prstGeom prst="rect">
            <a:avLst/>
          </a:prstGeom>
          <a:noFill/>
        </p:spPr>
        <p:txBody>
          <a:bodyPr wrap="square">
            <a:spAutoFit/>
          </a:bodyPr>
          <a:lstStyle/>
          <a:p>
            <a:r>
              <a:rPr sz="6000" b="1" i="0">
                <a:solidFill>
                  <a:srgbClr val="009CD6"/>
                </a:solidFill>
                <a:latin typeface="Arial"/>
              </a:rPr>
              <a:t>4.4</a:t>
            </a:r>
          </a:p>
        </p:txBody>
      </p:sp>
      <p:sp>
        <p:nvSpPr>
          <p:cNvPr id="4" name="TextBox 3"/>
          <p:cNvSpPr txBox="1"/>
          <p:nvPr/>
        </p:nvSpPr>
        <p:spPr>
          <a:xfrm>
            <a:off x="822960" y="2880360"/>
            <a:ext cx="9601200" cy="1371600"/>
          </a:xfrm>
          <a:prstGeom prst="rect">
            <a:avLst/>
          </a:prstGeom>
          <a:noFill/>
        </p:spPr>
        <p:txBody>
          <a:bodyPr wrap="square">
            <a:spAutoFit/>
          </a:bodyPr>
          <a:lstStyle/>
          <a:p>
            <a:r>
              <a:rPr sz="3400" b="1" i="0">
                <a:solidFill>
                  <a:srgbClr val="1A1A1A"/>
                </a:solidFill>
                <a:latin typeface="Arial"/>
              </a:rPr>
              <a:t>Generate the semantic map</a:t>
            </a:r>
          </a:p>
        </p:txBody>
      </p:sp>
      <p:sp>
        <p:nvSpPr>
          <p:cNvPr id="5" name="TextBox 4"/>
          <p:cNvSpPr txBox="1"/>
          <p:nvPr/>
        </p:nvSpPr>
        <p:spPr>
          <a:xfrm>
            <a:off x="822960" y="4343400"/>
            <a:ext cx="9875520" cy="1554480"/>
          </a:xfrm>
          <a:prstGeom prst="rect">
            <a:avLst/>
          </a:prstGeom>
          <a:noFill/>
        </p:spPr>
        <p:txBody>
          <a:bodyPr wrap="square">
            <a:spAutoFit/>
          </a:bodyPr>
          <a:lstStyle/>
          <a:p>
            <a:r>
              <a:rPr sz="1700" b="0" i="1">
                <a:solidFill>
                  <a:srgbClr val="595959"/>
                </a:solidFill>
                <a:latin typeface="Arial"/>
              </a:rPr>
              <a:t>Generate a semantic map so two agencies mean the same 'learner' before they exchange one — the hardest layer, made tractable.</a:t>
            </a:r>
          </a:p>
        </p:txBody>
      </p:sp>
      <p:sp>
        <p:nvSpPr>
          <p:cNvPr id="6" name="TextBox 5"/>
          <p:cNvSpPr txBox="1"/>
          <p:nvPr/>
        </p:nvSpPr>
        <p:spPr>
          <a:xfrm>
            <a:off x="822960" y="5989320"/>
            <a:ext cx="7315200" cy="365760"/>
          </a:xfrm>
          <a:prstGeom prst="rect">
            <a:avLst/>
          </a:prstGeom>
          <a:noFill/>
        </p:spPr>
        <p:txBody>
          <a:bodyPr wrap="square">
            <a:spAutoFit/>
          </a:bodyPr>
          <a:lstStyle/>
          <a:p>
            <a:r>
              <a:rPr sz="1200" b="0" i="0">
                <a:solidFill>
                  <a:srgbClr val="595959"/>
                </a:solidFill>
                <a:latin typeface="Arial"/>
              </a:rPr>
              <a:t>standalone video · voice-over on text slides</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1325880"/>
            <a:ext cx="5486400" cy="365760"/>
          </a:xfrm>
          <a:prstGeom prst="rect">
            <a:avLst/>
          </a:prstGeom>
          <a:noFill/>
        </p:spPr>
        <p:txBody>
          <a:bodyPr wrap="square">
            <a:spAutoFit/>
          </a:bodyPr>
          <a:lstStyle/>
          <a:p>
            <a:r>
              <a:rPr sz="1200" b="1" i="0">
                <a:solidFill>
                  <a:srgbClr val="006E96"/>
                </a:solidFill>
                <a:latin typeface="Arial"/>
              </a:rPr>
              <a:t>WHERE WE START</a:t>
            </a:r>
          </a:p>
        </p:txBody>
      </p:sp>
      <p:sp>
        <p:nvSpPr>
          <p:cNvPr id="3" name="TextBox 2"/>
          <p:cNvSpPr txBox="1"/>
          <p:nvPr/>
        </p:nvSpPr>
        <p:spPr>
          <a:xfrm>
            <a:off x="1005840" y="1783080"/>
            <a:ext cx="10149840" cy="1737360"/>
          </a:xfrm>
          <a:prstGeom prst="rect">
            <a:avLst/>
          </a:prstGeom>
          <a:noFill/>
        </p:spPr>
        <p:txBody>
          <a:bodyPr wrap="square">
            <a:spAutoFit/>
          </a:bodyPr>
          <a:lstStyle/>
          <a:p>
            <a:r>
              <a:rPr sz="3000" b="1" i="0">
                <a:solidFill>
                  <a:srgbClr val="1A1A1A"/>
                </a:solidFill>
                <a:latin typeface="Arial"/>
              </a:rPr>
              <a:t>A working wire that carries misread data looks like success.</a:t>
            </a:r>
          </a:p>
        </p:txBody>
      </p:sp>
      <p:sp>
        <p:nvSpPr>
          <p:cNvPr id="4" name="TextBox 3"/>
          <p:cNvSpPr txBox="1"/>
          <p:nvPr/>
        </p:nvSpPr>
        <p:spPr>
          <a:xfrm>
            <a:off x="1005840" y="3611880"/>
            <a:ext cx="10149840" cy="2377440"/>
          </a:xfrm>
          <a:prstGeom prst="rect">
            <a:avLst/>
          </a:prstGeom>
          <a:noFill/>
        </p:spPr>
        <p:txBody>
          <a:bodyPr wrap="square">
            <a:spAutoFit/>
          </a:bodyPr>
          <a:lstStyle/>
          <a:p>
            <a:pPr>
              <a:spcAft>
                <a:spcPts val="800"/>
              </a:spcAft>
            </a:pPr>
            <a:r>
              <a:rPr sz="1700" b="0" i="0">
                <a:solidFill>
                  <a:srgbClr val="595959"/>
                </a:solidFill>
                <a:latin typeface="Arial"/>
              </a:rPr>
              <a:t>Meaning is the hardest layer, and the one most projects skip.</a:t>
            </a:r>
          </a:p>
          <a:p>
            <a:pPr>
              <a:spcAft>
                <a:spcPts val="800"/>
              </a:spcAft>
            </a:pPr>
            <a:r>
              <a:rPr sz="1700" b="0" i="0">
                <a:solidFill>
                  <a:srgbClr val="595959"/>
                </a:solidFill>
                <a:latin typeface="Arial"/>
              </a:rPr>
              <a:t>A semantic map makes it tractable — and AI drafts the first version.</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4.4 · Generate the semantic map</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A semantic map sets out five things for one exchange</a:t>
            </a:r>
          </a:p>
        </p:txBody>
      </p:sp>
      <p:sp>
        <p:nvSpPr>
          <p:cNvPr id="4" name="Oval 3"/>
          <p:cNvSpPr/>
          <p:nvPr/>
        </p:nvSpPr>
        <p:spPr>
          <a:xfrm>
            <a:off x="621792" y="1508760"/>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1</a:t>
            </a:r>
          </a:p>
        </p:txBody>
      </p:sp>
      <p:sp>
        <p:nvSpPr>
          <p:cNvPr id="5" name="TextBox 4"/>
          <p:cNvSpPr txBox="1"/>
          <p:nvPr/>
        </p:nvSpPr>
        <p:spPr>
          <a:xfrm>
            <a:off x="1115568" y="1463040"/>
            <a:ext cx="10527487" cy="886968"/>
          </a:xfrm>
          <a:prstGeom prst="rect">
            <a:avLst/>
          </a:prstGeom>
          <a:noFill/>
        </p:spPr>
        <p:txBody>
          <a:bodyPr wrap="square">
            <a:spAutoFit/>
          </a:bodyPr>
          <a:lstStyle/>
          <a:p>
            <a:pPr>
              <a:spcAft>
                <a:spcPts val="300"/>
              </a:spcAft>
            </a:pPr>
            <a:r>
              <a:rPr sz="1900" b="1" i="0">
                <a:solidFill>
                  <a:srgbClr val="1A1A1A"/>
                </a:solidFill>
                <a:latin typeface="Arial"/>
              </a:rPr>
              <a:t>The entities</a:t>
            </a:r>
          </a:p>
          <a:p>
            <a:pPr>
              <a:spcAft>
                <a:spcPts val="300"/>
              </a:spcAft>
            </a:pPr>
            <a:r>
              <a:rPr sz="1550" b="0" i="0">
                <a:solidFill>
                  <a:srgbClr val="595959"/>
                </a:solidFill>
                <a:latin typeface="Arial"/>
              </a:rPr>
              <a:t>A learner, a school.</a:t>
            </a:r>
          </a:p>
        </p:txBody>
      </p:sp>
      <p:sp>
        <p:nvSpPr>
          <p:cNvPr id="6" name="Rectangle 5"/>
          <p:cNvSpPr/>
          <p:nvPr/>
        </p:nvSpPr>
        <p:spPr>
          <a:xfrm>
            <a:off x="621792" y="2354580"/>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621792" y="2441448"/>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2</a:t>
            </a:r>
          </a:p>
        </p:txBody>
      </p:sp>
      <p:sp>
        <p:nvSpPr>
          <p:cNvPr id="8" name="TextBox 7"/>
          <p:cNvSpPr txBox="1"/>
          <p:nvPr/>
        </p:nvSpPr>
        <p:spPr>
          <a:xfrm>
            <a:off x="1115568" y="2395728"/>
            <a:ext cx="10527487" cy="886968"/>
          </a:xfrm>
          <a:prstGeom prst="rect">
            <a:avLst/>
          </a:prstGeom>
          <a:noFill/>
        </p:spPr>
        <p:txBody>
          <a:bodyPr wrap="square">
            <a:spAutoFit/>
          </a:bodyPr>
          <a:lstStyle/>
          <a:p>
            <a:pPr>
              <a:spcAft>
                <a:spcPts val="300"/>
              </a:spcAft>
            </a:pPr>
            <a:r>
              <a:rPr sz="1900" b="1" i="0">
                <a:solidFill>
                  <a:srgbClr val="1A1A1A"/>
                </a:solidFill>
                <a:latin typeface="Arial"/>
              </a:rPr>
              <a:t>Their fields</a:t>
            </a:r>
          </a:p>
          <a:p>
            <a:pPr>
              <a:spcAft>
                <a:spcPts val="300"/>
              </a:spcAft>
            </a:pPr>
            <a:r>
              <a:rPr sz="1550" b="0" i="0">
                <a:solidFill>
                  <a:srgbClr val="595959"/>
                </a:solidFill>
                <a:latin typeface="Arial"/>
              </a:rPr>
              <a:t>Name, date of birth, enrolment status.</a:t>
            </a:r>
          </a:p>
        </p:txBody>
      </p:sp>
      <p:sp>
        <p:nvSpPr>
          <p:cNvPr id="9" name="Rectangle 8"/>
          <p:cNvSpPr/>
          <p:nvPr/>
        </p:nvSpPr>
        <p:spPr>
          <a:xfrm>
            <a:off x="621792" y="3287268"/>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21792" y="3374136"/>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3</a:t>
            </a:r>
          </a:p>
        </p:txBody>
      </p:sp>
      <p:sp>
        <p:nvSpPr>
          <p:cNvPr id="11" name="TextBox 10"/>
          <p:cNvSpPr txBox="1"/>
          <p:nvPr/>
        </p:nvSpPr>
        <p:spPr>
          <a:xfrm>
            <a:off x="1115568" y="3328416"/>
            <a:ext cx="10527487" cy="886968"/>
          </a:xfrm>
          <a:prstGeom prst="rect">
            <a:avLst/>
          </a:prstGeom>
          <a:noFill/>
        </p:spPr>
        <p:txBody>
          <a:bodyPr wrap="square">
            <a:spAutoFit/>
          </a:bodyPr>
          <a:lstStyle/>
          <a:p>
            <a:pPr>
              <a:spcAft>
                <a:spcPts val="300"/>
              </a:spcAft>
            </a:pPr>
            <a:r>
              <a:rPr sz="1900" b="1" i="0">
                <a:solidFill>
                  <a:srgbClr val="1A1A1A"/>
                </a:solidFill>
                <a:latin typeface="Arial"/>
              </a:rPr>
              <a:t>The code lists</a:t>
            </a:r>
          </a:p>
          <a:p>
            <a:pPr>
              <a:spcAft>
                <a:spcPts val="300"/>
              </a:spcAft>
            </a:pPr>
            <a:r>
              <a:rPr sz="1550" b="0" i="0">
                <a:solidFill>
                  <a:srgbClr val="595959"/>
                </a:solidFill>
                <a:latin typeface="Arial"/>
              </a:rPr>
              <a:t>The allowed values — one agency's "active" may be another's "enrolled".</a:t>
            </a:r>
          </a:p>
        </p:txBody>
      </p:sp>
      <p:sp>
        <p:nvSpPr>
          <p:cNvPr id="12" name="Rectangle 11"/>
          <p:cNvSpPr/>
          <p:nvPr/>
        </p:nvSpPr>
        <p:spPr>
          <a:xfrm>
            <a:off x="621792" y="4219956"/>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21792" y="4306824"/>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4</a:t>
            </a:r>
          </a:p>
        </p:txBody>
      </p:sp>
      <p:sp>
        <p:nvSpPr>
          <p:cNvPr id="14" name="TextBox 13"/>
          <p:cNvSpPr txBox="1"/>
          <p:nvPr/>
        </p:nvSpPr>
        <p:spPr>
          <a:xfrm>
            <a:off x="1115568" y="4261104"/>
            <a:ext cx="10527487" cy="886968"/>
          </a:xfrm>
          <a:prstGeom prst="rect">
            <a:avLst/>
          </a:prstGeom>
          <a:noFill/>
        </p:spPr>
        <p:txBody>
          <a:bodyPr wrap="square">
            <a:spAutoFit/>
          </a:bodyPr>
          <a:lstStyle/>
          <a:p>
            <a:pPr>
              <a:spcAft>
                <a:spcPts val="300"/>
              </a:spcAft>
            </a:pPr>
            <a:r>
              <a:rPr sz="1900" b="1" i="0">
                <a:solidFill>
                  <a:srgbClr val="1A1A1A"/>
                </a:solidFill>
                <a:latin typeface="Arial"/>
              </a:rPr>
              <a:t>The identifier</a:t>
            </a:r>
          </a:p>
          <a:p>
            <a:pPr>
              <a:spcAft>
                <a:spcPts val="300"/>
              </a:spcAft>
            </a:pPr>
            <a:r>
              <a:rPr sz="1550" b="0" i="0">
                <a:solidFill>
                  <a:srgbClr val="595959"/>
                </a:solidFill>
                <a:latin typeface="Arial"/>
              </a:rPr>
              <a:t>Which key links the same learner across two agencies.</a:t>
            </a:r>
          </a:p>
        </p:txBody>
      </p:sp>
      <p:sp>
        <p:nvSpPr>
          <p:cNvPr id="15" name="Rectangle 14"/>
          <p:cNvSpPr/>
          <p:nvPr/>
        </p:nvSpPr>
        <p:spPr>
          <a:xfrm>
            <a:off x="621792" y="5152644"/>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621792" y="5239512"/>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5</a:t>
            </a:r>
          </a:p>
        </p:txBody>
      </p:sp>
      <p:sp>
        <p:nvSpPr>
          <p:cNvPr id="17" name="TextBox 16"/>
          <p:cNvSpPr txBox="1"/>
          <p:nvPr/>
        </p:nvSpPr>
        <p:spPr>
          <a:xfrm>
            <a:off x="1115568" y="5193792"/>
            <a:ext cx="10527487" cy="886968"/>
          </a:xfrm>
          <a:prstGeom prst="rect">
            <a:avLst/>
          </a:prstGeom>
          <a:noFill/>
        </p:spPr>
        <p:txBody>
          <a:bodyPr wrap="square">
            <a:spAutoFit/>
          </a:bodyPr>
          <a:lstStyle/>
          <a:p>
            <a:pPr>
              <a:spcAft>
                <a:spcPts val="300"/>
              </a:spcAft>
            </a:pPr>
            <a:r>
              <a:rPr sz="1900" b="1" i="0">
                <a:solidFill>
                  <a:srgbClr val="1A1A1A"/>
                </a:solidFill>
                <a:latin typeface="Arial"/>
              </a:rPr>
              <a:t>The mapping</a:t>
            </a:r>
          </a:p>
          <a:p>
            <a:pPr>
              <a:spcAft>
                <a:spcPts val="300"/>
              </a:spcAft>
            </a:pPr>
            <a:r>
              <a:rPr sz="1550" b="0" i="0">
                <a:solidFill>
                  <a:srgbClr val="595959"/>
                </a:solidFill>
                <a:latin typeface="Arial"/>
              </a:rPr>
              <a:t>Each agency's terms reconciled to one shared definition.</a:t>
            </a:r>
          </a:p>
        </p:txBody>
      </p:sp>
      <p:sp>
        <p:nvSpPr>
          <p:cNvPr id="18" name="TextBox 17"/>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4.4 · Generate the semantic map</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For education, much of the meaning is already published</a:t>
            </a:r>
          </a:p>
        </p:txBody>
      </p:sp>
      <p:sp>
        <p:nvSpPr>
          <p:cNvPr id="4" name="TextBox 3"/>
          <p:cNvSpPr txBox="1"/>
          <p:nvPr/>
        </p:nvSpPr>
        <p:spPr>
          <a:xfrm>
            <a:off x="658368" y="1463040"/>
            <a:ext cx="10984687" cy="1386839"/>
          </a:xfrm>
          <a:prstGeom prst="rect">
            <a:avLst/>
          </a:prstGeom>
          <a:noFill/>
        </p:spPr>
        <p:txBody>
          <a:bodyPr wrap="square">
            <a:spAutoFit/>
          </a:bodyPr>
          <a:lstStyle/>
          <a:p>
            <a:pPr>
              <a:spcAft>
                <a:spcPts val="300"/>
              </a:spcAft>
            </a:pPr>
            <a:r>
              <a:rPr sz="1900" b="1" i="0">
                <a:solidFill>
                  <a:srgbClr val="1A1A1A"/>
                </a:solidFill>
                <a:latin typeface="Arial"/>
              </a:rPr>
              <a:t>OneRoster</a:t>
            </a:r>
          </a:p>
          <a:p>
            <a:pPr>
              <a:spcAft>
                <a:spcPts val="300"/>
              </a:spcAft>
            </a:pPr>
            <a:r>
              <a:rPr sz="1550" b="0" i="0">
                <a:solidFill>
                  <a:srgbClr val="595959"/>
                </a:solidFill>
                <a:latin typeface="Arial"/>
              </a:rPr>
              <a:t>Rostering and enrolment data.</a:t>
            </a:r>
          </a:p>
        </p:txBody>
      </p:sp>
      <p:sp>
        <p:nvSpPr>
          <p:cNvPr id="5" name="Rectangle 4"/>
          <p:cNvSpPr/>
          <p:nvPr/>
        </p:nvSpPr>
        <p:spPr>
          <a:xfrm>
            <a:off x="621792" y="285445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895600"/>
            <a:ext cx="10984687" cy="1386839"/>
          </a:xfrm>
          <a:prstGeom prst="rect">
            <a:avLst/>
          </a:prstGeom>
          <a:noFill/>
        </p:spPr>
        <p:txBody>
          <a:bodyPr wrap="square">
            <a:spAutoFit/>
          </a:bodyPr>
          <a:lstStyle/>
          <a:p>
            <a:pPr>
              <a:spcAft>
                <a:spcPts val="300"/>
              </a:spcAft>
            </a:pPr>
            <a:r>
              <a:rPr sz="1900" b="1" i="0">
                <a:solidFill>
                  <a:srgbClr val="1A1A1A"/>
                </a:solidFill>
                <a:latin typeface="Arial"/>
              </a:rPr>
              <a:t>CEDS</a:t>
            </a:r>
          </a:p>
          <a:p>
            <a:pPr>
              <a:spcAft>
                <a:spcPts val="300"/>
              </a:spcAft>
            </a:pPr>
            <a:r>
              <a:rPr sz="1550" b="0" i="0">
                <a:solidFill>
                  <a:srgbClr val="595959"/>
                </a:solidFill>
                <a:latin typeface="Arial"/>
              </a:rPr>
              <a:t>A common vocabulary of education data elements.</a:t>
            </a:r>
          </a:p>
        </p:txBody>
      </p:sp>
      <p:sp>
        <p:nvSpPr>
          <p:cNvPr id="7" name="Rectangle 6"/>
          <p:cNvSpPr/>
          <p:nvPr/>
        </p:nvSpPr>
        <p:spPr>
          <a:xfrm>
            <a:off x="621792" y="4287011"/>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4328159"/>
            <a:ext cx="10984687" cy="1386839"/>
          </a:xfrm>
          <a:prstGeom prst="rect">
            <a:avLst/>
          </a:prstGeom>
          <a:noFill/>
        </p:spPr>
        <p:txBody>
          <a:bodyPr wrap="square">
            <a:spAutoFit/>
          </a:bodyPr>
          <a:lstStyle/>
          <a:p>
            <a:pPr>
              <a:spcAft>
                <a:spcPts val="300"/>
              </a:spcAft>
            </a:pPr>
            <a:r>
              <a:rPr sz="1900" b="1" i="0">
                <a:solidFill>
                  <a:srgbClr val="1A1A1A"/>
                </a:solidFill>
                <a:latin typeface="Arial"/>
              </a:rPr>
              <a:t>ISO/IEC 11179 and W3C Verifiable Credentials</a:t>
            </a:r>
          </a:p>
          <a:p>
            <a:pPr>
              <a:spcAft>
                <a:spcPts val="300"/>
              </a:spcAft>
            </a:pPr>
            <a:r>
              <a:rPr sz="1550" b="0" i="0">
                <a:solidFill>
                  <a:srgbClr val="595959"/>
                </a:solidFill>
                <a:latin typeface="Arial"/>
              </a:rPr>
              <a:t>Describing each data element precisely; the credential case.</a:t>
            </a:r>
          </a:p>
        </p:txBody>
      </p:sp>
      <p:sp>
        <p:nvSpPr>
          <p:cNvPr id="9" name="TextBox 8"/>
          <p:cNvSpPr txBox="1"/>
          <p:nvPr/>
        </p:nvSpPr>
        <p:spPr>
          <a:xfrm>
            <a:off x="658368" y="5870448"/>
            <a:ext cx="10881360" cy="548640"/>
          </a:xfrm>
          <a:prstGeom prst="rect">
            <a:avLst/>
          </a:prstGeom>
          <a:noFill/>
        </p:spPr>
        <p:txBody>
          <a:bodyPr wrap="square">
            <a:spAutoFit/>
          </a:bodyPr>
          <a:lstStyle/>
          <a:p>
            <a:r>
              <a:rPr sz="1550" b="1" i="0">
                <a:solidFill>
                  <a:srgbClr val="006E96"/>
                </a:solidFill>
                <a:latin typeface="Arial"/>
              </a:rPr>
              <a:t>Map your agencies' fields onto these — do not start from a blank page.</a:t>
            </a:r>
          </a:p>
        </p:txBody>
      </p:sp>
      <p:sp>
        <p:nvSpPr>
          <p:cNvPr id="10" name="TextBox 9"/>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4.4 · Generate the semantic map</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Meaning is a business decision, written precisely enough for systems</a:t>
            </a:r>
          </a:p>
        </p:txBody>
      </p:sp>
      <p:sp>
        <p:nvSpPr>
          <p:cNvPr id="4" name="TextBox 3"/>
          <p:cNvSpPr txBox="1"/>
          <p:nvPr/>
        </p:nvSpPr>
        <p:spPr>
          <a:xfrm>
            <a:off x="658368" y="1600200"/>
            <a:ext cx="10881360" cy="2194560"/>
          </a:xfrm>
          <a:prstGeom prst="rect">
            <a:avLst/>
          </a:prstGeom>
          <a:noFill/>
        </p:spPr>
        <p:txBody>
          <a:bodyPr wrap="square">
            <a:spAutoFit/>
          </a:bodyPr>
          <a:lstStyle/>
          <a:p>
            <a:pPr>
              <a:spcAft>
                <a:spcPts val="1200"/>
              </a:spcAft>
            </a:pPr>
            <a:r>
              <a:rPr sz="2000" b="0" i="0">
                <a:solidFill>
                  <a:srgbClr val="1A1A1A"/>
                </a:solidFill>
                <a:latin typeface="Arial"/>
              </a:rPr>
              <a:t>Whether "enrolment" means the same to the examination authority and the learner registry is decided by the data owners.</a:t>
            </a:r>
          </a:p>
          <a:p>
            <a:pPr>
              <a:spcAft>
                <a:spcPts val="1200"/>
              </a:spcAft>
            </a:pPr>
            <a:r>
              <a:rPr sz="2000" b="0" i="0">
                <a:solidFill>
                  <a:srgbClr val="1A1A1A"/>
                </a:solidFill>
                <a:latin typeface="Arial"/>
              </a:rPr>
              <a:t>The semantic map is that shared language — agreed once, reused by every exchange.</a:t>
            </a:r>
          </a:p>
        </p:txBody>
      </p:sp>
      <p:sp>
        <p:nvSpPr>
          <p:cNvPr id="5" name="Rounded Rectangle 4"/>
          <p:cNvSpPr/>
          <p:nvPr/>
        </p:nvSpPr>
        <p:spPr>
          <a:xfrm>
            <a:off x="658368" y="3977639"/>
            <a:ext cx="10881360" cy="132588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59536" y="4169663"/>
            <a:ext cx="10479024" cy="1051560"/>
          </a:xfrm>
          <a:prstGeom prst="rect">
            <a:avLst/>
          </a:prstGeom>
          <a:noFill/>
        </p:spPr>
        <p:txBody>
          <a:bodyPr wrap="square">
            <a:spAutoFit/>
          </a:bodyPr>
          <a:lstStyle/>
          <a:p>
            <a:pPr>
              <a:spcAft>
                <a:spcPts val="700"/>
              </a:spcAft>
            </a:pPr>
            <a:r>
              <a:rPr sz="2300" b="1" i="0">
                <a:solidFill>
                  <a:srgbClr val="006E96"/>
                </a:solidFill>
                <a:latin typeface="Arial"/>
              </a:rPr>
              <a:t>Where the people who own the data and the architects who move it agree, once.</a:t>
            </a:r>
          </a:p>
        </p:txBody>
      </p:sp>
      <p:sp>
        <p:nvSpPr>
          <p:cNvPr id="7" name="TextBox 6"/>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4.4 · Generate the semantic map</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Generate fast, confirm against the registries carefully</a:t>
            </a:r>
          </a:p>
        </p:txBody>
      </p:sp>
      <p:sp>
        <p:nvSpPr>
          <p:cNvPr id="4" name="Rounded Rectangle 3"/>
          <p:cNvSpPr/>
          <p:nvPr/>
        </p:nvSpPr>
        <p:spPr>
          <a:xfrm>
            <a:off x="658368" y="1554480"/>
            <a:ext cx="5394960" cy="292608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59536" y="1700784"/>
            <a:ext cx="4992624" cy="2651760"/>
          </a:xfrm>
          <a:prstGeom prst="rect">
            <a:avLst/>
          </a:prstGeom>
          <a:noFill/>
        </p:spPr>
        <p:txBody>
          <a:bodyPr wrap="square">
            <a:spAutoFit/>
          </a:bodyPr>
          <a:lstStyle/>
          <a:p>
            <a:pPr>
              <a:spcAft>
                <a:spcPts val="700"/>
              </a:spcAft>
            </a:pPr>
            <a:r>
              <a:rPr sz="1900" b="1" i="0">
                <a:solidFill>
                  <a:srgbClr val="006E96"/>
                </a:solidFill>
                <a:latin typeface="Arial"/>
              </a:rPr>
              <a:t>THE AI PROMPT — NINETY PER CENT</a:t>
            </a:r>
          </a:p>
          <a:p>
            <a:pPr>
              <a:spcAft>
                <a:spcPts val="700"/>
              </a:spcAft>
            </a:pPr>
            <a:r>
              <a:rPr sz="1600" b="0" i="0">
                <a:solidFill>
                  <a:srgbClr val="1A1A1A"/>
                </a:solidFill>
                <a:latin typeface="Arial"/>
              </a:rPr>
              <a:t>Give Claude the published vocabulary and both field lists.</a:t>
            </a:r>
          </a:p>
          <a:p>
            <a:pPr>
              <a:spcAft>
                <a:spcPts val="700"/>
              </a:spcAft>
            </a:pPr>
            <a:r>
              <a:rPr sz="1600" b="0" i="0">
                <a:solidFill>
                  <a:srgbClr val="1A1A1A"/>
                </a:solidFill>
                <a:latin typeface="Arial"/>
              </a:rPr>
              <a:t>It drafts the mapping, the code-list translations and the identifier.</a:t>
            </a:r>
          </a:p>
        </p:txBody>
      </p:sp>
      <p:sp>
        <p:nvSpPr>
          <p:cNvPr id="6" name="Rounded Rectangle 5"/>
          <p:cNvSpPr/>
          <p:nvPr/>
        </p:nvSpPr>
        <p:spPr>
          <a:xfrm>
            <a:off x="6263640" y="1554480"/>
            <a:ext cx="5394960" cy="2926080"/>
          </a:xfrm>
          <a:prstGeom prst="roundRect">
            <a:avLst>
              <a:gd name="adj" fmla="val 45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64808" y="1700784"/>
            <a:ext cx="4992624" cy="2651760"/>
          </a:xfrm>
          <a:prstGeom prst="rect">
            <a:avLst/>
          </a:prstGeom>
          <a:noFill/>
        </p:spPr>
        <p:txBody>
          <a:bodyPr wrap="square">
            <a:spAutoFit/>
          </a:bodyPr>
          <a:lstStyle/>
          <a:p>
            <a:pPr>
              <a:spcAft>
                <a:spcPts val="700"/>
              </a:spcAft>
            </a:pPr>
            <a:r>
              <a:rPr sz="1900" b="1" i="0">
                <a:solidFill>
                  <a:srgbClr val="006E96"/>
                </a:solidFill>
                <a:latin typeface="Arial"/>
              </a:rPr>
              <a:t>YOU — THE ESSENTIAL TEN</a:t>
            </a:r>
          </a:p>
          <a:p>
            <a:pPr>
              <a:spcAft>
                <a:spcPts val="700"/>
              </a:spcAft>
            </a:pPr>
            <a:r>
              <a:rPr sz="1600" b="0" i="0">
                <a:solidFill>
                  <a:srgbClr val="1A1A1A"/>
                </a:solidFill>
                <a:latin typeface="Arial"/>
              </a:rPr>
              <a:t>Every identifier and code value is a [confirm].</a:t>
            </a:r>
          </a:p>
          <a:p>
            <a:pPr>
              <a:spcAft>
                <a:spcPts val="700"/>
              </a:spcAft>
            </a:pPr>
            <a:r>
              <a:rPr sz="1600" b="0" i="0">
                <a:solidFill>
                  <a:srgbClr val="1A1A1A"/>
                </a:solidFill>
                <a:latin typeface="Arial"/>
              </a:rPr>
              <a:t>Check each against the real registries.</a:t>
            </a:r>
          </a:p>
        </p:txBody>
      </p:sp>
      <p:sp>
        <p:nvSpPr>
          <p:cNvPr id="8" name="TextBox 7"/>
          <p:cNvSpPr txBox="1"/>
          <p:nvPr/>
        </p:nvSpPr>
        <p:spPr>
          <a:xfrm>
            <a:off x="658368" y="4663440"/>
            <a:ext cx="10881360" cy="548640"/>
          </a:xfrm>
          <a:prstGeom prst="rect">
            <a:avLst/>
          </a:prstGeom>
          <a:noFill/>
        </p:spPr>
        <p:txBody>
          <a:bodyPr wrap="square">
            <a:spAutoFit/>
          </a:bodyPr>
          <a:lstStyle/>
          <a:p>
            <a:r>
              <a:rPr sz="1550" b="1" i="0">
                <a:solidFill>
                  <a:srgbClr val="006E96"/>
                </a:solidFill>
                <a:latin typeface="Arial"/>
              </a:rPr>
              <a:t>Wrong here means a learner's records silently merged with someone else's.</a:t>
            </a:r>
          </a:p>
        </p:txBody>
      </p:sp>
      <p:sp>
        <p:nvSpPr>
          <p:cNvPr id="9" name="TextBox 8"/>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4.4 · Generate the semantic map</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2103120"/>
            <a:ext cx="10149840" cy="2377440"/>
          </a:xfrm>
          <a:prstGeom prst="rect">
            <a:avLst/>
          </a:prstGeom>
          <a:noFill/>
        </p:spPr>
        <p:txBody>
          <a:bodyPr wrap="square">
            <a:spAutoFit/>
          </a:bodyPr>
          <a:lstStyle/>
          <a:p>
            <a:r>
              <a:rPr sz="3000" b="1" i="0">
                <a:solidFill>
                  <a:srgbClr val="1A1A1A"/>
                </a:solidFill>
                <a:latin typeface="Arial"/>
              </a:rPr>
              <a:t>A semantic map is the shared meaning of an exchange — drafted by AI from the published vocabularies, confirmed against the real registries.</a:t>
            </a:r>
          </a:p>
        </p:txBody>
      </p:sp>
      <p:sp>
        <p:nvSpPr>
          <p:cNvPr id="3" name="TextBox 2"/>
          <p:cNvSpPr txBox="1"/>
          <p:nvPr/>
        </p:nvSpPr>
        <p:spPr>
          <a:xfrm>
            <a:off x="1005840" y="1554480"/>
            <a:ext cx="5486400" cy="365760"/>
          </a:xfrm>
          <a:prstGeom prst="rect">
            <a:avLst/>
          </a:prstGeom>
          <a:noFill/>
        </p:spPr>
        <p:txBody>
          <a:bodyPr wrap="square">
            <a:spAutoFit/>
          </a:bodyPr>
          <a:lstStyle/>
          <a:p>
            <a:r>
              <a:rPr sz="1200" b="1" i="0">
                <a:solidFill>
                  <a:srgbClr val="006E96"/>
                </a:solidFill>
                <a:latin typeface="Arial"/>
              </a:rPr>
              <a:t>IN ONE SENTENCE</a:t>
            </a:r>
          </a:p>
        </p:txBody>
      </p:sp>
      <p:sp>
        <p:nvSpPr>
          <p:cNvPr id="4" name="Rounded Rectangle 3"/>
          <p:cNvSpPr/>
          <p:nvPr/>
        </p:nvSpPr>
        <p:spPr>
          <a:xfrm>
            <a:off x="658368" y="4709160"/>
            <a:ext cx="10881360" cy="1554480"/>
          </a:xfrm>
          <a:prstGeom prst="roundRect">
            <a:avLst>
              <a:gd name="adj" fmla="val 4500"/>
            </a:avLst>
          </a:prstGeom>
          <a:solidFill>
            <a:srgbClr val="FFFFFF"/>
          </a:solidFill>
          <a:ln w="9525">
            <a:solidFill>
              <a:srgbClr val="009C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09728" bIns="109728">
            <a:noAutofit/>
          </a:bodyPr>
          <a:lstStyle/>
          <a:p>
            <a:pPr algn="l">
              <a:spcAft>
                <a:spcPts val="400"/>
              </a:spcAft>
            </a:pPr>
            <a:r>
              <a:rPr sz="1800" b="1" i="0">
                <a:solidFill>
                  <a:srgbClr val="006E96"/>
                </a:solidFill>
                <a:latin typeface="Arial"/>
              </a:rPr>
              <a:t>Do this on your own sector. </a:t>
            </a:r>
            <a:r>
              <a:rPr sz="1800" b="1" i="0">
                <a:solidFill>
                  <a:srgbClr val="1A1A1A"/>
                </a:solidFill>
                <a:latin typeface="Arial"/>
              </a:rPr>
              <a:t>Generate a semantic map for an exchange.</a:t>
            </a:r>
          </a:p>
          <a:p>
            <a:pPr algn="l">
              <a:spcAft>
                <a:spcPts val="400"/>
              </a:spcAft>
            </a:pPr>
            <a:r>
              <a:rPr sz="1800" b="0" i="0">
                <a:solidFill>
                  <a:srgbClr val="595959"/>
                </a:solidFill>
                <a:latin typeface="Arial"/>
              </a:rPr>
              <a:t>The prompt in the companion material gives you a semantic map with [confirm] placeholders for identifiers and code values. Before the next video.</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4.4 · Generate the semantic map</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Sources</a:t>
            </a:r>
          </a:p>
        </p:txBody>
      </p:sp>
      <p:sp>
        <p:nvSpPr>
          <p:cNvPr id="4" name="TextBox 3"/>
          <p:cNvSpPr txBox="1"/>
          <p:nvPr/>
        </p:nvSpPr>
        <p:spPr>
          <a:xfrm>
            <a:off x="658368" y="1554480"/>
            <a:ext cx="10789920" cy="3840480"/>
          </a:xfrm>
          <a:prstGeom prst="rect">
            <a:avLst/>
          </a:prstGeom>
          <a:noFill/>
        </p:spPr>
        <p:txBody>
          <a:bodyPr wrap="square">
            <a:spAutoFit/>
          </a:bodyPr>
          <a:lstStyle/>
          <a:p>
            <a:pPr>
              <a:spcAft>
                <a:spcPts val="1200"/>
              </a:spcAft>
            </a:pPr>
            <a:r>
              <a:rPr sz="1700" b="0" i="0">
                <a:solidFill>
                  <a:srgbClr val="1A1A1A"/>
                </a:solidFill>
                <a:latin typeface="Arial"/>
              </a:rPr>
              <a:t>•  ISO/IEC 11179; JSON-LD; W3C Verifiable Credentials</a:t>
            </a:r>
          </a:p>
          <a:p>
            <a:pPr>
              <a:spcAft>
                <a:spcPts val="1200"/>
              </a:spcAft>
            </a:pPr>
            <a:r>
              <a:rPr sz="1700" b="0" i="0">
                <a:solidFill>
                  <a:srgbClr val="1A1A1A"/>
                </a:solidFill>
                <a:latin typeface="Arial"/>
              </a:rPr>
              <a:t>•  OneRoster (1EdTech); CEDS</a:t>
            </a:r>
          </a:p>
          <a:p>
            <a:pPr>
              <a:spcAft>
                <a:spcPts val="1200"/>
              </a:spcAft>
            </a:pPr>
            <a:r>
              <a:rPr sz="1700" b="0" i="0">
                <a:solidFill>
                  <a:srgbClr val="1A1A1A"/>
                </a:solidFill>
                <a:latin typeface="Arial"/>
              </a:rPr>
              <a:t>•  EU European Interoperability Framework — semantic layer</a:t>
            </a:r>
          </a:p>
        </p:txBody>
      </p:sp>
      <p:sp>
        <p:nvSpPr>
          <p:cNvPr id="5" name="TextBox 4"/>
          <p:cNvSpPr txBox="1"/>
          <p:nvPr/>
        </p:nvSpPr>
        <p:spPr>
          <a:xfrm>
            <a:off x="658368" y="5806440"/>
            <a:ext cx="10789920" cy="457200"/>
          </a:xfrm>
          <a:prstGeom prst="rect">
            <a:avLst/>
          </a:prstGeom>
          <a:noFill/>
        </p:spPr>
        <p:txBody>
          <a:bodyPr wrap="square">
            <a:spAutoFit/>
          </a:bodyPr>
          <a:lstStyle/>
          <a:p>
            <a:r>
              <a:rPr sz="1400" b="1" i="0">
                <a:solidFill>
                  <a:srgbClr val="006E96"/>
                </a:solidFill>
                <a:latin typeface="Arial"/>
              </a:rPr>
              <a:t>Find the link in the description.</a:t>
            </a:r>
          </a:p>
        </p:txBody>
      </p:sp>
      <p:sp>
        <p:nvSpPr>
          <p:cNvPr id="6" name="TextBox 5"/>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4.4 · Generate the semantic map</a:t>
            </a:r>
          </a:p>
        </p:txBody>
      </p:sp>
    </p:spTree>
  </p:cSld>
  <p:clrMapOvr>
    <a:masterClrMapping/>
  </p:clrMapOvr>
</p:sld>
</file>

<file path=ppt/theme/theme1.xml><?xml version="1.0" encoding="utf-8"?>
<a:theme xmlns:a="http://schemas.openxmlformats.org/drawingml/2006/main" name="ITU Theme - White bg">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0000"/>
      </a:hlink>
      <a:folHlink>
        <a:srgbClr val="757070"/>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A0500DBE-3369-4A4A-B28D-9AE5003E2570}"/>
    </a:ext>
  </a:extLst>
</a:theme>
</file>

<file path=ppt/theme/theme2.xml><?xml version="1.0" encoding="utf-8"?>
<a:theme xmlns:a="http://schemas.openxmlformats.org/drawingml/2006/main" name="Big text">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EA5A528F-177A-4F34-B410-08836428AF20}"/>
    </a:ext>
  </a:extLst>
</a:theme>
</file>

<file path=ppt/theme/theme3.xml><?xml version="1.0" encoding="utf-8"?>
<a:theme xmlns:a="http://schemas.openxmlformats.org/drawingml/2006/main" name="Quote Slide">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B0771621-B97B-4C13-9C8D-7F1D735791AC}"/>
    </a:ext>
  </a:extLst>
</a:theme>
</file>

<file path=ppt/theme/theme4.xml><?xml version="1.0" encoding="utf-8"?>
<a:theme xmlns:a="http://schemas.openxmlformats.org/drawingml/2006/main" name="ITU Theme light blue bg">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D1ECFA71-5D53-4A3F-BEBD-1C69573B5224}"/>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ed7f0f61-51dd-499b-8f04-7c837a526382">
      <Terms xmlns="http://schemas.microsoft.com/office/infopath/2007/PartnerControls"/>
    </lcf76f155ced4ddcb4097134ff3c332f>
    <TaxCatchAll xmlns="ab90e5c9-10d8-4476-84ba-6005a25f4984"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53A3A08329EEE04EB33D96A577905A26" ma:contentTypeVersion="19" ma:contentTypeDescription="Create a new document." ma:contentTypeScope="" ma:versionID="a8087e2cbe64624dcde6ca4894bfb0b6">
  <xsd:schema xmlns:xsd="http://www.w3.org/2001/XMLSchema" xmlns:xs="http://www.w3.org/2001/XMLSchema" xmlns:p="http://schemas.microsoft.com/office/2006/metadata/properties" xmlns:ns2="ed7f0f61-51dd-499b-8f04-7c837a526382" xmlns:ns3="ab90e5c9-10d8-4476-84ba-6005a25f4984" targetNamespace="http://schemas.microsoft.com/office/2006/metadata/properties" ma:root="true" ma:fieldsID="2701f39123c6a01fbf026076f5c6add9" ns2:_="" ns3:_="">
    <xsd:import namespace="ed7f0f61-51dd-499b-8f04-7c837a526382"/>
    <xsd:import namespace="ab90e5c9-10d8-4476-84ba-6005a25f4984"/>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3:SharedWithUsers" minOccurs="0"/>
                <xsd:element ref="ns3:SharedWithDetails" minOccurs="0"/>
                <xsd:element ref="ns2:MediaServiceDateTaken" minOccurs="0"/>
                <xsd:element ref="ns2:MediaLengthInSeconds" minOccurs="0"/>
                <xsd:element ref="ns2:MediaServiceAutoTags" minOccurs="0"/>
                <xsd:element ref="ns2:MediaServiceOCR" minOccurs="0"/>
                <xsd:element ref="ns2:MediaServiceGenerationTime" minOccurs="0"/>
                <xsd:element ref="ns2:MediaServiceEventHashCode" minOccurs="0"/>
                <xsd:element ref="ns2:lcf76f155ced4ddcb4097134ff3c332f" minOccurs="0"/>
                <xsd:element ref="ns3:TaxCatchAll" minOccurs="0"/>
                <xsd:element ref="ns2:MediaServiceLocation" minOccurs="0"/>
                <xsd:element ref="ns2:MediaServiceObjectDetectorVersions"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d7f0f61-51dd-499b-8f04-7c837a52638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4" nillable="true" ma:displayName="MediaServiceDateTaken" ma:hidden="true" ma:internalName="MediaServiceDateTaken"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MediaServiceAutoTags" ma:index="16" nillable="true" ma:displayName="Tags" ma:internalName="MediaServiceAutoTags"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lcf76f155ced4ddcb4097134ff3c332f" ma:index="21" nillable="true" ma:taxonomy="true" ma:internalName="lcf76f155ced4ddcb4097134ff3c332f" ma:taxonomyFieldName="MediaServiceImageTags" ma:displayName="Image Tags" ma:readOnly="false" ma:fieldId="{5cf76f15-5ced-4ddc-b409-7134ff3c332f}" ma:taxonomyMulti="true" ma:sspId="0e895586-ec57-4162-862b-45953123501e" ma:termSetId="09814cd3-568e-fe90-9814-8d621ff8fb84" ma:anchorId="fba54fb3-c3e1-fe81-a776-ca4b69148c4d" ma:open="true" ma:isKeyword="false">
      <xsd:complexType>
        <xsd:sequence>
          <xsd:element ref="pc:Terms" minOccurs="0" maxOccurs="1"/>
        </xsd:sequence>
      </xsd:complexType>
    </xsd:element>
    <xsd:element name="MediaServiceLocation" ma:index="23" nillable="true" ma:displayName="Location" ma:indexed="true" ma:internalName="MediaServiceLocation" ma:readOnly="true">
      <xsd:simpleType>
        <xsd:restriction base="dms:Text"/>
      </xsd:simpleType>
    </xsd:element>
    <xsd:element name="MediaServiceObjectDetectorVersions" ma:index="24" nillable="true" ma:displayName="MediaServiceObjectDetectorVersions"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element name="MediaServiceBillingMetadata" ma:index="26"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ab90e5c9-10d8-4476-84ba-6005a25f4984"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22" nillable="true" ma:displayName="Taxonomy Catch All Column" ma:hidden="true" ma:list="{f45fae84-f8a8-4d35-b240-8a5cf95bb259}" ma:internalName="TaxCatchAll" ma:showField="CatchAllData" ma:web="ab90e5c9-10d8-4476-84ba-6005a25f4984">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5F615F30-55BC-4400-8171-49B6C1A1BF75}">
  <ds:schemaRefs>
    <ds:schemaRef ds:uri="http://schemas.microsoft.com/office/2006/metadata/properties"/>
    <ds:schemaRef ds:uri="http://schemas.microsoft.com/office/infopath/2007/PartnerControls"/>
    <ds:schemaRef ds:uri="http://schemas.microsoft.com/sharepoint/v3"/>
    <ds:schemaRef ds:uri="ed7f0f61-51dd-499b-8f04-7c837a526382"/>
    <ds:schemaRef ds:uri="ab90e5c9-10d8-4476-84ba-6005a25f4984"/>
  </ds:schemaRefs>
</ds:datastoreItem>
</file>

<file path=customXml/itemProps2.xml><?xml version="1.0" encoding="utf-8"?>
<ds:datastoreItem xmlns:ds="http://schemas.openxmlformats.org/officeDocument/2006/customXml" ds:itemID="{A48191B6-3A4E-47E8-99A3-94A5982E1B43}">
  <ds:schemaRefs>
    <ds:schemaRef ds:uri="http://schemas.microsoft.com/sharepoint/v3/contenttype/forms"/>
  </ds:schemaRefs>
</ds:datastoreItem>
</file>

<file path=customXml/itemProps3.xml><?xml version="1.0" encoding="utf-8"?>
<ds:datastoreItem xmlns:ds="http://schemas.openxmlformats.org/officeDocument/2006/customXml" ds:itemID="{68C4513F-118C-4668-805A-58D1CE3FDA8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d7f0f61-51dd-499b-8f04-7c837a526382"/>
    <ds:schemaRef ds:uri="ab90e5c9-10d8-4476-84ba-6005a25f498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ITU_Powerpoint_standard_template_16x9__July_2022</Template>
  <TotalTime>462</TotalTime>
  <Words>2240</Words>
  <Application>Microsoft Office PowerPoint</Application>
  <PresentationFormat>Widescreen</PresentationFormat>
  <Paragraphs>473</Paragraphs>
  <Slides>38</Slides>
  <Notes>20</Notes>
  <HiddenSlides>0</HiddenSlides>
  <MMClips>0</MMClips>
  <ScaleCrop>false</ScaleCrop>
  <HeadingPairs>
    <vt:vector size="6" baseType="variant">
      <vt:variant>
        <vt:lpstr>Fonts Used</vt:lpstr>
      </vt:variant>
      <vt:variant>
        <vt:i4>6</vt:i4>
      </vt:variant>
      <vt:variant>
        <vt:lpstr>Theme</vt:lpstr>
      </vt:variant>
      <vt:variant>
        <vt:i4>4</vt:i4>
      </vt:variant>
      <vt:variant>
        <vt:lpstr>Slide Titles</vt:lpstr>
      </vt:variant>
      <vt:variant>
        <vt:i4>38</vt:i4>
      </vt:variant>
    </vt:vector>
  </HeadingPairs>
  <TitlesOfParts>
    <vt:vector size="48" baseType="lpstr">
      <vt:lpstr>Arial</vt:lpstr>
      <vt:lpstr>Avenir Next LT Pro</vt:lpstr>
      <vt:lpstr>Calibri</vt:lpstr>
      <vt:lpstr>Georgia</vt:lpstr>
      <vt:lpstr>Lato Light</vt:lpstr>
      <vt:lpstr>Roboto</vt:lpstr>
      <vt:lpstr>ITU Theme - White bg</vt:lpstr>
      <vt:lpstr>Big text</vt:lpstr>
      <vt:lpstr>Quote Slide</vt:lpstr>
      <vt:lpstr>ITU Theme light blue bg</vt:lpstr>
      <vt:lpstr>PowerPoint Presentation</vt:lpstr>
      <vt:lpstr>PowerPoint Presentation</vt:lpstr>
      <vt:lpstr>Slide title text Arial Bold 28pt</vt:lpstr>
      <vt:lpstr>PowerPoint Presentation</vt:lpstr>
      <vt:lpstr>Long slide title  goes here second line here</vt:lpstr>
      <vt:lpstr>Slide title goes here second line of slide title goes here </vt:lpstr>
      <vt:lpstr>Long slide title goes here second line here</vt:lpstr>
      <vt:lpstr>Long slide title goes here second line of slide title here third line goes here</vt:lpstr>
      <vt:lpstr>Long slide title goes here second line of slide title here third line goes here</vt:lpstr>
      <vt:lpstr>Slide title goes here</vt:lpstr>
      <vt:lpstr>PowerPoint Presentation</vt:lpstr>
      <vt:lpstr>Click to add slide title here  </vt:lpstr>
      <vt:lpstr>Click to add slide title here </vt:lpstr>
      <vt:lpstr>PowerPoint Presentation</vt:lpstr>
      <vt:lpstr>PowerPoint Presentation</vt:lpstr>
      <vt:lpstr>PowerPoint Presentation</vt:lpstr>
      <vt:lpstr>PowerPoint Presentation</vt:lpstr>
      <vt:lpstr>Placeholder text for slide title</vt:lpstr>
      <vt:lpstr>Simple table</vt:lpstr>
      <vt:lpstr>PowerPoint Presentation</vt:lpstr>
      <vt:lpstr>Figure 1: Figure title</vt:lpstr>
      <vt:lpstr>Graphics</vt:lpstr>
      <vt:lpstr>PowerPoint Presentation</vt:lpstr>
      <vt:lpstr>PowerPoint Presentation</vt:lpstr>
      <vt:lpstr>PowerPoint Presentation</vt:lpstr>
      <vt:lpstr>PowerPoint Presentation</vt:lpstr>
      <vt:lpstr>PowerPoint Presentation</vt:lpstr>
      <vt:lpstr>Figure Title</vt:lpstr>
      <vt:lpstr>Figure Title</vt:lpstr>
      <vt:lpstr>Figure Title</vt:lpstr>
      <vt:lpstr>Key figures</vt:lpstr>
      <vt:lpstr>PowerPoint Presentation</vt:lpstr>
      <vt:lpstr>Timeline title</vt:lpstr>
      <vt:lpstr>Timeline title</vt:lpstr>
      <vt:lpstr>Timeline title</vt:lpstr>
      <vt:lpstr>PowerPoint Presentation</vt:lpstr>
      <vt:lpstr>ITU Blue</vt:lpstr>
      <vt:lpstr>PowerPoint Presentation</vt:lpstr>
    </vt:vector>
  </TitlesOfParts>
  <Company>ITU</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CHIMA HERNANDEZ, Maria Fernanda</dc:creator>
  <cp:lastModifiedBy>Anselmino, Carolina</cp:lastModifiedBy>
  <cp:revision>1</cp:revision>
  <dcterms:created xsi:type="dcterms:W3CDTF">2026-05-08T11:19:41Z</dcterms:created>
  <dcterms:modified xsi:type="dcterms:W3CDTF">2026-07-22T19:37:40Z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0x01010053A3A08329EEE04EB33D96A577905A26</vt:lpwstr>
  </property>
  <property fmtid="{D5CDD505-2E9C-101B-9397-08002B2CF9AE}" pid="3" name="MediaServiceImageTags">
    <vt:lpwstr/>
  </property>
</Properties>
</file>