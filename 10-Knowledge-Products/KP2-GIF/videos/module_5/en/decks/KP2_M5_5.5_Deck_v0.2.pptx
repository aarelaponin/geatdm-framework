
<file path=[Content_Types].xml><?xml version="1.0" encoding="utf-8"?>
<Types xmlns="http://schemas.openxmlformats.org/package/2006/content-types">
  <Default Extension="jpeg" ContentType="image/jpeg"/>
  <Default Extension="rels" ContentType="application/vnd.openxmlformats-package.relationships+xml"/>
  <Default Extension="xml" ContentType="applicatio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changesInfos/changesInfo1.xml" ContentType="application/vnd.ms-powerpoint.changesinfo+xml"/>
  <Override PartName="/ppt/handoutMasters/handoutMaster1.xml" ContentType="application/vnd.openxmlformats-officedocument.presentationml.handoutMaster+xml"/>
  <Override PartName="/ppt/notesMasters/notesMaster1.xml" ContentType="application/vnd.openxmlformats-officedocument.presentationml.notesMaster+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Masters/slideMaster4.xml" ContentType="application/vnd.openxmlformats-officedocument.presentationml.slideMaster+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theme/theme4.xml" ContentType="application/vnd.openxmlformats-officedocument.theme+xml"/>
  <Override PartName="/ppt/theme/theme5.xml" ContentType="application/vnd.openxmlformats-officedocument.theme+xml"/>
  <Override PartName="/ppt/theme/theme6.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 Id="rId5"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p:sldMasterIdLst>
    <p:sldMasterId id="2147483648" r:id="rId4"/>
    <p:sldMasterId id="2147483709" r:id="rId5"/>
    <p:sldMasterId id="2147483713" r:id="rId6"/>
    <p:sldMasterId id="2147483691" r:id="rId7"/>
  </p:sldMasterIdLst>
  <p:notesMasterIdLst>
    <p:notesMasterId r:id="rId46"/>
  </p:notesMasterIdLst>
  <p:handoutMasterIdLst>
    <p:handoutMasterId r:id="rId47"/>
  </p:handoutMasterIdLst>
  <p:sldIdLst>
    <p:sldId id="2727" r:id="rId14"/>
    <p:sldId id="2728" r:id="rId13"/>
    <p:sldId id="2729" r:id="rId12"/>
    <p:sldId id="2730" r:id="rId11"/>
    <p:sldId id="2731" r:id="rId10"/>
    <p:sldId id="2732" r:id="rId54"/>
    <p:sldId id="2733" r:id="rId55"/>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A6A6A6"/>
    <a:srgbClr val="0083B3"/>
    <a:srgbClr val="9D26FF"/>
    <a:srgbClr val="0076A1"/>
    <a:srgbClr val="FFFFFF"/>
    <a:srgbClr val="009CD6"/>
    <a:srgbClr val="A5A5A5"/>
    <a:srgbClr val="757070"/>
    <a:srgbClr val="6F6F6E"/>
    <a:srgbClr val="F5FAFC"/>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BCBC4942-2EA4-48B8-A075-B5F2ABFFFDF6}" v="10" dt="2026-07-22T19:37:31.024"/>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4995" autoAdjust="0"/>
    <p:restoredTop sz="94660"/>
  </p:normalViewPr>
  <p:slideViewPr>
    <p:cSldViewPr snapToGrid="0">
      <p:cViewPr varScale="1">
        <p:scale>
          <a:sx n="71" d="100"/>
          <a:sy n="71" d="100"/>
        </p:scale>
        <p:origin x="412" y="44"/>
      </p:cViewPr>
      <p:guideLst>
        <p:guide orient="horz" pos="2160"/>
        <p:guide pos="3840"/>
      </p:guideLst>
    </p:cSldViewPr>
  </p:slideViewPr>
  <p:notesTextViewPr>
    <p:cViewPr>
      <p:scale>
        <a:sx n="1" d="1"/>
        <a:sy n="1" d="1"/>
      </p:scale>
      <p:origin x="0" y="0"/>
    </p:cViewPr>
  </p:notesTextViewPr>
  <p:notesViewPr>
    <p:cSldViewPr snapToGrid="0">
      <p:cViewPr varScale="1">
        <p:scale>
          <a:sx n="124" d="100"/>
          <a:sy n="124" d="100"/>
        </p:scale>
        <p:origin x="4188" y="88"/>
      </p:cViewPr>
      <p:guideLst/>
    </p:cSldViewPr>
  </p:notes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customXml" Target="../customXml/item1.xml"/><Relationship Id="rId2" Type="http://schemas.openxmlformats.org/officeDocument/2006/relationships/customXml" Target="../customXml/item2.xml"/><Relationship Id="rId3" Type="http://schemas.openxmlformats.org/officeDocument/2006/relationships/customXml" Target="../customXml/item3.xml"/><Relationship Id="rId4" Type="http://schemas.openxmlformats.org/officeDocument/2006/relationships/slideMaster" Target="slideMasters/slideMaster1.xml"/><Relationship Id="rId5" Type="http://schemas.openxmlformats.org/officeDocument/2006/relationships/slideMaster" Target="slideMasters/slideMaster2.xml"/><Relationship Id="rId6" Type="http://schemas.openxmlformats.org/officeDocument/2006/relationships/slideMaster" Target="slideMasters/slideMaster3.xml"/><Relationship Id="rId7" Type="http://schemas.openxmlformats.org/officeDocument/2006/relationships/slideMaster" Target="slideMasters/slideMaster4.xml"/><Relationship Id="rId10" Type="http://schemas.openxmlformats.org/officeDocument/2006/relationships/slide" Target="slides/slide38.xml"/><Relationship Id="rId11" Type="http://schemas.openxmlformats.org/officeDocument/2006/relationships/slide" Target="slides/slide37.xml"/><Relationship Id="rId12" Type="http://schemas.openxmlformats.org/officeDocument/2006/relationships/slide" Target="slides/slide36.xml"/><Relationship Id="rId13" Type="http://schemas.openxmlformats.org/officeDocument/2006/relationships/slide" Target="slides/slide35.xml"/><Relationship Id="rId14" Type="http://schemas.openxmlformats.org/officeDocument/2006/relationships/slide" Target="slides/slide34.xml"/><Relationship Id="rId46" Type="http://schemas.openxmlformats.org/officeDocument/2006/relationships/notesMaster" Target="notesMasters/notesMaster1.xml"/><Relationship Id="rId47" Type="http://schemas.openxmlformats.org/officeDocument/2006/relationships/handoutMaster" Target="handoutMasters/handoutMaster1.xml"/><Relationship Id="rId48" Type="http://schemas.openxmlformats.org/officeDocument/2006/relationships/presProps" Target="presProps.xml"/><Relationship Id="rId49" Type="http://schemas.openxmlformats.org/officeDocument/2006/relationships/viewProps" Target="viewProps.xml"/><Relationship Id="rId50" Type="http://schemas.openxmlformats.org/officeDocument/2006/relationships/theme" Target="theme/theme1.xml"/><Relationship Id="rId51" Type="http://schemas.openxmlformats.org/officeDocument/2006/relationships/tableStyles" Target="tableStyles.xml"/><Relationship Id="rId52" Type="http://schemas.microsoft.com/office/2016/11/relationships/changesInfo" Target="changesInfos/changesInfo1.xml"/><Relationship Id="rId53" Type="http://schemas.microsoft.com/office/2015/10/relationships/revisionInfo" Target="revisionInfo.xml"/><Relationship Id="rId54" Type="http://schemas.openxmlformats.org/officeDocument/2006/relationships/slide" Target="slides/slide39.xml"/><Relationship Id="rId55" Type="http://schemas.openxmlformats.org/officeDocument/2006/relationships/slide" Target="slides/slide40.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Anselmino, Carolina" userId="5c3f6dd0-fb53-498d-9f5e-392bc2a3ffc7" providerId="ADAL" clId="{E38CDB5B-0F14-49C4-839B-AE81B7033013}"/>
    <pc:docChg chg="undo custSel addSld delSld modSld">
      <pc:chgData name="Anselmino, Carolina" userId="5c3f6dd0-fb53-498d-9f5e-392bc2a3ffc7" providerId="ADAL" clId="{E38CDB5B-0F14-49C4-839B-AE81B7033013}" dt="2026-07-22T19:37:31.024" v="702" actId="164"/>
      <pc:docMkLst>
        <pc:docMk/>
      </pc:docMkLst>
      <pc:sldChg chg="modSp mod">
        <pc:chgData name="Anselmino, Carolina" userId="5c3f6dd0-fb53-498d-9f5e-392bc2a3ffc7" providerId="ADAL" clId="{E38CDB5B-0F14-49C4-839B-AE81B7033013}" dt="2026-07-22T11:43:29.600" v="14" actId="1076"/>
        <pc:sldMkLst>
          <pc:docMk/>
          <pc:sldMk cId="1405143857" sldId="280"/>
        </pc:sldMkLst>
        <pc:spChg chg="mod">
          <ac:chgData name="Anselmino, Carolina" userId="5c3f6dd0-fb53-498d-9f5e-392bc2a3ffc7" providerId="ADAL" clId="{E38CDB5B-0F14-49C4-839B-AE81B7033013}" dt="2026-07-22T11:43:19.760" v="12" actId="1076"/>
          <ac:spMkLst>
            <pc:docMk/>
            <pc:sldMk cId="1405143857" sldId="280"/>
            <ac:spMk id="45" creationId="{1FF21F3A-03EB-4BF7-B952-9FA7182F69DE}"/>
          </ac:spMkLst>
        </pc:spChg>
        <pc:grpChg chg="mod">
          <ac:chgData name="Anselmino, Carolina" userId="5c3f6dd0-fb53-498d-9f5e-392bc2a3ffc7" providerId="ADAL" clId="{E38CDB5B-0F14-49C4-839B-AE81B7033013}" dt="2026-07-22T11:43:29.600" v="14" actId="1076"/>
          <ac:grpSpMkLst>
            <pc:docMk/>
            <pc:sldMk cId="1405143857" sldId="280"/>
            <ac:grpSpMk id="44" creationId="{B8FF808C-B389-4C00-87CD-F61A6779EE7C}"/>
          </ac:grpSpMkLst>
        </pc:grpChg>
      </pc:sldChg>
      <pc:sldChg chg="addSp delSp modSp mod">
        <pc:chgData name="Anselmino, Carolina" userId="5c3f6dd0-fb53-498d-9f5e-392bc2a3ffc7" providerId="ADAL" clId="{E38CDB5B-0F14-49C4-839B-AE81B7033013}" dt="2026-07-22T19:37:31.024" v="702" actId="164"/>
        <pc:sldMkLst>
          <pc:docMk/>
          <pc:sldMk cId="1196800265" sldId="2681"/>
        </pc:sldMkLst>
        <pc:spChg chg="mod">
          <ac:chgData name="Anselmino, Carolina" userId="5c3f6dd0-fb53-498d-9f5e-392bc2a3ffc7" providerId="ADAL" clId="{E38CDB5B-0F14-49C4-839B-AE81B7033013}" dt="2026-07-22T11:44:01.404" v="22" actId="12788"/>
          <ac:spMkLst>
            <pc:docMk/>
            <pc:sldMk cId="1196800265" sldId="2681"/>
            <ac:spMk id="9" creationId="{A74A033E-F2C4-63F1-935E-B0E00C34458D}"/>
          </ac:spMkLst>
        </pc:spChg>
        <pc:spChg chg="mod">
          <ac:chgData name="Anselmino, Carolina" userId="5c3f6dd0-fb53-498d-9f5e-392bc2a3ffc7" providerId="ADAL" clId="{E38CDB5B-0F14-49C4-839B-AE81B7033013}" dt="2026-07-22T11:46:41.299" v="210" actId="20577"/>
          <ac:spMkLst>
            <pc:docMk/>
            <pc:sldMk cId="1196800265" sldId="2681"/>
            <ac:spMk id="12" creationId="{EEB08032-CE0E-4986-AEDF-A41026C0E8B9}"/>
          </ac:spMkLst>
        </pc:spChg>
        <pc:spChg chg="add mod">
          <ac:chgData name="Anselmino, Carolina" userId="5c3f6dd0-fb53-498d-9f5e-392bc2a3ffc7" providerId="ADAL" clId="{E38CDB5B-0F14-49C4-839B-AE81B7033013}" dt="2026-07-22T11:46:31.178" v="195" actId="20577"/>
          <ac:spMkLst>
            <pc:docMk/>
            <pc:sldMk cId="1196800265" sldId="2681"/>
            <ac:spMk id="14" creationId="{B5087B80-3EE4-1881-0130-ED58CA625092}"/>
          </ac:spMkLst>
        </pc:spChg>
        <pc:spChg chg="add mod">
          <ac:chgData name="Anselmino, Carolina" userId="5c3f6dd0-fb53-498d-9f5e-392bc2a3ffc7" providerId="ADAL" clId="{E38CDB5B-0F14-49C4-839B-AE81B7033013}" dt="2026-07-22T11:51:15.375" v="432" actId="20577"/>
          <ac:spMkLst>
            <pc:docMk/>
            <pc:sldMk cId="1196800265" sldId="2681"/>
            <ac:spMk id="17" creationId="{5E8796F7-DD26-D250-5E97-B38B22298E72}"/>
          </ac:spMkLst>
        </pc:spChg>
        <pc:spChg chg="add mod">
          <ac:chgData name="Anselmino, Carolina" userId="5c3f6dd0-fb53-498d-9f5e-392bc2a3ffc7" providerId="ADAL" clId="{E38CDB5B-0F14-49C4-839B-AE81B7033013}" dt="2026-07-22T19:37:31.024" v="702" actId="164"/>
          <ac:spMkLst>
            <pc:docMk/>
            <pc:sldMk cId="1196800265" sldId="2681"/>
            <ac:spMk id="19" creationId="{352ECD8B-4B24-AB9F-BF07-5E33A295F52D}"/>
          </ac:spMkLst>
        </pc:spChg>
        <pc:grpChg chg="add mod">
          <ac:chgData name="Anselmino, Carolina" userId="5c3f6dd0-fb53-498d-9f5e-392bc2a3ffc7" providerId="ADAL" clId="{E38CDB5B-0F14-49C4-839B-AE81B7033013}" dt="2026-07-22T19:37:31.024" v="702" actId="164"/>
          <ac:grpSpMkLst>
            <pc:docMk/>
            <pc:sldMk cId="1196800265" sldId="2681"/>
            <ac:grpSpMk id="8" creationId="{759E7638-035C-C837-D321-A8C06D48B5DC}"/>
          </ac:grpSpMkLst>
        </pc:grpChg>
        <pc:grpChg chg="add mod">
          <ac:chgData name="Anselmino, Carolina" userId="5c3f6dd0-fb53-498d-9f5e-392bc2a3ffc7" providerId="ADAL" clId="{E38CDB5B-0F14-49C4-839B-AE81B7033013}" dt="2026-07-22T19:37:31.024" v="702" actId="164"/>
          <ac:grpSpMkLst>
            <pc:docMk/>
            <pc:sldMk cId="1196800265" sldId="2681"/>
            <ac:grpSpMk id="20" creationId="{0D0761BD-2F2F-6D79-B3EF-A531E092890D}"/>
          </ac:grpSpMkLst>
        </pc:grpChg>
        <pc:picChg chg="add del">
          <ac:chgData name="Anselmino, Carolina" userId="5c3f6dd0-fb53-498d-9f5e-392bc2a3ffc7" providerId="ADAL" clId="{E38CDB5B-0F14-49C4-839B-AE81B7033013}" dt="2026-07-22T11:42:32.545" v="4" actId="478"/>
          <ac:picMkLst>
            <pc:docMk/>
            <pc:sldMk cId="1196800265" sldId="2681"/>
            <ac:picMk id="3" creationId="{49CB780D-15A3-48FD-506A-45097B8C84EF}"/>
          </ac:picMkLst>
        </pc:picChg>
        <pc:picChg chg="add mod">
          <ac:chgData name="Anselmino, Carolina" userId="5c3f6dd0-fb53-498d-9f5e-392bc2a3ffc7" providerId="ADAL" clId="{E38CDB5B-0F14-49C4-839B-AE81B7033013}" dt="2026-07-22T11:42:43.855" v="6" actId="1076"/>
          <ac:picMkLst>
            <pc:docMk/>
            <pc:sldMk cId="1196800265" sldId="2681"/>
            <ac:picMk id="4" creationId="{69007BE6-4165-6B9F-CABD-19BC8B326D8F}"/>
          </ac:picMkLst>
        </pc:picChg>
        <pc:picChg chg="add del mod">
          <ac:chgData name="Anselmino, Carolina" userId="5c3f6dd0-fb53-498d-9f5e-392bc2a3ffc7" providerId="ADAL" clId="{E38CDB5B-0F14-49C4-839B-AE81B7033013}" dt="2026-07-22T11:43:03.472" v="10" actId="478"/>
          <ac:picMkLst>
            <pc:docMk/>
            <pc:sldMk cId="1196800265" sldId="2681"/>
            <ac:picMk id="6" creationId="{7BDA84B0-A315-5710-DC3F-3108F335D58B}"/>
          </ac:picMkLst>
        </pc:picChg>
        <pc:picChg chg="mod modCrop">
          <ac:chgData name="Anselmino, Carolina" userId="5c3f6dd0-fb53-498d-9f5e-392bc2a3ffc7" providerId="ADAL" clId="{E38CDB5B-0F14-49C4-839B-AE81B7033013}" dt="2026-07-22T11:36:58.998" v="2" actId="732"/>
          <ac:picMkLst>
            <pc:docMk/>
            <pc:sldMk cId="1196800265" sldId="2681"/>
            <ac:picMk id="7" creationId="{A2066351-C569-4C4C-A096-308777FCDC32}"/>
          </ac:picMkLst>
        </pc:picChg>
        <pc:picChg chg="mod">
          <ac:chgData name="Anselmino, Carolina" userId="5c3f6dd0-fb53-498d-9f5e-392bc2a3ffc7" providerId="ADAL" clId="{E38CDB5B-0F14-49C4-839B-AE81B7033013}" dt="2026-07-22T11:44:01.404" v="22" actId="12788"/>
          <ac:picMkLst>
            <pc:docMk/>
            <pc:sldMk cId="1196800265" sldId="2681"/>
            <ac:picMk id="10" creationId="{D4EAC1CC-FDEC-CB2B-4814-426FB9337D67}"/>
          </ac:picMkLst>
        </pc:picChg>
        <pc:cxnChg chg="mod">
          <ac:chgData name="Anselmino, Carolina" userId="5c3f6dd0-fb53-498d-9f5e-392bc2a3ffc7" providerId="ADAL" clId="{E38CDB5B-0F14-49C4-839B-AE81B7033013}" dt="2026-07-22T11:46:16.310" v="179" actId="14100"/>
          <ac:cxnSpMkLst>
            <pc:docMk/>
            <pc:sldMk cId="1196800265" sldId="2681"/>
            <ac:cxnSpMk id="11" creationId="{D9AD66F2-F7C0-4D03-9150-D28F17AC561D}"/>
          </ac:cxnSpMkLst>
        </pc:cxnChg>
      </pc:sldChg>
      <pc:sldChg chg="del">
        <pc:chgData name="Anselmino, Carolina" userId="5c3f6dd0-fb53-498d-9f5e-392bc2a3ffc7" providerId="ADAL" clId="{E38CDB5B-0F14-49C4-839B-AE81B7033013}" dt="2026-07-22T19:26:38.574" v="665" actId="47"/>
        <pc:sldMkLst>
          <pc:docMk/>
          <pc:sldMk cId="1763900471" sldId="2682"/>
        </pc:sldMkLst>
      </pc:sldChg>
      <pc:sldChg chg="del">
        <pc:chgData name="Anselmino, Carolina" userId="5c3f6dd0-fb53-498d-9f5e-392bc2a3ffc7" providerId="ADAL" clId="{E38CDB5B-0F14-49C4-839B-AE81B7033013}" dt="2026-07-22T19:26:35.304" v="664" actId="47"/>
        <pc:sldMkLst>
          <pc:docMk/>
          <pc:sldMk cId="1891845127" sldId="2685"/>
        </pc:sldMkLst>
      </pc:sldChg>
      <pc:sldChg chg="add del">
        <pc:chgData name="Anselmino, Carolina" userId="5c3f6dd0-fb53-498d-9f5e-392bc2a3ffc7" providerId="ADAL" clId="{E38CDB5B-0F14-49C4-839B-AE81B7033013}" dt="2026-07-22T15:50:00.267" v="434" actId="47"/>
        <pc:sldMkLst>
          <pc:docMk/>
          <pc:sldMk cId="2459501262" sldId="2695"/>
        </pc:sldMkLst>
      </pc:sldChg>
      <pc:sldChg chg="modSp add mod">
        <pc:chgData name="Anselmino, Carolina" userId="5c3f6dd0-fb53-498d-9f5e-392bc2a3ffc7" providerId="ADAL" clId="{E38CDB5B-0F14-49C4-839B-AE81B7033013}" dt="2026-07-22T19:17:50.009" v="663" actId="14100"/>
        <pc:sldMkLst>
          <pc:docMk/>
          <pc:sldMk cId="2895905977" sldId="2695"/>
        </pc:sldMkLst>
        <pc:spChg chg="mod">
          <ac:chgData name="Anselmino, Carolina" userId="5c3f6dd0-fb53-498d-9f5e-392bc2a3ffc7" providerId="ADAL" clId="{E38CDB5B-0F14-49C4-839B-AE81B7033013}" dt="2026-07-22T15:51:46.203" v="494" actId="20577"/>
          <ac:spMkLst>
            <pc:docMk/>
            <pc:sldMk cId="2895905977" sldId="2695"/>
            <ac:spMk id="5" creationId="{05ECEA81-427F-77E6-3A96-077D430CC49C}"/>
          </ac:spMkLst>
        </pc:spChg>
        <pc:spChg chg="mod">
          <ac:chgData name="Anselmino, Carolina" userId="5c3f6dd0-fb53-498d-9f5e-392bc2a3ffc7" providerId="ADAL" clId="{E38CDB5B-0F14-49C4-839B-AE81B7033013}" dt="2026-07-22T19:17:50.009" v="663" actId="14100"/>
          <ac:spMkLst>
            <pc:docMk/>
            <pc:sldMk cId="2895905977" sldId="2695"/>
            <ac:spMk id="6" creationId="{F5AB7147-07E3-D061-CD69-902D615A346F}"/>
          </ac:spMkLst>
        </pc:spChg>
        <pc:spChg chg="mod">
          <ac:chgData name="Anselmino, Carolina" userId="5c3f6dd0-fb53-498d-9f5e-392bc2a3ffc7" providerId="ADAL" clId="{E38CDB5B-0F14-49C4-839B-AE81B7033013}" dt="2026-07-22T15:52:40.119" v="519" actId="14100"/>
          <ac:spMkLst>
            <pc:docMk/>
            <pc:sldMk cId="2895905977" sldId="2695"/>
            <ac:spMk id="7" creationId="{645C8C6B-29A8-B1C0-3772-5822CAB07F15}"/>
          </ac:spMkLst>
        </pc:spChg>
      </pc:sldChg>
    </pc:docChg>
  </pc:docChgLst>
</pc:chgInfo>
</file>

<file path=ppt/handoutMasters/_rels/handoutMaster1.xml.rels><?xml version='1.0' encoding='UTF-8' standalone='yes'?>
<Relationships xmlns="http://schemas.openxmlformats.org/package/2006/relationships"><Relationship Id="rId1" Type="http://schemas.openxmlformats.org/officeDocument/2006/relationships/theme" Target="../theme/theme6.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6BE192EA-4FB5-417A-96F6-B3058A54ABC4}"/>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a:extLst>
              <a:ext uri="{FF2B5EF4-FFF2-40B4-BE49-F238E27FC236}">
                <a16:creationId xmlns:a16="http://schemas.microsoft.com/office/drawing/2014/main" id="{875D5479-0008-4BFD-BE18-7442B169130D}"/>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A472114D-3A05-4B20-822E-8261653B33D2}" type="datetimeFigureOut">
              <a:rPr lang="en-US" smtClean="0"/>
              <a:t>7/22/2026</a:t>
            </a:fld>
            <a:endParaRPr lang="en-US"/>
          </a:p>
        </p:txBody>
      </p:sp>
      <p:sp>
        <p:nvSpPr>
          <p:cNvPr id="4" name="Footer Placeholder 3">
            <a:extLst>
              <a:ext uri="{FF2B5EF4-FFF2-40B4-BE49-F238E27FC236}">
                <a16:creationId xmlns:a16="http://schemas.microsoft.com/office/drawing/2014/main" id="{EABD4BE7-9FD8-4D10-87DD-2B2BC23B46EC}"/>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a:extLst>
              <a:ext uri="{FF2B5EF4-FFF2-40B4-BE49-F238E27FC236}">
                <a16:creationId xmlns:a16="http://schemas.microsoft.com/office/drawing/2014/main" id="{F10342B2-B657-4BF5-B0C4-8D3FD65073D3}"/>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91E5079B-D1F0-49DB-8DFB-E06CD09EC17E}" type="slidenum">
              <a:rPr lang="en-US" smtClean="0"/>
              <a:t>‹#›</a:t>
            </a:fld>
            <a:endParaRPr lang="en-US"/>
          </a:p>
        </p:txBody>
      </p:sp>
    </p:spTree>
    <p:extLst>
      <p:ext uri="{BB962C8B-B14F-4D97-AF65-F5344CB8AC3E}">
        <p14:creationId xmlns:p14="http://schemas.microsoft.com/office/powerpoint/2010/main" val="4200547298"/>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5.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14F008D2-43B4-45EB-8E80-36DCF9CD046D}" type="datetimeFigureOut">
              <a:rPr lang="en-US" smtClean="0"/>
              <a:t>7/22/2026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46A8591F-50F3-4C40-9DA2-D793276CC051}" type="slidenum">
              <a:rPr lang="en-US" smtClean="0"/>
              <a:t>‹#›</a:t>
            </a:fld>
            <a:endParaRPr lang="en-US"/>
          </a:p>
        </p:txBody>
      </p:sp>
    </p:spTree>
    <p:extLst>
      <p:ext uri="{BB962C8B-B14F-4D97-AF65-F5344CB8AC3E}">
        <p14:creationId xmlns:p14="http://schemas.microsoft.com/office/powerpoint/2010/main" val="77999493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Title card — the cold open. The hosts name the module, the video number, the title and the single message on this slide; no scripted narration. Hold until the opener begins; the opener is narrated on the next slide.</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With members registered, you stand up the federation itself — the live platform they connect to. For our demonstration this is Linkup, an X-Road federation that runs on a single host in sandboxed containers. It has a small set of components, each with a clear job, and you bring it up from a run book, so that anyone with the build pack can reproduce the same federation rather than admire a one-off.</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The federation has three kinds of component. The Central Server, operated by PDGA, is the registry of who is a member and what services exist — the heart that every security server checks with before it routes a call. The four Security Servers — one for PDGA, which owns the federation and runs its management services, and one each for the examination authority PNEA, the learner registry PLR, and the identity authority PNIA — are the gateways, the devices that carry the trust burden at each edge. And the Test CA, the certification authority that issues the certificates the security servers use to prove who they are. In production that is a real certification authority; in the demonstration, a test one.</a:t>
            </a:r>
          </a:p>
          <a:p/>
          <a:p>
            <a:r>
              <a:t>On screen: the member list and the hosting line live in MEMBERS and HOSTING at the top of the build script.</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Standing it up is a run-book exercise, deliberately. Each component is brought up in order — the Central Server first, then the Test CA with its certificate-status and time-stamping services, then each Security Server registers with the Central Server, receives its certificate, and waits for the Central Server to approve that registration explicitly — the technical footprint of the admission decision. The run book makes this reproducible: anyone with the build pack can stand up the same federation, which is exactly what makes the demonstration a template rather than a one-off. For the demonstration, Linkup runs all of this on a single host — a laptop or one VM — in sandboxed containers, sized for showing cross-agency calls, not for production volumes.</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When the federation is up, you have something concrete: four real security servers, registered with a central server, trusting a common certification authority, ready to carry a real call. The configuration that does this — the federation config and each member's registration — lives in the build pack, and the build pack's acceptance check is what confirms the federation actually stands up, not merely that the files exist. This is the moment the abstract becomes real: up to now this knowledge product has produced documents and configuration; standing up the federation turns that configuration into a running platform. The bus exists, the members are on it, and the only thing left is to make a real call across it.</a:t>
            </a:r>
          </a:p>
          <a:p/>
          <a:p>
            <a:r>
              <a:t>Production cue: the pivotal slide of this video. Hold it a beat longer.</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PRACTICE BOX (on-screen only — never read it, never paraphrase it, never point at it). It replaces the narrated handoff: this video ends on the recap and the Sources slide.</a:t>
            </a:r>
          </a:p>
          <a:p/>
          <a:p>
            <a:r>
              <a:t>VO: So you stand up the federation from a run book: the Central Server at PDGA, four Security Servers for PDGA and the three Progressa members, the Test CA that anchors trust. Reproducible from the build pack, confirmed by its acceptance check. With the federation running, the framework has stopped being a design and become a platform — ready for the call that proves it.</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Sources slide, held ~5 seconds at the end of the video. Links are compiled into the YouTube description per ITU convention; no URLs read aloud.</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Grey margin-Content with Caption (White bg)">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2CF752D4-D41F-48C8-BC93-770A10B9CEFC}"/>
              </a:ext>
            </a:extLst>
          </p:cNvPr>
          <p:cNvSpPr>
            <a:spLocks noGrp="1"/>
          </p:cNvSpPr>
          <p:nvPr>
            <p:ph type="body" sz="half" idx="2" hasCustomPrompt="1"/>
          </p:nvPr>
        </p:nvSpPr>
        <p:spPr>
          <a:xfrm>
            <a:off x="728691" y="1959151"/>
            <a:ext cx="4090872" cy="4200245"/>
          </a:xfrm>
        </p:spPr>
        <p:txBody>
          <a:bodyPr>
            <a:noAutofit/>
          </a:bodyPr>
          <a:lstStyle>
            <a:lvl1pPr marL="0" indent="0">
              <a:lnSpc>
                <a:spcPts val="2400"/>
              </a:lnSpc>
              <a:buNone/>
              <a:defRPr sz="1800" spc="20" baseline="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
        <p:nvSpPr>
          <p:cNvPr id="13" name="Text Placeholder 3">
            <a:extLst>
              <a:ext uri="{FF2B5EF4-FFF2-40B4-BE49-F238E27FC236}">
                <a16:creationId xmlns:a16="http://schemas.microsoft.com/office/drawing/2014/main" id="{3E0F6D26-4165-4298-B9DF-69A0CA57C654}"/>
              </a:ext>
            </a:extLst>
          </p:cNvPr>
          <p:cNvSpPr>
            <a:spLocks noGrp="1"/>
          </p:cNvSpPr>
          <p:nvPr>
            <p:ph type="body" sz="half" idx="14" hasCustomPrompt="1"/>
          </p:nvPr>
        </p:nvSpPr>
        <p:spPr>
          <a:xfrm>
            <a:off x="5018432" y="1959150"/>
            <a:ext cx="4090872" cy="4200245"/>
          </a:xfrm>
        </p:spPr>
        <p:txBody>
          <a:bodyPr>
            <a:noAutofit/>
          </a:bodyPr>
          <a:lstStyle>
            <a:lvl1pPr marL="0" indent="0">
              <a:lnSpc>
                <a:spcPts val="2400"/>
              </a:lnSpc>
              <a:buNone/>
              <a:defRPr sz="1800" spc="20" baseline="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
        <p:nvSpPr>
          <p:cNvPr id="17" name="Title 1">
            <a:extLst>
              <a:ext uri="{FF2B5EF4-FFF2-40B4-BE49-F238E27FC236}">
                <a16:creationId xmlns:a16="http://schemas.microsoft.com/office/drawing/2014/main" id="{CED336FC-6E45-4A2D-A5AB-BE24E693E093}"/>
              </a:ext>
            </a:extLst>
          </p:cNvPr>
          <p:cNvSpPr>
            <a:spLocks noGrp="1"/>
          </p:cNvSpPr>
          <p:nvPr>
            <p:ph type="title" hasCustomPrompt="1"/>
          </p:nvPr>
        </p:nvSpPr>
        <p:spPr>
          <a:xfrm>
            <a:off x="728691" y="1265849"/>
            <a:ext cx="9051731" cy="502882"/>
          </a:xfrm>
          <a:prstGeom prst="rect">
            <a:avLst/>
          </a:prstGeom>
        </p:spPr>
        <p:txBody>
          <a:bodyPr>
            <a:noAutofit/>
          </a:bodyPr>
          <a:lstStyle>
            <a:lvl1pPr>
              <a:defRPr sz="2800"/>
            </a:lvl1pPr>
          </a:lstStyle>
          <a:p>
            <a:pPr lvl="0"/>
            <a:r>
              <a:rPr lang="en-US" dirty="0"/>
              <a:t>Click to edit Master text styles</a:t>
            </a:r>
          </a:p>
        </p:txBody>
      </p:sp>
      <p:cxnSp>
        <p:nvCxnSpPr>
          <p:cNvPr id="8" name="Straight Connector 7">
            <a:extLst>
              <a:ext uri="{FF2B5EF4-FFF2-40B4-BE49-F238E27FC236}">
                <a16:creationId xmlns:a16="http://schemas.microsoft.com/office/drawing/2014/main" id="{20EB37B9-0614-41D6-8AFE-EB91B451A9F5}"/>
              </a:ext>
            </a:extLst>
          </p:cNvPr>
          <p:cNvCxnSpPr/>
          <p:nvPr userDrawn="1"/>
        </p:nvCxnSpPr>
        <p:spPr>
          <a:xfrm>
            <a:off x="614783"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9" name="Text Placeholder 3">
            <a:extLst>
              <a:ext uri="{FF2B5EF4-FFF2-40B4-BE49-F238E27FC236}">
                <a16:creationId xmlns:a16="http://schemas.microsoft.com/office/drawing/2014/main" id="{CFE8CDBB-5A4D-4444-85CC-7578EF050F69}"/>
              </a:ext>
            </a:extLst>
          </p:cNvPr>
          <p:cNvSpPr>
            <a:spLocks noGrp="1"/>
          </p:cNvSpPr>
          <p:nvPr>
            <p:ph type="body" sz="quarter" idx="12" hasCustomPrompt="1"/>
          </p:nvPr>
        </p:nvSpPr>
        <p:spPr>
          <a:xfrm>
            <a:off x="614783"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718176021"/>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Two column - Title column">
    <p:spTree>
      <p:nvGrpSpPr>
        <p:cNvPr id="1" name=""/>
        <p:cNvGrpSpPr/>
        <p:nvPr/>
      </p:nvGrpSpPr>
      <p:grpSpPr>
        <a:xfrm>
          <a:off x="0" y="0"/>
          <a:ext cx="0" cy="0"/>
          <a:chOff x="0" y="0"/>
          <a:chExt cx="0" cy="0"/>
        </a:xfrm>
      </p:grpSpPr>
      <p:sp>
        <p:nvSpPr>
          <p:cNvPr id="3" name="Text Placeholder 2">
            <a:extLst>
              <a:ext uri="{FF2B5EF4-FFF2-40B4-BE49-F238E27FC236}">
                <a16:creationId xmlns:a16="http://schemas.microsoft.com/office/drawing/2014/main" id="{A8D6A0DE-A965-4E02-8A8B-981E2FDE590E}"/>
              </a:ext>
            </a:extLst>
          </p:cNvPr>
          <p:cNvSpPr>
            <a:spLocks noGrp="1"/>
          </p:cNvSpPr>
          <p:nvPr>
            <p:ph type="body" idx="1"/>
          </p:nvPr>
        </p:nvSpPr>
        <p:spPr>
          <a:xfrm>
            <a:off x="728687" y="1994663"/>
            <a:ext cx="4860830" cy="496095"/>
          </a:xfrm>
        </p:spPr>
        <p:txBody>
          <a:bodyPr anchor="t">
            <a:noAutofit/>
          </a:bodyPr>
          <a:lstStyle>
            <a:lvl1pPr marL="0" indent="0">
              <a:lnSpc>
                <a:spcPts val="2400"/>
              </a:lnSpc>
              <a:buNone/>
              <a:defRPr sz="1800" b="0" spc="30" baseline="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2B820F59-7539-405E-B005-C5C92782E908}"/>
              </a:ext>
            </a:extLst>
          </p:cNvPr>
          <p:cNvSpPr>
            <a:spLocks noGrp="1"/>
          </p:cNvSpPr>
          <p:nvPr>
            <p:ph sz="half" idx="2" hasCustomPrompt="1"/>
          </p:nvPr>
        </p:nvSpPr>
        <p:spPr>
          <a:xfrm>
            <a:off x="728687" y="2490758"/>
            <a:ext cx="4860830" cy="3445987"/>
          </a:xfrm>
        </p:spPr>
        <p:txBody>
          <a:bodyPr>
            <a:noAutofit/>
          </a:bodyPr>
          <a:lstStyle>
            <a:lvl1pPr marL="228600" indent="-137160">
              <a:lnSpc>
                <a:spcPts val="2400"/>
              </a:lnSpc>
              <a:buClr>
                <a:srgbClr val="009CD6"/>
              </a:buClr>
              <a:buSzPct val="104000"/>
              <a:buFont typeface="Arial" panose="020B0604020202020204" pitchFamily="34" charset="0"/>
              <a:buChar char="•"/>
              <a:defRPr sz="1800" spc="30" baseline="0"/>
            </a:lvl1pPr>
            <a:lvl2pPr marL="685800" indent="-137160">
              <a:lnSpc>
                <a:spcPts val="2400"/>
              </a:lnSpc>
              <a:buClr>
                <a:srgbClr val="009CD6"/>
              </a:buClr>
              <a:buFont typeface="Arial" panose="020B0604020202020204" pitchFamily="34" charset="0"/>
              <a:buChar char="•"/>
              <a:defRPr sz="1800" spc="30" baseline="0"/>
            </a:lvl2pPr>
          </a:lstStyle>
          <a:p>
            <a:pPr lvl="0"/>
            <a:r>
              <a:rPr lang="en-US" dirty="0"/>
              <a:t>Second level</a:t>
            </a:r>
          </a:p>
          <a:p>
            <a:pPr lvl="1"/>
            <a:r>
              <a:rPr lang="en-US" dirty="0"/>
              <a:t>Third level</a:t>
            </a:r>
          </a:p>
        </p:txBody>
      </p:sp>
      <p:sp>
        <p:nvSpPr>
          <p:cNvPr id="17" name="Text Placeholder 2">
            <a:extLst>
              <a:ext uri="{FF2B5EF4-FFF2-40B4-BE49-F238E27FC236}">
                <a16:creationId xmlns:a16="http://schemas.microsoft.com/office/drawing/2014/main" id="{9AE6D208-1F00-412A-86E9-1A7081F56572}"/>
              </a:ext>
            </a:extLst>
          </p:cNvPr>
          <p:cNvSpPr>
            <a:spLocks noGrp="1"/>
          </p:cNvSpPr>
          <p:nvPr>
            <p:ph type="body" idx="10"/>
          </p:nvPr>
        </p:nvSpPr>
        <p:spPr>
          <a:xfrm>
            <a:off x="5892510" y="1994663"/>
            <a:ext cx="4751106" cy="496095"/>
          </a:xfrm>
        </p:spPr>
        <p:txBody>
          <a:bodyPr anchor="t">
            <a:noAutofit/>
          </a:bodyPr>
          <a:lstStyle>
            <a:lvl1pPr marL="0" indent="0">
              <a:lnSpc>
                <a:spcPts val="2400"/>
              </a:lnSpc>
              <a:buNone/>
              <a:defRPr sz="1800" b="0" spc="30" baseline="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18" name="Content Placeholder 3">
            <a:extLst>
              <a:ext uri="{FF2B5EF4-FFF2-40B4-BE49-F238E27FC236}">
                <a16:creationId xmlns:a16="http://schemas.microsoft.com/office/drawing/2014/main" id="{B8B83478-806A-4C07-A7A7-0CDF7E621EB5}"/>
              </a:ext>
            </a:extLst>
          </p:cNvPr>
          <p:cNvSpPr>
            <a:spLocks noGrp="1"/>
          </p:cNvSpPr>
          <p:nvPr>
            <p:ph sz="half" idx="11" hasCustomPrompt="1"/>
          </p:nvPr>
        </p:nvSpPr>
        <p:spPr>
          <a:xfrm>
            <a:off x="5892510" y="2490758"/>
            <a:ext cx="4751106" cy="3445987"/>
          </a:xfrm>
        </p:spPr>
        <p:txBody>
          <a:bodyPr>
            <a:noAutofit/>
          </a:bodyPr>
          <a:lstStyle>
            <a:lvl1pPr marL="228600" indent="-137160">
              <a:lnSpc>
                <a:spcPts val="2400"/>
              </a:lnSpc>
              <a:buClr>
                <a:srgbClr val="009CD6"/>
              </a:buClr>
              <a:buSzPct val="104000"/>
              <a:buFont typeface="Arial" panose="020B0604020202020204" pitchFamily="34" charset="0"/>
              <a:buChar char="•"/>
              <a:defRPr sz="1800" spc="30" baseline="0"/>
            </a:lvl1pPr>
            <a:lvl2pPr marL="685800" indent="-137160">
              <a:lnSpc>
                <a:spcPts val="2400"/>
              </a:lnSpc>
              <a:buClr>
                <a:srgbClr val="009CD6"/>
              </a:buClr>
              <a:buFont typeface="Arial" panose="020B0604020202020204" pitchFamily="34" charset="0"/>
              <a:buChar char="•"/>
              <a:defRPr sz="1800" spc="30" baseline="0"/>
            </a:lvl2pPr>
          </a:lstStyle>
          <a:p>
            <a:pPr lvl="0"/>
            <a:r>
              <a:rPr lang="en-US" dirty="0"/>
              <a:t>Second level</a:t>
            </a:r>
          </a:p>
          <a:p>
            <a:pPr lvl="1"/>
            <a:r>
              <a:rPr lang="en-US" dirty="0"/>
              <a:t>Third level</a:t>
            </a:r>
          </a:p>
        </p:txBody>
      </p:sp>
      <p:sp>
        <p:nvSpPr>
          <p:cNvPr id="13" name="Title 1">
            <a:extLst>
              <a:ext uri="{FF2B5EF4-FFF2-40B4-BE49-F238E27FC236}">
                <a16:creationId xmlns:a16="http://schemas.microsoft.com/office/drawing/2014/main" id="{20A48B77-BCF1-4349-8EF0-B33A1789375A}"/>
              </a:ext>
            </a:extLst>
          </p:cNvPr>
          <p:cNvSpPr>
            <a:spLocks noGrp="1"/>
          </p:cNvSpPr>
          <p:nvPr>
            <p:ph type="title" hasCustomPrompt="1"/>
          </p:nvPr>
        </p:nvSpPr>
        <p:spPr>
          <a:xfrm>
            <a:off x="728687" y="1238515"/>
            <a:ext cx="9914929" cy="635902"/>
          </a:xfrm>
          <a:prstGeom prst="rect">
            <a:avLst/>
          </a:prstGeom>
        </p:spPr>
        <p:txBody>
          <a:bodyPr>
            <a:noAutofit/>
          </a:bodyPr>
          <a:lstStyle>
            <a:lvl1pPr>
              <a:defRPr sz="2800"/>
            </a:lvl1pPr>
          </a:lstStyle>
          <a:p>
            <a:pPr lvl="0"/>
            <a:r>
              <a:rPr lang="en-US" dirty="0"/>
              <a:t>Click to edit Master text styles</a:t>
            </a:r>
          </a:p>
        </p:txBody>
      </p:sp>
      <p:cxnSp>
        <p:nvCxnSpPr>
          <p:cNvPr id="11" name="Straight Connector 10">
            <a:extLst>
              <a:ext uri="{FF2B5EF4-FFF2-40B4-BE49-F238E27FC236}">
                <a16:creationId xmlns:a16="http://schemas.microsoft.com/office/drawing/2014/main" id="{CCE4054A-3251-41A6-8BA5-67C64EF3E610}"/>
              </a:ext>
            </a:extLst>
          </p:cNvPr>
          <p:cNvCxnSpPr/>
          <p:nvPr userDrawn="1"/>
        </p:nvCxnSpPr>
        <p:spPr>
          <a:xfrm>
            <a:off x="614780"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2" name="Text Placeholder 3">
            <a:extLst>
              <a:ext uri="{FF2B5EF4-FFF2-40B4-BE49-F238E27FC236}">
                <a16:creationId xmlns:a16="http://schemas.microsoft.com/office/drawing/2014/main" id="{F8E1AD81-2712-4CFB-B585-60CDC561D6F4}"/>
              </a:ext>
            </a:extLst>
          </p:cNvPr>
          <p:cNvSpPr>
            <a:spLocks noGrp="1"/>
          </p:cNvSpPr>
          <p:nvPr>
            <p:ph type="body" sz="quarter" idx="12" hasCustomPrompt="1"/>
          </p:nvPr>
        </p:nvSpPr>
        <p:spPr>
          <a:xfrm>
            <a:off x="614780"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188038879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Two column bullet list">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DC078E5A-AB76-4634-8AD9-64C991C6FC02}"/>
              </a:ext>
            </a:extLst>
          </p:cNvPr>
          <p:cNvSpPr>
            <a:spLocks noGrp="1"/>
          </p:cNvSpPr>
          <p:nvPr>
            <p:ph sz="half" idx="1" hasCustomPrompt="1"/>
          </p:nvPr>
        </p:nvSpPr>
        <p:spPr>
          <a:xfrm>
            <a:off x="721372" y="2040524"/>
            <a:ext cx="4393315" cy="4125355"/>
          </a:xfrm>
        </p:spPr>
        <p:txBody>
          <a:bodyPr>
            <a:noAutofit/>
          </a:bodyPr>
          <a:lstStyle>
            <a:lvl1pPr marL="228600" indent="-137160">
              <a:buClr>
                <a:srgbClr val="009CD6"/>
              </a:buClr>
              <a:buFont typeface="Arial" panose="020B0604020202020204" pitchFamily="34" charset="0"/>
              <a:buChar char="•"/>
              <a:defRPr lang="en-US" spc="20" dirty="0"/>
            </a:lvl1pPr>
            <a:lvl2pPr marL="685800" indent="-137160">
              <a:buClr>
                <a:srgbClr val="009CD6"/>
              </a:buClr>
              <a:buFont typeface="Arial" panose="020B0604020202020204" pitchFamily="34" charset="0"/>
              <a:buChar char="•"/>
              <a:defRPr lang="en-US" spc="20" dirty="0"/>
            </a:lvl2pPr>
            <a:lvl3pPr marL="1143000" indent="-137160">
              <a:buClr>
                <a:srgbClr val="009CD6"/>
              </a:buClr>
              <a:buFont typeface="Arial" panose="020B0604020202020204" pitchFamily="34" charset="0"/>
              <a:buChar char="•"/>
              <a:defRPr lang="en-US" spc="20" dirty="0"/>
            </a:lvl3pPr>
            <a:lvl4pPr marL="1600200" indent="-137160">
              <a:buClr>
                <a:srgbClr val="009CD6"/>
              </a:buClr>
              <a:buFont typeface="Arial" panose="020B0604020202020204" pitchFamily="34" charset="0"/>
              <a:buChar char="•"/>
              <a:defRPr lang="en-US" spc="20" dirty="0"/>
            </a:lvl4pPr>
            <a:lvl5pPr>
              <a:buClr>
                <a:srgbClr val="5B9BD5"/>
              </a:buClr>
              <a:defRPr spc="0"/>
            </a:lvl5pPr>
          </a:lstStyle>
          <a:p>
            <a:pPr lvl="0"/>
            <a:r>
              <a:rPr lang="en-US" dirty="0"/>
              <a:t>Second level</a:t>
            </a:r>
          </a:p>
          <a:p>
            <a:pPr lvl="1"/>
            <a:r>
              <a:rPr lang="en-US" dirty="0"/>
              <a:t>Third level</a:t>
            </a:r>
          </a:p>
          <a:p>
            <a:pPr lvl="2"/>
            <a:r>
              <a:rPr lang="en-US" dirty="0"/>
              <a:t>Fourth level</a:t>
            </a:r>
          </a:p>
          <a:p>
            <a:pPr lvl="3"/>
            <a:r>
              <a:rPr lang="en-US" dirty="0"/>
              <a:t>Fifth level</a:t>
            </a:r>
          </a:p>
        </p:txBody>
      </p:sp>
      <p:sp>
        <p:nvSpPr>
          <p:cNvPr id="4" name="Content Placeholder 3">
            <a:extLst>
              <a:ext uri="{FF2B5EF4-FFF2-40B4-BE49-F238E27FC236}">
                <a16:creationId xmlns:a16="http://schemas.microsoft.com/office/drawing/2014/main" id="{4198F227-A22B-432C-84DE-6E0A3BE38D63}"/>
              </a:ext>
            </a:extLst>
          </p:cNvPr>
          <p:cNvSpPr>
            <a:spLocks noGrp="1"/>
          </p:cNvSpPr>
          <p:nvPr>
            <p:ph sz="half" idx="2" hasCustomPrompt="1"/>
          </p:nvPr>
        </p:nvSpPr>
        <p:spPr>
          <a:xfrm>
            <a:off x="5460255" y="2040523"/>
            <a:ext cx="4393316" cy="4126191"/>
          </a:xfrm>
        </p:spPr>
        <p:txBody>
          <a:bodyPr>
            <a:noAutofit/>
          </a:bodyPr>
          <a:lstStyle>
            <a:lvl1pPr marL="228600" indent="-137160">
              <a:buClr>
                <a:srgbClr val="009CD6"/>
              </a:buClr>
              <a:buFont typeface="Arial" panose="020B0604020202020204" pitchFamily="34" charset="0"/>
              <a:buChar char="•"/>
              <a:defRPr lang="en-US" spc="20" dirty="0"/>
            </a:lvl1pPr>
            <a:lvl2pPr marL="685800" indent="-137160">
              <a:buClr>
                <a:srgbClr val="009CD6"/>
              </a:buClr>
              <a:buFont typeface="Arial" panose="020B0604020202020204" pitchFamily="34" charset="0"/>
              <a:buChar char="•"/>
              <a:defRPr lang="en-US" spc="20" dirty="0"/>
            </a:lvl2pPr>
            <a:lvl3pPr marL="1143000" indent="-137160">
              <a:buClr>
                <a:srgbClr val="009CD6"/>
              </a:buClr>
              <a:buFont typeface="Arial" panose="020B0604020202020204" pitchFamily="34" charset="0"/>
              <a:buChar char="•"/>
              <a:defRPr lang="en-US" spc="20" dirty="0"/>
            </a:lvl3pPr>
            <a:lvl4pPr marL="1600200" indent="-137160">
              <a:buClr>
                <a:srgbClr val="009CD6"/>
              </a:buClr>
              <a:buFont typeface="Arial" panose="020B0604020202020204" pitchFamily="34" charset="0"/>
              <a:buChar char="•"/>
              <a:defRPr lang="en-US" spc="20" dirty="0"/>
            </a:lvl4pPr>
            <a:lvl5pPr>
              <a:buClr>
                <a:srgbClr val="5B9BD5"/>
              </a:buClr>
              <a:defRPr spc="0"/>
            </a:lvl5pPr>
          </a:lstStyle>
          <a:p>
            <a:pPr lvl="0"/>
            <a:r>
              <a:rPr lang="en-US" dirty="0"/>
              <a:t>Second level</a:t>
            </a:r>
          </a:p>
          <a:p>
            <a:pPr lvl="1"/>
            <a:r>
              <a:rPr lang="en-US" dirty="0"/>
              <a:t>Third level</a:t>
            </a:r>
          </a:p>
          <a:p>
            <a:pPr lvl="2"/>
            <a:r>
              <a:rPr lang="en-US" dirty="0"/>
              <a:t>Fourth level</a:t>
            </a:r>
          </a:p>
          <a:p>
            <a:pPr lvl="3"/>
            <a:r>
              <a:rPr lang="en-US" dirty="0"/>
              <a:t>Fifth level</a:t>
            </a:r>
          </a:p>
        </p:txBody>
      </p:sp>
      <p:sp>
        <p:nvSpPr>
          <p:cNvPr id="10" name="Title 1">
            <a:extLst>
              <a:ext uri="{FF2B5EF4-FFF2-40B4-BE49-F238E27FC236}">
                <a16:creationId xmlns:a16="http://schemas.microsoft.com/office/drawing/2014/main" id="{D346557F-F9B0-433A-9FC1-56C38B19DE9B}"/>
              </a:ext>
            </a:extLst>
          </p:cNvPr>
          <p:cNvSpPr>
            <a:spLocks noGrp="1"/>
          </p:cNvSpPr>
          <p:nvPr>
            <p:ph type="title" hasCustomPrompt="1"/>
          </p:nvPr>
        </p:nvSpPr>
        <p:spPr>
          <a:xfrm>
            <a:off x="721373" y="1251017"/>
            <a:ext cx="9132198" cy="565079"/>
          </a:xfrm>
          <a:prstGeom prst="rect">
            <a:avLst/>
          </a:prstGeom>
        </p:spPr>
        <p:txBody>
          <a:bodyPr>
            <a:noAutofit/>
          </a:bodyPr>
          <a:lstStyle>
            <a:lvl1pPr>
              <a:defRPr sz="2800"/>
            </a:lvl1pPr>
          </a:lstStyle>
          <a:p>
            <a:pPr lvl="0"/>
            <a:r>
              <a:rPr lang="en-US" dirty="0"/>
              <a:t>Click to edit Master text styles</a:t>
            </a:r>
          </a:p>
        </p:txBody>
      </p:sp>
      <p:cxnSp>
        <p:nvCxnSpPr>
          <p:cNvPr id="12" name="Straight Connector 11">
            <a:extLst>
              <a:ext uri="{FF2B5EF4-FFF2-40B4-BE49-F238E27FC236}">
                <a16:creationId xmlns:a16="http://schemas.microsoft.com/office/drawing/2014/main" id="{56157FF2-E1F2-41A6-A3CB-3DE59785DD4D}"/>
              </a:ext>
            </a:extLst>
          </p:cNvPr>
          <p:cNvCxnSpPr/>
          <p:nvPr userDrawn="1"/>
        </p:nvCxnSpPr>
        <p:spPr>
          <a:xfrm>
            <a:off x="614780"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3" name="Text Placeholder 3">
            <a:extLst>
              <a:ext uri="{FF2B5EF4-FFF2-40B4-BE49-F238E27FC236}">
                <a16:creationId xmlns:a16="http://schemas.microsoft.com/office/drawing/2014/main" id="{E8A78C8E-6713-4582-84CE-8C8A0FE572A4}"/>
              </a:ext>
            </a:extLst>
          </p:cNvPr>
          <p:cNvSpPr>
            <a:spLocks noGrp="1"/>
          </p:cNvSpPr>
          <p:nvPr>
            <p:ph type="body" sz="quarter" idx="12" hasCustomPrompt="1"/>
          </p:nvPr>
        </p:nvSpPr>
        <p:spPr>
          <a:xfrm>
            <a:off x="614780"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195137490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One column text">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2CF752D4-D41F-48C8-BC93-770A10B9CEFC}"/>
              </a:ext>
            </a:extLst>
          </p:cNvPr>
          <p:cNvSpPr>
            <a:spLocks noGrp="1"/>
          </p:cNvSpPr>
          <p:nvPr>
            <p:ph type="body" sz="half" idx="2" hasCustomPrompt="1"/>
          </p:nvPr>
        </p:nvSpPr>
        <p:spPr>
          <a:xfrm>
            <a:off x="737226" y="1975104"/>
            <a:ext cx="6256106" cy="4210543"/>
          </a:xfrm>
        </p:spPr>
        <p:txBody>
          <a:bodyPr>
            <a:noAutofit/>
          </a:bodyPr>
          <a:lstStyle>
            <a:lvl1pPr marL="0" indent="0">
              <a:lnSpc>
                <a:spcPts val="2400"/>
              </a:lnSpc>
              <a:buNone/>
              <a:defRPr sz="1800" spc="20" baseline="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
        <p:nvSpPr>
          <p:cNvPr id="10" name="Title 1">
            <a:extLst>
              <a:ext uri="{FF2B5EF4-FFF2-40B4-BE49-F238E27FC236}">
                <a16:creationId xmlns:a16="http://schemas.microsoft.com/office/drawing/2014/main" id="{3F01D386-9240-4F38-9F1C-4325351B05E1}"/>
              </a:ext>
            </a:extLst>
          </p:cNvPr>
          <p:cNvSpPr>
            <a:spLocks noGrp="1"/>
          </p:cNvSpPr>
          <p:nvPr>
            <p:ph type="title" hasCustomPrompt="1"/>
          </p:nvPr>
        </p:nvSpPr>
        <p:spPr>
          <a:xfrm>
            <a:off x="737225" y="1261501"/>
            <a:ext cx="7177821" cy="542146"/>
          </a:xfrm>
          <a:prstGeom prst="rect">
            <a:avLst/>
          </a:prstGeom>
        </p:spPr>
        <p:txBody>
          <a:bodyPr>
            <a:noAutofit/>
          </a:bodyPr>
          <a:lstStyle>
            <a:lvl1pPr>
              <a:defRPr sz="2800"/>
            </a:lvl1pPr>
          </a:lstStyle>
          <a:p>
            <a:pPr lvl="0"/>
            <a:r>
              <a:rPr lang="en-US" dirty="0"/>
              <a:t>Click to edit Master text styles</a:t>
            </a:r>
          </a:p>
        </p:txBody>
      </p:sp>
      <p:cxnSp>
        <p:nvCxnSpPr>
          <p:cNvPr id="8" name="Straight Connector 7">
            <a:extLst>
              <a:ext uri="{FF2B5EF4-FFF2-40B4-BE49-F238E27FC236}">
                <a16:creationId xmlns:a16="http://schemas.microsoft.com/office/drawing/2014/main" id="{015B0268-1877-4B50-85FE-85F64126C828}"/>
              </a:ext>
            </a:extLst>
          </p:cNvPr>
          <p:cNvCxnSpPr/>
          <p:nvPr userDrawn="1"/>
        </p:nvCxnSpPr>
        <p:spPr>
          <a:xfrm>
            <a:off x="607468"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9" name="Text Placeholder 3">
            <a:extLst>
              <a:ext uri="{FF2B5EF4-FFF2-40B4-BE49-F238E27FC236}">
                <a16:creationId xmlns:a16="http://schemas.microsoft.com/office/drawing/2014/main" id="{716C6763-4EEE-47FB-A7AD-A329AC03860D}"/>
              </a:ext>
            </a:extLst>
          </p:cNvPr>
          <p:cNvSpPr>
            <a:spLocks noGrp="1"/>
          </p:cNvSpPr>
          <p:nvPr>
            <p:ph type="body" sz="quarter" idx="10" hasCustomPrompt="1"/>
          </p:nvPr>
        </p:nvSpPr>
        <p:spPr>
          <a:xfrm>
            <a:off x="607468"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1144347215"/>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Title + Large image">
    <p:bg>
      <p:bgPr>
        <a:solidFill>
          <a:schemeClr val="bg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1AA9A3B-CF71-48AC-B4B0-550E5EC772C1}"/>
              </a:ext>
            </a:extLst>
          </p:cNvPr>
          <p:cNvSpPr>
            <a:spLocks noGrp="1"/>
          </p:cNvSpPr>
          <p:nvPr>
            <p:ph type="title"/>
          </p:nvPr>
        </p:nvSpPr>
        <p:spPr>
          <a:xfrm>
            <a:off x="716483" y="1234865"/>
            <a:ext cx="10313024" cy="635902"/>
          </a:xfrm>
          <a:prstGeom prst="rect">
            <a:avLst/>
          </a:prstGeom>
        </p:spPr>
        <p:txBody>
          <a:bodyPr anchor="t"/>
          <a:lstStyle>
            <a:lvl1pPr>
              <a:defRPr sz="2800"/>
            </a:lvl1pPr>
          </a:lstStyle>
          <a:p>
            <a:r>
              <a:rPr lang="en-US"/>
              <a:t>Click to edit Master title style</a:t>
            </a:r>
            <a:endParaRPr lang="en-US" dirty="0"/>
          </a:p>
        </p:txBody>
      </p:sp>
      <p:sp>
        <p:nvSpPr>
          <p:cNvPr id="14" name="Picture Placeholder 2">
            <a:extLst>
              <a:ext uri="{FF2B5EF4-FFF2-40B4-BE49-F238E27FC236}">
                <a16:creationId xmlns:a16="http://schemas.microsoft.com/office/drawing/2014/main" id="{5ED55E9E-BFC6-411F-90A8-B7CC917CD1B5}"/>
              </a:ext>
            </a:extLst>
          </p:cNvPr>
          <p:cNvSpPr>
            <a:spLocks noGrp="1"/>
          </p:cNvSpPr>
          <p:nvPr>
            <p:ph type="pic" idx="1" hasCustomPrompt="1"/>
          </p:nvPr>
        </p:nvSpPr>
        <p:spPr>
          <a:xfrm>
            <a:off x="733313" y="1927476"/>
            <a:ext cx="10700345" cy="4218130"/>
          </a:xfrm>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image here</a:t>
            </a:r>
          </a:p>
        </p:txBody>
      </p:sp>
      <p:cxnSp>
        <p:nvCxnSpPr>
          <p:cNvPr id="6" name="Straight Connector 5">
            <a:extLst>
              <a:ext uri="{FF2B5EF4-FFF2-40B4-BE49-F238E27FC236}">
                <a16:creationId xmlns:a16="http://schemas.microsoft.com/office/drawing/2014/main" id="{9B8B0405-4014-43E6-B303-902A4F998E13}"/>
              </a:ext>
            </a:extLst>
          </p:cNvPr>
          <p:cNvCxnSpPr/>
          <p:nvPr userDrawn="1"/>
        </p:nvCxnSpPr>
        <p:spPr>
          <a:xfrm>
            <a:off x="614783"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7" name="Text Placeholder 3">
            <a:extLst>
              <a:ext uri="{FF2B5EF4-FFF2-40B4-BE49-F238E27FC236}">
                <a16:creationId xmlns:a16="http://schemas.microsoft.com/office/drawing/2014/main" id="{B69F8470-F06D-4D52-9A69-30EBD8DA6096}"/>
              </a:ext>
            </a:extLst>
          </p:cNvPr>
          <p:cNvSpPr>
            <a:spLocks noGrp="1"/>
          </p:cNvSpPr>
          <p:nvPr>
            <p:ph type="body" sz="quarter" idx="10" hasCustomPrompt="1"/>
          </p:nvPr>
        </p:nvSpPr>
        <p:spPr>
          <a:xfrm>
            <a:off x="614783"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4139101432"/>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Left image - S">
    <p:spTree>
      <p:nvGrpSpPr>
        <p:cNvPr id="1" name=""/>
        <p:cNvGrpSpPr/>
        <p:nvPr/>
      </p:nvGrpSpPr>
      <p:grpSpPr>
        <a:xfrm>
          <a:off x="0" y="0"/>
          <a:ext cx="0" cy="0"/>
          <a:chOff x="0" y="0"/>
          <a:chExt cx="0" cy="0"/>
        </a:xfrm>
      </p:grpSpPr>
      <p:sp>
        <p:nvSpPr>
          <p:cNvPr id="14" name="Picture Placeholder 2">
            <a:extLst>
              <a:ext uri="{FF2B5EF4-FFF2-40B4-BE49-F238E27FC236}">
                <a16:creationId xmlns:a16="http://schemas.microsoft.com/office/drawing/2014/main" id="{5ED55E9E-BFC6-411F-90A8-B7CC917CD1B5}"/>
              </a:ext>
            </a:extLst>
          </p:cNvPr>
          <p:cNvSpPr>
            <a:spLocks noGrp="1"/>
          </p:cNvSpPr>
          <p:nvPr>
            <p:ph type="pic" idx="1" hasCustomPrompt="1"/>
          </p:nvPr>
        </p:nvSpPr>
        <p:spPr>
          <a:xfrm>
            <a:off x="0" y="-1"/>
            <a:ext cx="5165650" cy="6858000"/>
          </a:xfrm>
          <a:solidFill>
            <a:srgbClr val="F7F7F7"/>
          </a:solidFill>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image here</a:t>
            </a:r>
          </a:p>
        </p:txBody>
      </p:sp>
      <p:sp>
        <p:nvSpPr>
          <p:cNvPr id="11" name="Title 1">
            <a:extLst>
              <a:ext uri="{FF2B5EF4-FFF2-40B4-BE49-F238E27FC236}">
                <a16:creationId xmlns:a16="http://schemas.microsoft.com/office/drawing/2014/main" id="{A421150D-F679-4DFA-93CF-0E5480CC490F}"/>
              </a:ext>
            </a:extLst>
          </p:cNvPr>
          <p:cNvSpPr>
            <a:spLocks noGrp="1"/>
          </p:cNvSpPr>
          <p:nvPr>
            <p:ph type="title" hasCustomPrompt="1"/>
          </p:nvPr>
        </p:nvSpPr>
        <p:spPr>
          <a:xfrm>
            <a:off x="5593557" y="1241625"/>
            <a:ext cx="6000749" cy="480131"/>
          </a:xfrm>
          <a:prstGeom prst="rect">
            <a:avLst/>
          </a:prstGeom>
        </p:spPr>
        <p:txBody>
          <a:bodyPr wrap="square">
            <a:spAutoFit/>
          </a:bodyPr>
          <a:lstStyle>
            <a:lvl1pPr>
              <a:defRPr sz="2800"/>
            </a:lvl1pPr>
          </a:lstStyle>
          <a:p>
            <a:pPr lvl="0"/>
            <a:r>
              <a:rPr lang="en-US" dirty="0"/>
              <a:t>Click to edit Master text styles</a:t>
            </a:r>
          </a:p>
        </p:txBody>
      </p:sp>
      <p:cxnSp>
        <p:nvCxnSpPr>
          <p:cNvPr id="17" name="Straight Connector 16">
            <a:extLst>
              <a:ext uri="{FF2B5EF4-FFF2-40B4-BE49-F238E27FC236}">
                <a16:creationId xmlns:a16="http://schemas.microsoft.com/office/drawing/2014/main" id="{7F1DE310-EEBE-4571-9348-190C69629E15}"/>
              </a:ext>
            </a:extLst>
          </p:cNvPr>
          <p:cNvCxnSpPr/>
          <p:nvPr userDrawn="1"/>
        </p:nvCxnSpPr>
        <p:spPr>
          <a:xfrm>
            <a:off x="5500046"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4C777EF-FC93-4970-9186-9F729BE94473}"/>
              </a:ext>
            </a:extLst>
          </p:cNvPr>
          <p:cNvSpPr>
            <a:spLocks noGrp="1"/>
          </p:cNvSpPr>
          <p:nvPr>
            <p:ph type="body" sz="quarter" idx="10" hasCustomPrompt="1"/>
          </p:nvPr>
        </p:nvSpPr>
        <p:spPr>
          <a:xfrm>
            <a:off x="5500046"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
        <p:nvSpPr>
          <p:cNvPr id="13" name="Text Placeholder 3">
            <a:extLst>
              <a:ext uri="{FF2B5EF4-FFF2-40B4-BE49-F238E27FC236}">
                <a16:creationId xmlns:a16="http://schemas.microsoft.com/office/drawing/2014/main" id="{BD03799A-7C35-4CAA-BE06-C4A99AE98261}"/>
              </a:ext>
            </a:extLst>
          </p:cNvPr>
          <p:cNvSpPr>
            <a:spLocks noGrp="1"/>
          </p:cNvSpPr>
          <p:nvPr>
            <p:ph type="body" sz="half" idx="2" hasCustomPrompt="1"/>
          </p:nvPr>
        </p:nvSpPr>
        <p:spPr>
          <a:xfrm>
            <a:off x="5593546" y="1796208"/>
            <a:ext cx="6000749" cy="3820167"/>
          </a:xfrm>
        </p:spPr>
        <p:txBody>
          <a:bodyPr>
            <a:noAutofit/>
          </a:bodyPr>
          <a:lstStyle>
            <a:lvl1pPr marL="0" indent="0">
              <a:lnSpc>
                <a:spcPts val="2400"/>
              </a:lnSpc>
              <a:buNone/>
              <a:defRPr lang="en-US" sz="1800" dirty="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Tree>
    <p:extLst>
      <p:ext uri="{BB962C8B-B14F-4D97-AF65-F5344CB8AC3E}">
        <p14:creationId xmlns:p14="http://schemas.microsoft.com/office/powerpoint/2010/main" val="2652770387"/>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Left image - M">
    <p:spTree>
      <p:nvGrpSpPr>
        <p:cNvPr id="1" name=""/>
        <p:cNvGrpSpPr/>
        <p:nvPr/>
      </p:nvGrpSpPr>
      <p:grpSpPr>
        <a:xfrm>
          <a:off x="0" y="0"/>
          <a:ext cx="0" cy="0"/>
          <a:chOff x="0" y="0"/>
          <a:chExt cx="0" cy="0"/>
        </a:xfrm>
      </p:grpSpPr>
      <p:sp>
        <p:nvSpPr>
          <p:cNvPr id="9" name="Picture Placeholder 2">
            <a:extLst>
              <a:ext uri="{FF2B5EF4-FFF2-40B4-BE49-F238E27FC236}">
                <a16:creationId xmlns:a16="http://schemas.microsoft.com/office/drawing/2014/main" id="{E364E913-4A6A-4F3B-B209-831A75170B72}"/>
              </a:ext>
            </a:extLst>
          </p:cNvPr>
          <p:cNvSpPr>
            <a:spLocks noGrp="1"/>
          </p:cNvSpPr>
          <p:nvPr>
            <p:ph type="pic" idx="1" hasCustomPrompt="1"/>
          </p:nvPr>
        </p:nvSpPr>
        <p:spPr>
          <a:xfrm>
            <a:off x="0" y="-1"/>
            <a:ext cx="6092751" cy="6858000"/>
          </a:xfrm>
          <a:solidFill>
            <a:srgbClr val="F4F4F4"/>
          </a:solidFill>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image here</a:t>
            </a:r>
          </a:p>
        </p:txBody>
      </p:sp>
      <p:sp>
        <p:nvSpPr>
          <p:cNvPr id="8" name="Title 1">
            <a:extLst>
              <a:ext uri="{FF2B5EF4-FFF2-40B4-BE49-F238E27FC236}">
                <a16:creationId xmlns:a16="http://schemas.microsoft.com/office/drawing/2014/main" id="{E30453B6-BE94-4D10-99CD-4F6557992EA0}"/>
              </a:ext>
            </a:extLst>
          </p:cNvPr>
          <p:cNvSpPr>
            <a:spLocks noGrp="1"/>
          </p:cNvSpPr>
          <p:nvPr>
            <p:ph type="title" hasCustomPrompt="1"/>
          </p:nvPr>
        </p:nvSpPr>
        <p:spPr>
          <a:xfrm>
            <a:off x="6561735" y="1241625"/>
            <a:ext cx="5018228" cy="867930"/>
          </a:xfrm>
          <a:prstGeom prst="rect">
            <a:avLst/>
          </a:prstGeom>
        </p:spPr>
        <p:txBody>
          <a:bodyPr wrap="square">
            <a:spAutoFit/>
          </a:bodyPr>
          <a:lstStyle>
            <a:lvl1pPr>
              <a:defRPr sz="2800"/>
            </a:lvl1pPr>
          </a:lstStyle>
          <a:p>
            <a:pPr lvl="0"/>
            <a:r>
              <a:rPr lang="en-US" dirty="0"/>
              <a:t>Click to edit Master text styles  </a:t>
            </a:r>
          </a:p>
        </p:txBody>
      </p:sp>
      <p:cxnSp>
        <p:nvCxnSpPr>
          <p:cNvPr id="11" name="Straight Connector 10">
            <a:extLst>
              <a:ext uri="{FF2B5EF4-FFF2-40B4-BE49-F238E27FC236}">
                <a16:creationId xmlns:a16="http://schemas.microsoft.com/office/drawing/2014/main" id="{076CAFA7-68AE-4EAD-BE3A-A5B16D9D3552}"/>
              </a:ext>
            </a:extLst>
          </p:cNvPr>
          <p:cNvCxnSpPr/>
          <p:nvPr userDrawn="1"/>
        </p:nvCxnSpPr>
        <p:spPr>
          <a:xfrm>
            <a:off x="6468234"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4" name="Text Placeholder 3">
            <a:extLst>
              <a:ext uri="{FF2B5EF4-FFF2-40B4-BE49-F238E27FC236}">
                <a16:creationId xmlns:a16="http://schemas.microsoft.com/office/drawing/2014/main" id="{A8F2FE0A-3A4C-445D-8290-44FCEA3F5955}"/>
              </a:ext>
            </a:extLst>
          </p:cNvPr>
          <p:cNvSpPr>
            <a:spLocks noGrp="1"/>
          </p:cNvSpPr>
          <p:nvPr>
            <p:ph type="body" sz="quarter" idx="10" hasCustomPrompt="1"/>
          </p:nvPr>
        </p:nvSpPr>
        <p:spPr>
          <a:xfrm>
            <a:off x="6468234"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
        <p:nvSpPr>
          <p:cNvPr id="15" name="Text Placeholder 3">
            <a:extLst>
              <a:ext uri="{FF2B5EF4-FFF2-40B4-BE49-F238E27FC236}">
                <a16:creationId xmlns:a16="http://schemas.microsoft.com/office/drawing/2014/main" id="{C9AD2564-EF06-46B2-95AF-0FC81EEDCC98}"/>
              </a:ext>
            </a:extLst>
          </p:cNvPr>
          <p:cNvSpPr>
            <a:spLocks noGrp="1"/>
          </p:cNvSpPr>
          <p:nvPr>
            <p:ph type="body" sz="half" idx="2" hasCustomPrompt="1"/>
          </p:nvPr>
        </p:nvSpPr>
        <p:spPr>
          <a:xfrm>
            <a:off x="6561734" y="2245766"/>
            <a:ext cx="5018229" cy="3920948"/>
          </a:xfrm>
        </p:spPr>
        <p:txBody>
          <a:bodyPr>
            <a:noAutofit/>
          </a:bodyPr>
          <a:lstStyle>
            <a:lvl1pPr marL="0" indent="0">
              <a:lnSpc>
                <a:spcPts val="2400"/>
              </a:lnSpc>
              <a:buNone/>
              <a:defRPr lang="en-US" sz="1800" dirty="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Tree>
    <p:extLst>
      <p:ext uri="{BB962C8B-B14F-4D97-AF65-F5344CB8AC3E}">
        <p14:creationId xmlns:p14="http://schemas.microsoft.com/office/powerpoint/2010/main" val="3255004176"/>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Left image - L">
    <p:bg>
      <p:bgPr>
        <a:solidFill>
          <a:schemeClr val="bg1"/>
        </a:solidFill>
        <a:effectLst/>
      </p:bgPr>
    </p:bg>
    <p:spTree>
      <p:nvGrpSpPr>
        <p:cNvPr id="1" name=""/>
        <p:cNvGrpSpPr/>
        <p:nvPr/>
      </p:nvGrpSpPr>
      <p:grpSpPr>
        <a:xfrm>
          <a:off x="0" y="0"/>
          <a:ext cx="0" cy="0"/>
          <a:chOff x="0" y="0"/>
          <a:chExt cx="0" cy="0"/>
        </a:xfrm>
      </p:grpSpPr>
      <p:sp>
        <p:nvSpPr>
          <p:cNvPr id="3" name="Picture Placeholder 2">
            <a:extLst>
              <a:ext uri="{FF2B5EF4-FFF2-40B4-BE49-F238E27FC236}">
                <a16:creationId xmlns:a16="http://schemas.microsoft.com/office/drawing/2014/main" id="{2CB99501-2A5A-45F8-BACF-23701FE68337}"/>
              </a:ext>
            </a:extLst>
          </p:cNvPr>
          <p:cNvSpPr>
            <a:spLocks noGrp="1"/>
          </p:cNvSpPr>
          <p:nvPr>
            <p:ph type="pic" idx="1" hasCustomPrompt="1"/>
          </p:nvPr>
        </p:nvSpPr>
        <p:spPr>
          <a:xfrm>
            <a:off x="0" y="0"/>
            <a:ext cx="6997698" cy="6857999"/>
          </a:xfrm>
          <a:solidFill>
            <a:srgbClr val="F4F4F4"/>
          </a:solidFill>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picture here</a:t>
            </a:r>
          </a:p>
        </p:txBody>
      </p:sp>
      <p:sp>
        <p:nvSpPr>
          <p:cNvPr id="4" name="Text Placeholder 3">
            <a:extLst>
              <a:ext uri="{FF2B5EF4-FFF2-40B4-BE49-F238E27FC236}">
                <a16:creationId xmlns:a16="http://schemas.microsoft.com/office/drawing/2014/main" id="{4CE260B5-3078-4CFA-A43A-D57EA4E988F4}"/>
              </a:ext>
            </a:extLst>
          </p:cNvPr>
          <p:cNvSpPr>
            <a:spLocks noGrp="1"/>
          </p:cNvSpPr>
          <p:nvPr>
            <p:ph type="body" sz="half" idx="2"/>
          </p:nvPr>
        </p:nvSpPr>
        <p:spPr>
          <a:xfrm>
            <a:off x="7404579" y="2228472"/>
            <a:ext cx="4204643" cy="3936800"/>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9" name="Title 1">
            <a:extLst>
              <a:ext uri="{FF2B5EF4-FFF2-40B4-BE49-F238E27FC236}">
                <a16:creationId xmlns:a16="http://schemas.microsoft.com/office/drawing/2014/main" id="{6147FA91-C242-46DD-BE23-48F41CC2970C}"/>
              </a:ext>
            </a:extLst>
          </p:cNvPr>
          <p:cNvSpPr>
            <a:spLocks noGrp="1"/>
          </p:cNvSpPr>
          <p:nvPr>
            <p:ph type="title" hasCustomPrompt="1"/>
          </p:nvPr>
        </p:nvSpPr>
        <p:spPr>
          <a:xfrm>
            <a:off x="7404579" y="1218965"/>
            <a:ext cx="4255850" cy="933507"/>
          </a:xfrm>
          <a:prstGeom prst="rect">
            <a:avLst/>
          </a:prstGeom>
        </p:spPr>
        <p:txBody>
          <a:bodyPr anchor="t">
            <a:noAutofit/>
          </a:bodyPr>
          <a:lstStyle>
            <a:lvl1pPr>
              <a:defRPr sz="2800"/>
            </a:lvl1pPr>
          </a:lstStyle>
          <a:p>
            <a:pPr lvl="0"/>
            <a:r>
              <a:rPr lang="en-US" dirty="0"/>
              <a:t>Click to edit Master text styles</a:t>
            </a:r>
          </a:p>
        </p:txBody>
      </p:sp>
      <p:cxnSp>
        <p:nvCxnSpPr>
          <p:cNvPr id="7" name="Straight Connector 6">
            <a:extLst>
              <a:ext uri="{FF2B5EF4-FFF2-40B4-BE49-F238E27FC236}">
                <a16:creationId xmlns:a16="http://schemas.microsoft.com/office/drawing/2014/main" id="{20EEAF69-B649-4DD9-BE4A-CC1FC2864BDE}"/>
              </a:ext>
            </a:extLst>
          </p:cNvPr>
          <p:cNvCxnSpPr/>
          <p:nvPr userDrawn="1"/>
        </p:nvCxnSpPr>
        <p:spPr>
          <a:xfrm>
            <a:off x="7353374"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8" name="Text Placeholder 3">
            <a:extLst>
              <a:ext uri="{FF2B5EF4-FFF2-40B4-BE49-F238E27FC236}">
                <a16:creationId xmlns:a16="http://schemas.microsoft.com/office/drawing/2014/main" id="{822686E3-ED91-4402-ABE9-E10A74CBDBB8}"/>
              </a:ext>
            </a:extLst>
          </p:cNvPr>
          <p:cNvSpPr>
            <a:spLocks noGrp="1"/>
          </p:cNvSpPr>
          <p:nvPr>
            <p:ph type="body" sz="quarter" idx="10" hasCustomPrompt="1"/>
          </p:nvPr>
        </p:nvSpPr>
        <p:spPr>
          <a:xfrm>
            <a:off x="7353375" y="313371"/>
            <a:ext cx="4307054"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4253639258"/>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Right image - S ">
    <p:spTree>
      <p:nvGrpSpPr>
        <p:cNvPr id="1" name=""/>
        <p:cNvGrpSpPr/>
        <p:nvPr/>
      </p:nvGrpSpPr>
      <p:grpSpPr>
        <a:xfrm>
          <a:off x="0" y="0"/>
          <a:ext cx="0" cy="0"/>
          <a:chOff x="0" y="0"/>
          <a:chExt cx="0" cy="0"/>
        </a:xfrm>
      </p:grpSpPr>
      <p:sp>
        <p:nvSpPr>
          <p:cNvPr id="14" name="Picture Placeholder 2">
            <a:extLst>
              <a:ext uri="{FF2B5EF4-FFF2-40B4-BE49-F238E27FC236}">
                <a16:creationId xmlns:a16="http://schemas.microsoft.com/office/drawing/2014/main" id="{5ED55E9E-BFC6-411F-90A8-B7CC917CD1B5}"/>
              </a:ext>
            </a:extLst>
          </p:cNvPr>
          <p:cNvSpPr>
            <a:spLocks noGrp="1"/>
          </p:cNvSpPr>
          <p:nvPr>
            <p:ph type="pic" idx="1" hasCustomPrompt="1"/>
          </p:nvPr>
        </p:nvSpPr>
        <p:spPr>
          <a:xfrm>
            <a:off x="7026350" y="-1"/>
            <a:ext cx="5165650" cy="6858000"/>
          </a:xfrm>
          <a:solidFill>
            <a:srgbClr val="F7F7F7"/>
          </a:solidFill>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image here</a:t>
            </a:r>
          </a:p>
        </p:txBody>
      </p:sp>
      <p:sp>
        <p:nvSpPr>
          <p:cNvPr id="11" name="Title 1">
            <a:extLst>
              <a:ext uri="{FF2B5EF4-FFF2-40B4-BE49-F238E27FC236}">
                <a16:creationId xmlns:a16="http://schemas.microsoft.com/office/drawing/2014/main" id="{A421150D-F679-4DFA-93CF-0E5480CC490F}"/>
              </a:ext>
            </a:extLst>
          </p:cNvPr>
          <p:cNvSpPr>
            <a:spLocks noGrp="1"/>
          </p:cNvSpPr>
          <p:nvPr>
            <p:ph type="title" hasCustomPrompt="1"/>
          </p:nvPr>
        </p:nvSpPr>
        <p:spPr>
          <a:xfrm>
            <a:off x="692373" y="1241625"/>
            <a:ext cx="6000749" cy="480131"/>
          </a:xfrm>
          <a:prstGeom prst="rect">
            <a:avLst/>
          </a:prstGeom>
        </p:spPr>
        <p:txBody>
          <a:bodyPr wrap="square">
            <a:spAutoFit/>
          </a:bodyPr>
          <a:lstStyle>
            <a:lvl1pPr>
              <a:defRPr sz="2800"/>
            </a:lvl1pPr>
          </a:lstStyle>
          <a:p>
            <a:pPr lvl="0"/>
            <a:r>
              <a:rPr lang="en-US" dirty="0"/>
              <a:t>Click to edit Master text styles</a:t>
            </a:r>
          </a:p>
        </p:txBody>
      </p:sp>
      <p:cxnSp>
        <p:nvCxnSpPr>
          <p:cNvPr id="17" name="Straight Connector 16">
            <a:extLst>
              <a:ext uri="{FF2B5EF4-FFF2-40B4-BE49-F238E27FC236}">
                <a16:creationId xmlns:a16="http://schemas.microsoft.com/office/drawing/2014/main" id="{7F1DE310-EEBE-4571-9348-190C69629E15}"/>
              </a:ext>
            </a:extLst>
          </p:cNvPr>
          <p:cNvCxnSpPr/>
          <p:nvPr userDrawn="1"/>
        </p:nvCxnSpPr>
        <p:spPr>
          <a:xfrm>
            <a:off x="598862"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4C777EF-FC93-4970-9186-9F729BE94473}"/>
              </a:ext>
            </a:extLst>
          </p:cNvPr>
          <p:cNvSpPr>
            <a:spLocks noGrp="1"/>
          </p:cNvSpPr>
          <p:nvPr>
            <p:ph type="body" sz="quarter" idx="10" hasCustomPrompt="1"/>
          </p:nvPr>
        </p:nvSpPr>
        <p:spPr>
          <a:xfrm>
            <a:off x="598862"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
        <p:nvSpPr>
          <p:cNvPr id="13" name="Text Placeholder 3">
            <a:extLst>
              <a:ext uri="{FF2B5EF4-FFF2-40B4-BE49-F238E27FC236}">
                <a16:creationId xmlns:a16="http://schemas.microsoft.com/office/drawing/2014/main" id="{BD03799A-7C35-4CAA-BE06-C4A99AE98261}"/>
              </a:ext>
            </a:extLst>
          </p:cNvPr>
          <p:cNvSpPr>
            <a:spLocks noGrp="1"/>
          </p:cNvSpPr>
          <p:nvPr>
            <p:ph type="body" sz="half" idx="2" hasCustomPrompt="1"/>
          </p:nvPr>
        </p:nvSpPr>
        <p:spPr>
          <a:xfrm>
            <a:off x="692362" y="1796208"/>
            <a:ext cx="6000749" cy="3820167"/>
          </a:xfrm>
        </p:spPr>
        <p:txBody>
          <a:bodyPr>
            <a:noAutofit/>
          </a:bodyPr>
          <a:lstStyle>
            <a:lvl1pPr marL="0" indent="0">
              <a:lnSpc>
                <a:spcPts val="2400"/>
              </a:lnSpc>
              <a:buNone/>
              <a:defRPr lang="en-US" sz="1800" dirty="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Tree>
    <p:extLst>
      <p:ext uri="{BB962C8B-B14F-4D97-AF65-F5344CB8AC3E}">
        <p14:creationId xmlns:p14="http://schemas.microsoft.com/office/powerpoint/2010/main" val="2682314598"/>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Right image - M">
    <p:spTree>
      <p:nvGrpSpPr>
        <p:cNvPr id="1" name=""/>
        <p:cNvGrpSpPr/>
        <p:nvPr/>
      </p:nvGrpSpPr>
      <p:grpSpPr>
        <a:xfrm>
          <a:off x="0" y="0"/>
          <a:ext cx="0" cy="0"/>
          <a:chOff x="0" y="0"/>
          <a:chExt cx="0" cy="0"/>
        </a:xfrm>
      </p:grpSpPr>
      <p:sp>
        <p:nvSpPr>
          <p:cNvPr id="9" name="Picture Placeholder 2">
            <a:extLst>
              <a:ext uri="{FF2B5EF4-FFF2-40B4-BE49-F238E27FC236}">
                <a16:creationId xmlns:a16="http://schemas.microsoft.com/office/drawing/2014/main" id="{E364E913-4A6A-4F3B-B209-831A75170B72}"/>
              </a:ext>
            </a:extLst>
          </p:cNvPr>
          <p:cNvSpPr>
            <a:spLocks noGrp="1"/>
          </p:cNvSpPr>
          <p:nvPr>
            <p:ph type="pic" idx="1" hasCustomPrompt="1"/>
          </p:nvPr>
        </p:nvSpPr>
        <p:spPr>
          <a:xfrm>
            <a:off x="6096000" y="-1"/>
            <a:ext cx="6092751" cy="6858000"/>
          </a:xfrm>
          <a:solidFill>
            <a:srgbClr val="F4F4F4"/>
          </a:solidFill>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image here</a:t>
            </a:r>
          </a:p>
        </p:txBody>
      </p:sp>
      <p:sp>
        <p:nvSpPr>
          <p:cNvPr id="8" name="Title 1">
            <a:extLst>
              <a:ext uri="{FF2B5EF4-FFF2-40B4-BE49-F238E27FC236}">
                <a16:creationId xmlns:a16="http://schemas.microsoft.com/office/drawing/2014/main" id="{E30453B6-BE94-4D10-99CD-4F6557992EA0}"/>
              </a:ext>
            </a:extLst>
          </p:cNvPr>
          <p:cNvSpPr>
            <a:spLocks noGrp="1"/>
          </p:cNvSpPr>
          <p:nvPr>
            <p:ph type="title" hasCustomPrompt="1"/>
          </p:nvPr>
        </p:nvSpPr>
        <p:spPr>
          <a:xfrm>
            <a:off x="709575" y="1241625"/>
            <a:ext cx="5018228" cy="867930"/>
          </a:xfrm>
          <a:prstGeom prst="rect">
            <a:avLst/>
          </a:prstGeom>
        </p:spPr>
        <p:txBody>
          <a:bodyPr wrap="square">
            <a:spAutoFit/>
          </a:bodyPr>
          <a:lstStyle>
            <a:lvl1pPr>
              <a:defRPr sz="2800"/>
            </a:lvl1pPr>
          </a:lstStyle>
          <a:p>
            <a:pPr lvl="0"/>
            <a:r>
              <a:rPr lang="en-US" dirty="0"/>
              <a:t>Click to edit Master text styles  </a:t>
            </a:r>
          </a:p>
        </p:txBody>
      </p:sp>
      <p:cxnSp>
        <p:nvCxnSpPr>
          <p:cNvPr id="11" name="Straight Connector 10">
            <a:extLst>
              <a:ext uri="{FF2B5EF4-FFF2-40B4-BE49-F238E27FC236}">
                <a16:creationId xmlns:a16="http://schemas.microsoft.com/office/drawing/2014/main" id="{076CAFA7-68AE-4EAD-BE3A-A5B16D9D3552}"/>
              </a:ext>
            </a:extLst>
          </p:cNvPr>
          <p:cNvCxnSpPr/>
          <p:nvPr userDrawn="1"/>
        </p:nvCxnSpPr>
        <p:spPr>
          <a:xfrm>
            <a:off x="616074"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4" name="Text Placeholder 3">
            <a:extLst>
              <a:ext uri="{FF2B5EF4-FFF2-40B4-BE49-F238E27FC236}">
                <a16:creationId xmlns:a16="http://schemas.microsoft.com/office/drawing/2014/main" id="{A8F2FE0A-3A4C-445D-8290-44FCEA3F5955}"/>
              </a:ext>
            </a:extLst>
          </p:cNvPr>
          <p:cNvSpPr>
            <a:spLocks noGrp="1"/>
          </p:cNvSpPr>
          <p:nvPr>
            <p:ph type="body" sz="quarter" idx="10" hasCustomPrompt="1"/>
          </p:nvPr>
        </p:nvSpPr>
        <p:spPr>
          <a:xfrm>
            <a:off x="616074"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
        <p:nvSpPr>
          <p:cNvPr id="15" name="Text Placeholder 3">
            <a:extLst>
              <a:ext uri="{FF2B5EF4-FFF2-40B4-BE49-F238E27FC236}">
                <a16:creationId xmlns:a16="http://schemas.microsoft.com/office/drawing/2014/main" id="{C9AD2564-EF06-46B2-95AF-0FC81EEDCC98}"/>
              </a:ext>
            </a:extLst>
          </p:cNvPr>
          <p:cNvSpPr>
            <a:spLocks noGrp="1"/>
          </p:cNvSpPr>
          <p:nvPr>
            <p:ph type="body" sz="half" idx="2" hasCustomPrompt="1"/>
          </p:nvPr>
        </p:nvSpPr>
        <p:spPr>
          <a:xfrm>
            <a:off x="709574" y="2245766"/>
            <a:ext cx="5018229" cy="3920948"/>
          </a:xfrm>
        </p:spPr>
        <p:txBody>
          <a:bodyPr>
            <a:noAutofit/>
          </a:bodyPr>
          <a:lstStyle>
            <a:lvl1pPr marL="0" indent="0">
              <a:lnSpc>
                <a:spcPts val="2400"/>
              </a:lnSpc>
              <a:buNone/>
              <a:defRPr lang="en-US" sz="1800" dirty="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Tree>
    <p:extLst>
      <p:ext uri="{BB962C8B-B14F-4D97-AF65-F5344CB8AC3E}">
        <p14:creationId xmlns:p14="http://schemas.microsoft.com/office/powerpoint/2010/main" val="3864113316"/>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1_Left image-L (White bg)">
    <p:bg>
      <p:bgPr>
        <a:solidFill>
          <a:schemeClr val="bg1"/>
        </a:solidFill>
        <a:effectLst/>
      </p:bgPr>
    </p:bg>
    <p:spTree>
      <p:nvGrpSpPr>
        <p:cNvPr id="1" name=""/>
        <p:cNvGrpSpPr/>
        <p:nvPr/>
      </p:nvGrpSpPr>
      <p:grpSpPr>
        <a:xfrm>
          <a:off x="0" y="0"/>
          <a:ext cx="0" cy="0"/>
          <a:chOff x="0" y="0"/>
          <a:chExt cx="0" cy="0"/>
        </a:xfrm>
      </p:grpSpPr>
      <p:sp>
        <p:nvSpPr>
          <p:cNvPr id="3" name="Picture Placeholder 2">
            <a:extLst>
              <a:ext uri="{FF2B5EF4-FFF2-40B4-BE49-F238E27FC236}">
                <a16:creationId xmlns:a16="http://schemas.microsoft.com/office/drawing/2014/main" id="{2CB99501-2A5A-45F8-BACF-23701FE68337}"/>
              </a:ext>
            </a:extLst>
          </p:cNvPr>
          <p:cNvSpPr>
            <a:spLocks noGrp="1"/>
          </p:cNvSpPr>
          <p:nvPr>
            <p:ph type="pic" idx="1" hasCustomPrompt="1"/>
          </p:nvPr>
        </p:nvSpPr>
        <p:spPr>
          <a:xfrm>
            <a:off x="5194302" y="0"/>
            <a:ext cx="6997698" cy="6857999"/>
          </a:xfrm>
          <a:solidFill>
            <a:srgbClr val="F4F4F4"/>
          </a:solidFill>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picture here</a:t>
            </a:r>
          </a:p>
        </p:txBody>
      </p:sp>
      <p:sp>
        <p:nvSpPr>
          <p:cNvPr id="4" name="Text Placeholder 3">
            <a:extLst>
              <a:ext uri="{FF2B5EF4-FFF2-40B4-BE49-F238E27FC236}">
                <a16:creationId xmlns:a16="http://schemas.microsoft.com/office/drawing/2014/main" id="{4CE260B5-3078-4CFA-A43A-D57EA4E988F4}"/>
              </a:ext>
            </a:extLst>
          </p:cNvPr>
          <p:cNvSpPr>
            <a:spLocks noGrp="1"/>
          </p:cNvSpPr>
          <p:nvPr>
            <p:ph type="body" sz="half" idx="2"/>
          </p:nvPr>
        </p:nvSpPr>
        <p:spPr>
          <a:xfrm>
            <a:off x="652649" y="2228472"/>
            <a:ext cx="4204643" cy="3936800"/>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9" name="Title 1">
            <a:extLst>
              <a:ext uri="{FF2B5EF4-FFF2-40B4-BE49-F238E27FC236}">
                <a16:creationId xmlns:a16="http://schemas.microsoft.com/office/drawing/2014/main" id="{6147FA91-C242-46DD-BE23-48F41CC2970C}"/>
              </a:ext>
            </a:extLst>
          </p:cNvPr>
          <p:cNvSpPr>
            <a:spLocks noGrp="1"/>
          </p:cNvSpPr>
          <p:nvPr>
            <p:ph type="title" hasCustomPrompt="1"/>
          </p:nvPr>
        </p:nvSpPr>
        <p:spPr>
          <a:xfrm>
            <a:off x="652649" y="1218965"/>
            <a:ext cx="4255850" cy="933507"/>
          </a:xfrm>
          <a:prstGeom prst="rect">
            <a:avLst/>
          </a:prstGeom>
        </p:spPr>
        <p:txBody>
          <a:bodyPr anchor="t">
            <a:noAutofit/>
          </a:bodyPr>
          <a:lstStyle>
            <a:lvl1pPr>
              <a:defRPr sz="2800"/>
            </a:lvl1pPr>
          </a:lstStyle>
          <a:p>
            <a:pPr lvl="0"/>
            <a:r>
              <a:rPr lang="en-US" dirty="0"/>
              <a:t>Click to edit Master text styles</a:t>
            </a:r>
          </a:p>
        </p:txBody>
      </p:sp>
      <p:cxnSp>
        <p:nvCxnSpPr>
          <p:cNvPr id="7" name="Straight Connector 6">
            <a:extLst>
              <a:ext uri="{FF2B5EF4-FFF2-40B4-BE49-F238E27FC236}">
                <a16:creationId xmlns:a16="http://schemas.microsoft.com/office/drawing/2014/main" id="{20EEAF69-B649-4DD9-BE4A-CC1FC2864BDE}"/>
              </a:ext>
            </a:extLst>
          </p:cNvPr>
          <p:cNvCxnSpPr/>
          <p:nvPr userDrawn="1"/>
        </p:nvCxnSpPr>
        <p:spPr>
          <a:xfrm>
            <a:off x="601444"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8" name="Text Placeholder 3">
            <a:extLst>
              <a:ext uri="{FF2B5EF4-FFF2-40B4-BE49-F238E27FC236}">
                <a16:creationId xmlns:a16="http://schemas.microsoft.com/office/drawing/2014/main" id="{822686E3-ED91-4402-ABE9-E10A74CBDBB8}"/>
              </a:ext>
            </a:extLst>
          </p:cNvPr>
          <p:cNvSpPr>
            <a:spLocks noGrp="1"/>
          </p:cNvSpPr>
          <p:nvPr>
            <p:ph type="body" sz="quarter" idx="10" hasCustomPrompt="1"/>
          </p:nvPr>
        </p:nvSpPr>
        <p:spPr>
          <a:xfrm>
            <a:off x="601445" y="313371"/>
            <a:ext cx="4307054"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1278066116"/>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blank" preserve="1">
  <p:cSld name="Blank - Footer (white bg) ">
    <p:spTree>
      <p:nvGrpSpPr>
        <p:cNvPr id="1" name=""/>
        <p:cNvGrpSpPr/>
        <p:nvPr/>
      </p:nvGrpSpPr>
      <p:grpSpPr>
        <a:xfrm>
          <a:off x="0" y="0"/>
          <a:ext cx="0" cy="0"/>
          <a:chOff x="0" y="0"/>
          <a:chExt cx="0" cy="0"/>
        </a:xfrm>
      </p:grpSpPr>
    </p:spTree>
    <p:extLst>
      <p:ext uri="{BB962C8B-B14F-4D97-AF65-F5344CB8AC3E}">
        <p14:creationId xmlns:p14="http://schemas.microsoft.com/office/powerpoint/2010/main" val="943554320"/>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blank" preserve="1">
  <p:cSld name="Blank (white bg) ">
    <p:bg>
      <p:bgPr>
        <a:solidFill>
          <a:schemeClr val="bg1"/>
        </a:solidFill>
        <a:effectLst/>
      </p:bgPr>
    </p:bg>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336622E0-A137-429D-BE75-779E322CE694}"/>
              </a:ext>
            </a:extLst>
          </p:cNvPr>
          <p:cNvSpPr/>
          <p:nvPr userDrawn="1"/>
        </p:nvSpPr>
        <p:spPr>
          <a:xfrm>
            <a:off x="-30161" y="0"/>
            <a:ext cx="12222161" cy="6858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 </a:t>
            </a:r>
          </a:p>
        </p:txBody>
      </p:sp>
    </p:spTree>
    <p:extLst>
      <p:ext uri="{BB962C8B-B14F-4D97-AF65-F5344CB8AC3E}">
        <p14:creationId xmlns:p14="http://schemas.microsoft.com/office/powerpoint/2010/main" val="3216082533"/>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blank" preserve="1">
  <p:cSld name="Blank (blue bg) ">
    <p:bg>
      <p:bgPr>
        <a:solidFill>
          <a:schemeClr val="bg1"/>
        </a:solidFill>
        <a:effectLst/>
      </p:bgPr>
    </p:bg>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0B0641AD-3AD5-4F67-A775-821CB3080BD2}"/>
              </a:ext>
            </a:extLst>
          </p:cNvPr>
          <p:cNvSpPr/>
          <p:nvPr userDrawn="1"/>
        </p:nvSpPr>
        <p:spPr>
          <a:xfrm>
            <a:off x="-30161" y="0"/>
            <a:ext cx="12222161" cy="6858000"/>
          </a:xfrm>
          <a:prstGeom prst="rect">
            <a:avLst/>
          </a:prstGeom>
          <a:solidFill>
            <a:srgbClr val="F5FAF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 </a:t>
            </a:r>
          </a:p>
        </p:txBody>
      </p:sp>
    </p:spTree>
    <p:extLst>
      <p:ext uri="{BB962C8B-B14F-4D97-AF65-F5344CB8AC3E}">
        <p14:creationId xmlns:p14="http://schemas.microsoft.com/office/powerpoint/2010/main" val="1418022755"/>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2_Thank you Slide">
    <p:bg>
      <p:bgPr>
        <a:solidFill>
          <a:srgbClr val="F5FAFC"/>
        </a:solidFill>
        <a:effectLst/>
      </p:bgPr>
    </p:bg>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E3F35E03-ED1F-4BA6-A9DB-BAA193266DF0}"/>
              </a:ext>
            </a:extLst>
          </p:cNvPr>
          <p:cNvSpPr txBox="1"/>
          <p:nvPr userDrawn="1"/>
        </p:nvSpPr>
        <p:spPr>
          <a:xfrm>
            <a:off x="3457462" y="2905780"/>
            <a:ext cx="5246914" cy="584775"/>
          </a:xfrm>
          <a:prstGeom prst="rect">
            <a:avLst/>
          </a:prstGeom>
          <a:noFill/>
        </p:spPr>
        <p:txBody>
          <a:bodyPr wrap="square" rtlCol="0">
            <a:spAutoFit/>
          </a:bodyPr>
          <a:lstStyle/>
          <a:p>
            <a:pPr algn="ctr"/>
            <a:r>
              <a:rPr lang="en-US" sz="3200" b="1" dirty="0">
                <a:solidFill>
                  <a:schemeClr val="tx1"/>
                </a:solidFill>
                <a:cs typeface="Arial" panose="020B0604020202020204" pitchFamily="34" charset="0"/>
              </a:rPr>
              <a:t>Thank you!</a:t>
            </a:r>
          </a:p>
        </p:txBody>
      </p:sp>
      <p:sp>
        <p:nvSpPr>
          <p:cNvPr id="7" name="Rectangle 6">
            <a:extLst>
              <a:ext uri="{FF2B5EF4-FFF2-40B4-BE49-F238E27FC236}">
                <a16:creationId xmlns:a16="http://schemas.microsoft.com/office/drawing/2014/main" id="{D95BEDD7-9550-46FC-AAD4-3BCDC60161D9}"/>
              </a:ext>
            </a:extLst>
          </p:cNvPr>
          <p:cNvSpPr/>
          <p:nvPr userDrawn="1"/>
        </p:nvSpPr>
        <p:spPr>
          <a:xfrm>
            <a:off x="0" y="6115986"/>
            <a:ext cx="12192000" cy="742013"/>
          </a:xfrm>
          <a:prstGeom prst="rect">
            <a:avLst/>
          </a:prstGeom>
          <a:solidFill>
            <a:srgbClr val="F5FAF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rgbClr val="009CD6"/>
              </a:solidFill>
            </a:endParaRPr>
          </a:p>
        </p:txBody>
      </p:sp>
    </p:spTree>
    <p:extLst>
      <p:ext uri="{BB962C8B-B14F-4D97-AF65-F5344CB8AC3E}">
        <p14:creationId xmlns:p14="http://schemas.microsoft.com/office/powerpoint/2010/main" val="697607840"/>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userDrawn="1">
  <p:cSld name="3_Title and Content">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7CD000AF-B921-43E9-B432-355A07B6E46E}"/>
              </a:ext>
            </a:extLst>
          </p:cNvPr>
          <p:cNvSpPr/>
          <p:nvPr userDrawn="1"/>
        </p:nvSpPr>
        <p:spPr>
          <a:xfrm>
            <a:off x="0" y="6115986"/>
            <a:ext cx="10028420" cy="742013"/>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689536496"/>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userDrawn="1">
  <p:cSld name="Big text aligned right + Italic">
    <p:spTree>
      <p:nvGrpSpPr>
        <p:cNvPr id="1" name=""/>
        <p:cNvGrpSpPr/>
        <p:nvPr/>
      </p:nvGrpSpPr>
      <p:grpSpPr>
        <a:xfrm>
          <a:off x="0" y="0"/>
          <a:ext cx="0" cy="0"/>
          <a:chOff x="0" y="0"/>
          <a:chExt cx="0" cy="0"/>
        </a:xfrm>
      </p:grpSpPr>
      <p:cxnSp>
        <p:nvCxnSpPr>
          <p:cNvPr id="9" name="Straight Connector 8">
            <a:extLst>
              <a:ext uri="{FF2B5EF4-FFF2-40B4-BE49-F238E27FC236}">
                <a16:creationId xmlns:a16="http://schemas.microsoft.com/office/drawing/2014/main" id="{1D7316B5-C57D-4BFE-9E05-E402A449FF88}"/>
              </a:ext>
            </a:extLst>
          </p:cNvPr>
          <p:cNvCxnSpPr/>
          <p:nvPr userDrawn="1"/>
        </p:nvCxnSpPr>
        <p:spPr>
          <a:xfrm>
            <a:off x="614785"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8F92057-32FC-4FC9-AF35-02473A8E4978}"/>
              </a:ext>
            </a:extLst>
          </p:cNvPr>
          <p:cNvSpPr>
            <a:spLocks noGrp="1"/>
          </p:cNvSpPr>
          <p:nvPr>
            <p:ph type="body" sz="quarter" idx="10" hasCustomPrompt="1"/>
          </p:nvPr>
        </p:nvSpPr>
        <p:spPr>
          <a:xfrm>
            <a:off x="614785" y="313371"/>
            <a:ext cx="4554538" cy="308803"/>
          </a:xfrm>
        </p:spPr>
        <p:txBody>
          <a:bodyPr anchor="ctr"/>
          <a:lstStyle>
            <a:lvl1pPr marL="91440" indent="0">
              <a:buNone/>
              <a:defRPr sz="1600">
                <a:solidFill>
                  <a:schemeClr val="accent2"/>
                </a:solidFill>
              </a:defRPr>
            </a:lvl1pPr>
          </a:lstStyle>
          <a:p>
            <a:pPr lvl="0"/>
            <a:r>
              <a:rPr lang="en-US"/>
              <a:t>Click to edit section name</a:t>
            </a:r>
            <a:endParaRPr lang="en-US" dirty="0"/>
          </a:p>
        </p:txBody>
      </p:sp>
      <p:sp>
        <p:nvSpPr>
          <p:cNvPr id="6" name="Shape 610" hidden="1">
            <a:extLst>
              <a:ext uri="{FF2B5EF4-FFF2-40B4-BE49-F238E27FC236}">
                <a16:creationId xmlns:a16="http://schemas.microsoft.com/office/drawing/2014/main" id="{C5B068B2-AEB9-41E6-AB3C-EA87FFB0FE76}"/>
              </a:ext>
            </a:extLst>
          </p:cNvPr>
          <p:cNvSpPr/>
          <p:nvPr userDrawn="1"/>
        </p:nvSpPr>
        <p:spPr>
          <a:xfrm>
            <a:off x="510238" y="2132869"/>
            <a:ext cx="6303518" cy="3103212"/>
          </a:xfrm>
          <a:prstGeom prst="rect">
            <a:avLst/>
          </a:prstGeom>
          <a:noFill/>
          <a:ln>
            <a:noFill/>
          </a:ln>
        </p:spPr>
        <p:txBody>
          <a:bodyPr lIns="91412" tIns="45700" rIns="91412" bIns="45700" anchor="t" anchorCtr="0">
            <a:noAutofit/>
          </a:bodyPr>
          <a:lstStyle/>
          <a:p>
            <a:pPr algn="r">
              <a:buSzPct val="25000"/>
            </a:pPr>
            <a:r>
              <a:rPr lang="en-GB" sz="2800" dirty="0">
                <a:latin typeface="Arial" panose="020B0604020202020204" pitchFamily="34" charset="0"/>
                <a:ea typeface="Roboto"/>
                <a:cs typeface="Arial" panose="020B0604020202020204" pitchFamily="34" charset="0"/>
                <a:sym typeface="Roboto"/>
              </a:rPr>
              <a:t>We have focused on </a:t>
            </a:r>
            <a:r>
              <a:rPr lang="en-GB" sz="2800" b="1" dirty="0">
                <a:latin typeface="Arial" panose="020B0604020202020204" pitchFamily="34" charset="0"/>
                <a:ea typeface="Roboto"/>
                <a:cs typeface="Arial" panose="020B0604020202020204" pitchFamily="34" charset="0"/>
                <a:sym typeface="Roboto"/>
              </a:rPr>
              <a:t>preparing and empowering BDT staff</a:t>
            </a:r>
            <a:r>
              <a:rPr lang="en-GB" sz="2800" dirty="0">
                <a:latin typeface="Arial" panose="020B0604020202020204" pitchFamily="34" charset="0"/>
                <a:ea typeface="Roboto"/>
                <a:cs typeface="Arial" panose="020B0604020202020204" pitchFamily="34" charset="0"/>
                <a:sym typeface="Roboto"/>
              </a:rPr>
              <a:t> with the tools and resources to deliver value and impact, with performance management related objectives being adjusted accordingly</a:t>
            </a:r>
          </a:p>
        </p:txBody>
      </p:sp>
      <p:sp>
        <p:nvSpPr>
          <p:cNvPr id="7" name="Subtitle 8">
            <a:extLst>
              <a:ext uri="{FF2B5EF4-FFF2-40B4-BE49-F238E27FC236}">
                <a16:creationId xmlns:a16="http://schemas.microsoft.com/office/drawing/2014/main" id="{A4620858-2872-44F6-B072-7E678A260322}"/>
              </a:ext>
            </a:extLst>
          </p:cNvPr>
          <p:cNvSpPr txBox="1">
            <a:spLocks/>
          </p:cNvSpPr>
          <p:nvPr userDrawn="1"/>
        </p:nvSpPr>
        <p:spPr>
          <a:xfrm>
            <a:off x="7295839" y="2132869"/>
            <a:ext cx="4663323" cy="4303496"/>
          </a:xfrm>
          <a:prstGeom prst="rect">
            <a:avLst/>
          </a:prstGeom>
        </p:spPr>
        <p:txBody>
          <a:bodyPr>
            <a:no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Arial" panose="020B0604020202020204" pitchFamily="34" charset="0"/>
                <a:ea typeface="+mn-ea"/>
                <a:cs typeface="Arial" panose="020B0604020202020204" pitchFamily="34" charset="0"/>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pPr algn="l">
              <a:lnSpc>
                <a:spcPct val="100000"/>
              </a:lnSpc>
              <a:spcBef>
                <a:spcPts val="1800"/>
              </a:spcBef>
            </a:pPr>
            <a:endParaRPr lang="en-US" i="1" dirty="0">
              <a:solidFill>
                <a:schemeClr val="bg2">
                  <a:lumMod val="25000"/>
                </a:schemeClr>
              </a:solidFill>
              <a:latin typeface="Georgia" panose="02040502050405020303" pitchFamily="18" charset="0"/>
            </a:endParaRPr>
          </a:p>
        </p:txBody>
      </p:sp>
      <p:cxnSp>
        <p:nvCxnSpPr>
          <p:cNvPr id="11" name="Straight Connector 10">
            <a:extLst>
              <a:ext uri="{FF2B5EF4-FFF2-40B4-BE49-F238E27FC236}">
                <a16:creationId xmlns:a16="http://schemas.microsoft.com/office/drawing/2014/main" id="{BE0E510D-A28B-40D0-90A9-897A15E93F85}"/>
              </a:ext>
            </a:extLst>
          </p:cNvPr>
          <p:cNvCxnSpPr>
            <a:cxnSpLocks/>
          </p:cNvCxnSpPr>
          <p:nvPr userDrawn="1"/>
        </p:nvCxnSpPr>
        <p:spPr>
          <a:xfrm>
            <a:off x="7069545" y="2248302"/>
            <a:ext cx="0" cy="3133725"/>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sp>
        <p:nvSpPr>
          <p:cNvPr id="4" name="Text Placeholder 3">
            <a:extLst>
              <a:ext uri="{FF2B5EF4-FFF2-40B4-BE49-F238E27FC236}">
                <a16:creationId xmlns:a16="http://schemas.microsoft.com/office/drawing/2014/main" id="{5B885EC5-B7E9-4FBB-A4AE-A260C8DCB031}"/>
              </a:ext>
            </a:extLst>
          </p:cNvPr>
          <p:cNvSpPr>
            <a:spLocks noGrp="1"/>
          </p:cNvSpPr>
          <p:nvPr>
            <p:ph type="body" sz="quarter" idx="11" hasCustomPrompt="1"/>
          </p:nvPr>
        </p:nvSpPr>
        <p:spPr>
          <a:xfrm>
            <a:off x="503238" y="2133600"/>
            <a:ext cx="6297612" cy="3079750"/>
          </a:xfrm>
        </p:spPr>
        <p:txBody>
          <a:bodyPr/>
          <a:lstStyle>
            <a:lvl1pPr marL="0" marR="0" indent="0" algn="r" defTabSz="914400" rtl="0" eaLnBrk="1" fontAlgn="auto" latinLnBrk="0" hangingPunct="1">
              <a:lnSpc>
                <a:spcPct val="100000"/>
              </a:lnSpc>
              <a:spcBef>
                <a:spcPts val="0"/>
              </a:spcBef>
              <a:spcAft>
                <a:spcPts val="0"/>
              </a:spcAft>
              <a:buClrTx/>
              <a:buSzPct val="25000"/>
              <a:buFontTx/>
              <a:buNone/>
              <a:tabLst/>
              <a:defRPr/>
            </a:lvl1pPr>
          </a:lstStyle>
          <a:p>
            <a:pPr marL="0" marR="0" lvl="0" indent="0" algn="r" defTabSz="914400" rtl="0" eaLnBrk="1" fontAlgn="auto" latinLnBrk="0" hangingPunct="1">
              <a:lnSpc>
                <a:spcPct val="100000"/>
              </a:lnSpc>
              <a:spcBef>
                <a:spcPts val="0"/>
              </a:spcBef>
              <a:spcAft>
                <a:spcPts val="0"/>
              </a:spcAft>
              <a:buClrTx/>
              <a:buSzPct val="25000"/>
              <a:buFontTx/>
              <a:buNone/>
              <a:tabLst/>
              <a:defRPr/>
            </a:pPr>
            <a:r>
              <a:rPr kumimoji="0" lang="en-GB" sz="2800" b="0" i="0" u="none" strike="noStrike" kern="1200" cap="none" spc="0" normalizeH="0" baseline="0" noProof="0" dirty="0">
                <a:ln>
                  <a:noFill/>
                </a:ln>
                <a:solidFill>
                  <a:prstClr val="black"/>
                </a:solidFill>
                <a:effectLst/>
                <a:uLnTx/>
                <a:uFillTx/>
                <a:latin typeface="Arial" panose="020B0604020202020204" pitchFamily="34" charset="0"/>
                <a:ea typeface="Roboto"/>
                <a:cs typeface="Arial" panose="020B0604020202020204" pitchFamily="34" charset="0"/>
                <a:sym typeface="Roboto"/>
              </a:rPr>
              <a:t>We have focused on </a:t>
            </a:r>
            <a:r>
              <a:rPr kumimoji="0" lang="en-GB" sz="2800" b="1" i="0" u="none" strike="noStrike" kern="1200" cap="none" spc="0" normalizeH="0" baseline="0" noProof="0" dirty="0">
                <a:ln>
                  <a:noFill/>
                </a:ln>
                <a:solidFill>
                  <a:prstClr val="black"/>
                </a:solidFill>
                <a:effectLst/>
                <a:uLnTx/>
                <a:uFillTx/>
                <a:latin typeface="Arial" panose="020B0604020202020204" pitchFamily="34" charset="0"/>
                <a:ea typeface="Roboto"/>
                <a:cs typeface="Arial" panose="020B0604020202020204" pitchFamily="34" charset="0"/>
                <a:sym typeface="Roboto"/>
              </a:rPr>
              <a:t>preparing and empowering BDT staff</a:t>
            </a:r>
            <a:r>
              <a:rPr kumimoji="0" lang="en-GB" sz="2800" b="0" i="0" u="none" strike="noStrike" kern="1200" cap="none" spc="0" normalizeH="0" baseline="0" noProof="0" dirty="0">
                <a:ln>
                  <a:noFill/>
                </a:ln>
                <a:solidFill>
                  <a:prstClr val="black"/>
                </a:solidFill>
                <a:effectLst/>
                <a:uLnTx/>
                <a:uFillTx/>
                <a:latin typeface="Arial" panose="020B0604020202020204" pitchFamily="34" charset="0"/>
                <a:ea typeface="Roboto"/>
                <a:cs typeface="Arial" panose="020B0604020202020204" pitchFamily="34" charset="0"/>
                <a:sym typeface="Roboto"/>
              </a:rPr>
              <a:t> with the tools and resources to deliver value and impact, with performance management related objectives being adjusted accordingly</a:t>
            </a:r>
          </a:p>
          <a:p>
            <a:pPr lvl="0"/>
            <a:endParaRPr lang="en-US" dirty="0"/>
          </a:p>
        </p:txBody>
      </p:sp>
      <p:sp>
        <p:nvSpPr>
          <p:cNvPr id="12" name="Text Placeholder 11">
            <a:extLst>
              <a:ext uri="{FF2B5EF4-FFF2-40B4-BE49-F238E27FC236}">
                <a16:creationId xmlns:a16="http://schemas.microsoft.com/office/drawing/2014/main" id="{2EFC6EC8-B366-4C1C-9E18-04E70FF727B4}"/>
              </a:ext>
            </a:extLst>
          </p:cNvPr>
          <p:cNvSpPr>
            <a:spLocks noGrp="1"/>
          </p:cNvSpPr>
          <p:nvPr>
            <p:ph type="body" sz="quarter" idx="12" hasCustomPrompt="1"/>
          </p:nvPr>
        </p:nvSpPr>
        <p:spPr>
          <a:xfrm>
            <a:off x="7296150" y="2133600"/>
            <a:ext cx="4683125" cy="3856038"/>
          </a:xfrm>
        </p:spPr>
        <p:txBody>
          <a:bodyPr/>
          <a:lstStyle>
            <a:lvl1pPr marL="0" marR="0" indent="0" algn="l" defTabSz="914400" rtl="0" eaLnBrk="1" fontAlgn="auto" latinLnBrk="0" hangingPunct="1">
              <a:lnSpc>
                <a:spcPct val="100000"/>
              </a:lnSpc>
              <a:spcBef>
                <a:spcPts val="1800"/>
              </a:spcBef>
              <a:spcAft>
                <a:spcPts val="0"/>
              </a:spcAft>
              <a:buClrTx/>
              <a:buSzTx/>
              <a:buFontTx/>
              <a:buNone/>
              <a:tabLst/>
              <a:defRPr sz="2400">
                <a:solidFill>
                  <a:schemeClr val="bg2">
                    <a:lumMod val="25000"/>
                  </a:schemeClr>
                </a:solidFill>
              </a:defRPr>
            </a:lvl1pPr>
          </a:lstStyle>
          <a:p>
            <a:pPr algn="l">
              <a:lnSpc>
                <a:spcPct val="100000"/>
              </a:lnSpc>
              <a:spcBef>
                <a:spcPts val="1800"/>
              </a:spcBef>
            </a:pPr>
            <a:r>
              <a:rPr lang="en-GB" i="1" dirty="0">
                <a:solidFill>
                  <a:schemeClr val="bg2">
                    <a:lumMod val="25000"/>
                  </a:schemeClr>
                </a:solidFill>
                <a:latin typeface="Georgia" panose="02040502050405020303" pitchFamily="18" charset="0"/>
              </a:rPr>
              <a:t>Multiple RBM workshops for</a:t>
            </a:r>
            <a:br>
              <a:rPr lang="en-GB" i="1" dirty="0">
                <a:solidFill>
                  <a:schemeClr val="bg2">
                    <a:lumMod val="25000"/>
                  </a:schemeClr>
                </a:solidFill>
                <a:latin typeface="Georgia" panose="02040502050405020303" pitchFamily="18" charset="0"/>
              </a:rPr>
            </a:br>
            <a:r>
              <a:rPr lang="en-GB" i="1" dirty="0">
                <a:solidFill>
                  <a:schemeClr val="bg2">
                    <a:lumMod val="25000"/>
                  </a:schemeClr>
                </a:solidFill>
                <a:latin typeface="Georgia" panose="02040502050405020303" pitchFamily="18" charset="0"/>
              </a:rPr>
              <a:t>all HQ-based teams and Regional Offices </a:t>
            </a:r>
          </a:p>
          <a:p>
            <a:pPr algn="l">
              <a:lnSpc>
                <a:spcPct val="100000"/>
              </a:lnSpc>
              <a:spcBef>
                <a:spcPts val="1800"/>
              </a:spcBef>
            </a:pPr>
            <a:r>
              <a:rPr lang="en-GB" i="1" dirty="0">
                <a:solidFill>
                  <a:schemeClr val="bg2">
                    <a:lumMod val="25000"/>
                  </a:schemeClr>
                </a:solidFill>
                <a:latin typeface="Georgia" panose="02040502050405020303" pitchFamily="18" charset="0"/>
              </a:rPr>
              <a:t>Project Management training</a:t>
            </a:r>
          </a:p>
          <a:p>
            <a:pPr algn="l">
              <a:lnSpc>
                <a:spcPct val="100000"/>
              </a:lnSpc>
              <a:spcBef>
                <a:spcPts val="1800"/>
              </a:spcBef>
            </a:pPr>
            <a:r>
              <a:rPr lang="en-GB" i="1" dirty="0">
                <a:solidFill>
                  <a:schemeClr val="bg2">
                    <a:lumMod val="25000"/>
                  </a:schemeClr>
                </a:solidFill>
                <a:latin typeface="Georgia" panose="02040502050405020303" pitchFamily="18" charset="0"/>
              </a:rPr>
              <a:t>Communication for Development training</a:t>
            </a:r>
          </a:p>
          <a:p>
            <a:pPr algn="l">
              <a:lnSpc>
                <a:spcPct val="100000"/>
              </a:lnSpc>
              <a:spcBef>
                <a:spcPts val="1800"/>
              </a:spcBef>
            </a:pPr>
            <a:r>
              <a:rPr lang="en-GB" i="1" dirty="0">
                <a:solidFill>
                  <a:schemeClr val="bg2">
                    <a:lumMod val="25000"/>
                  </a:schemeClr>
                </a:solidFill>
                <a:latin typeface="Georgia" panose="02040502050405020303" pitchFamily="18" charset="0"/>
              </a:rPr>
              <a:t>Procurement training</a:t>
            </a:r>
            <a:endParaRPr lang="en-US" i="1" dirty="0">
              <a:solidFill>
                <a:schemeClr val="bg2">
                  <a:lumMod val="25000"/>
                </a:schemeClr>
              </a:solidFill>
              <a:latin typeface="Georgia" panose="02040502050405020303" pitchFamily="18" charset="0"/>
            </a:endParaRPr>
          </a:p>
          <a:p>
            <a:pPr lvl="0"/>
            <a:endParaRPr lang="en-US" dirty="0"/>
          </a:p>
        </p:txBody>
      </p:sp>
    </p:spTree>
    <p:extLst>
      <p:ext uri="{BB962C8B-B14F-4D97-AF65-F5344CB8AC3E}">
        <p14:creationId xmlns:p14="http://schemas.microsoft.com/office/powerpoint/2010/main" val="244508481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fade">
                                      <p:cBhvr>
                                        <p:cTn id="7" dur="5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Lst>
  </p:timing>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Big text two columns">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B31A647C-A7BD-47C9-962C-55289EF4CD84}"/>
              </a:ext>
            </a:extLst>
          </p:cNvPr>
          <p:cNvSpPr>
            <a:spLocks noGrp="1"/>
          </p:cNvSpPr>
          <p:nvPr>
            <p:ph idx="1" hasCustomPrompt="1"/>
          </p:nvPr>
        </p:nvSpPr>
        <p:spPr>
          <a:xfrm>
            <a:off x="725414" y="2033625"/>
            <a:ext cx="8999926" cy="4067251"/>
          </a:xfrm>
        </p:spPr>
        <p:txBody>
          <a:bodyPr numCol="2" spcCol="274320">
            <a:noAutofit/>
          </a:bodyPr>
          <a:lstStyle>
            <a:lvl1pPr marL="91440" marR="0" indent="0" algn="l" defTabSz="914400" rtl="0" eaLnBrk="1" fontAlgn="auto" latinLnBrk="0" hangingPunct="1">
              <a:lnSpc>
                <a:spcPct val="100000"/>
              </a:lnSpc>
              <a:spcBef>
                <a:spcPts val="1000"/>
              </a:spcBef>
              <a:spcAft>
                <a:spcPts val="0"/>
              </a:spcAft>
              <a:buClr>
                <a:srgbClr val="009CD6"/>
              </a:buClr>
              <a:buSzPct val="110000"/>
              <a:buFontTx/>
              <a:buNone/>
              <a:tabLst/>
              <a:defRPr sz="2400" spc="20"/>
            </a:lvl1pPr>
            <a:lvl2pPr marL="548640" indent="0">
              <a:lnSpc>
                <a:spcPts val="2400"/>
              </a:lnSpc>
              <a:buClr>
                <a:srgbClr val="009CD6"/>
              </a:buClr>
              <a:buFontTx/>
              <a:buNone/>
              <a:defRPr sz="1800" spc="20"/>
            </a:lvl2pPr>
            <a:lvl3pPr marL="1005840" indent="0">
              <a:lnSpc>
                <a:spcPts val="2400"/>
              </a:lnSpc>
              <a:buClr>
                <a:srgbClr val="009CD6"/>
              </a:buClr>
              <a:buFontTx/>
              <a:buNone/>
              <a:defRPr sz="1800" spc="20"/>
            </a:lvl3pPr>
            <a:lvl4pPr marL="1463040" indent="0">
              <a:lnSpc>
                <a:spcPts val="2400"/>
              </a:lnSpc>
              <a:buClr>
                <a:srgbClr val="009CD6"/>
              </a:buClr>
              <a:buFontTx/>
              <a:buNone/>
              <a:defRPr sz="1800" spc="20"/>
            </a:lvl4pPr>
            <a:lvl5pPr>
              <a:buClr>
                <a:srgbClr val="5B9BD5"/>
              </a:buClr>
              <a:defRPr/>
            </a:lvl5pPr>
          </a:lstStyle>
          <a:p>
            <a:pPr lvl="0"/>
            <a:r>
              <a:rPr lang="en-US" dirty="0"/>
              <a:t>Lorem ipsum dolor sit </a:t>
            </a:r>
            <a:r>
              <a:rPr lang="en-US" dirty="0" err="1"/>
              <a:t>amet</a:t>
            </a:r>
            <a:r>
              <a:rPr lang="en-US" dirty="0"/>
              <a:t>, </a:t>
            </a:r>
            <a:r>
              <a:rPr lang="en-US" dirty="0" err="1"/>
              <a:t>consectetuer</a:t>
            </a:r>
            <a:r>
              <a:rPr lang="en-US" dirty="0"/>
              <a:t> </a:t>
            </a:r>
            <a:r>
              <a:rPr lang="en-US" dirty="0" err="1"/>
              <a:t>adipiscing</a:t>
            </a:r>
            <a:r>
              <a:rPr lang="en-US" dirty="0"/>
              <a:t> </a:t>
            </a:r>
            <a:r>
              <a:rPr lang="en-US" dirty="0" err="1"/>
              <a:t>elit</a:t>
            </a:r>
            <a:r>
              <a:rPr lang="en-US" dirty="0"/>
              <a:t>. Aenean </a:t>
            </a:r>
            <a:r>
              <a:rPr lang="en-US" dirty="0" err="1"/>
              <a:t>commodo</a:t>
            </a:r>
            <a:r>
              <a:rPr lang="en-US" dirty="0"/>
              <a:t> ligula </a:t>
            </a:r>
            <a:r>
              <a:rPr lang="en-US" dirty="0" err="1"/>
              <a:t>eget</a:t>
            </a:r>
            <a:r>
              <a:rPr lang="en-US" dirty="0"/>
              <a:t> dolor. Aenean </a:t>
            </a:r>
            <a:r>
              <a:rPr lang="en-US" dirty="0" err="1"/>
              <a:t>massa</a:t>
            </a:r>
            <a:r>
              <a:rPr lang="en-US" dirty="0"/>
              <a:t>. Cum sociis </a:t>
            </a:r>
            <a:r>
              <a:rPr lang="en-US" dirty="0" err="1"/>
              <a:t>natoque</a:t>
            </a:r>
            <a:r>
              <a:rPr lang="en-US" dirty="0"/>
              <a:t> </a:t>
            </a:r>
            <a:r>
              <a:rPr lang="en-US" dirty="0" err="1"/>
              <a:t>penatibus</a:t>
            </a:r>
            <a:r>
              <a:rPr lang="en-US" dirty="0"/>
              <a:t> et </a:t>
            </a:r>
            <a:r>
              <a:rPr lang="en-US" dirty="0" err="1"/>
              <a:t>magnis</a:t>
            </a:r>
            <a:r>
              <a:rPr lang="en-US" dirty="0"/>
              <a:t> dis parturient </a:t>
            </a:r>
            <a:r>
              <a:rPr lang="en-US" dirty="0" err="1"/>
              <a:t>montes</a:t>
            </a:r>
            <a:r>
              <a:rPr lang="en-US" dirty="0"/>
              <a:t>, </a:t>
            </a:r>
            <a:r>
              <a:rPr lang="en-US" dirty="0" err="1"/>
              <a:t>nascetur</a:t>
            </a:r>
            <a:r>
              <a:rPr lang="en-US" dirty="0"/>
              <a:t> </a:t>
            </a:r>
            <a:r>
              <a:rPr lang="en-US" dirty="0" err="1"/>
              <a:t>ridiculus</a:t>
            </a:r>
            <a:r>
              <a:rPr lang="en-US" dirty="0"/>
              <a:t> mus. Donec </a:t>
            </a:r>
            <a:r>
              <a:rPr lang="en-US" dirty="0" err="1"/>
              <a:t>quam</a:t>
            </a:r>
            <a:r>
              <a:rPr lang="en-US" dirty="0"/>
              <a:t> </a:t>
            </a:r>
            <a:r>
              <a:rPr lang="en-US" dirty="0" err="1"/>
              <a:t>felis</a:t>
            </a:r>
            <a:r>
              <a:rPr lang="en-US" dirty="0"/>
              <a:t>, </a:t>
            </a:r>
            <a:r>
              <a:rPr lang="en-US" dirty="0" err="1"/>
              <a:t>ultricies</a:t>
            </a:r>
            <a:r>
              <a:rPr lang="en-US" dirty="0"/>
              <a:t> </a:t>
            </a:r>
            <a:r>
              <a:rPr lang="en-US" dirty="0" err="1"/>
              <a:t>nec</a:t>
            </a:r>
            <a:r>
              <a:rPr lang="en-US" dirty="0"/>
              <a:t>, </a:t>
            </a:r>
            <a:r>
              <a:rPr lang="en-US" dirty="0" err="1"/>
              <a:t>pellentesque</a:t>
            </a:r>
            <a:r>
              <a:rPr lang="en-US" dirty="0"/>
              <a:t> </a:t>
            </a:r>
            <a:r>
              <a:rPr lang="en-US" dirty="0" err="1"/>
              <a:t>eu</a:t>
            </a:r>
            <a:r>
              <a:rPr lang="en-US" dirty="0"/>
              <a:t>, </a:t>
            </a:r>
            <a:r>
              <a:rPr lang="en-US" dirty="0" err="1"/>
              <a:t>pretium</a:t>
            </a:r>
            <a:r>
              <a:rPr lang="en-US" dirty="0"/>
              <a:t> </a:t>
            </a:r>
            <a:r>
              <a:rPr lang="en-US" dirty="0" err="1"/>
              <a:t>quis</a:t>
            </a:r>
            <a:r>
              <a:rPr lang="en-US" dirty="0"/>
              <a:t>, sem. </a:t>
            </a:r>
          </a:p>
          <a:p>
            <a:pPr lvl="0"/>
            <a:r>
              <a:rPr lang="en-US" dirty="0" err="1"/>
              <a:t>Nulla</a:t>
            </a:r>
            <a:r>
              <a:rPr lang="en-US" dirty="0"/>
              <a:t> </a:t>
            </a:r>
            <a:r>
              <a:rPr lang="en-US" dirty="0" err="1"/>
              <a:t>consequat</a:t>
            </a:r>
            <a:r>
              <a:rPr lang="en-US" dirty="0"/>
              <a:t> </a:t>
            </a:r>
            <a:r>
              <a:rPr lang="en-US" dirty="0" err="1"/>
              <a:t>massa</a:t>
            </a:r>
            <a:r>
              <a:rPr lang="en-US" dirty="0"/>
              <a:t> </a:t>
            </a:r>
            <a:r>
              <a:rPr lang="en-US" dirty="0" err="1"/>
              <a:t>quis</a:t>
            </a:r>
            <a:r>
              <a:rPr lang="en-US" dirty="0"/>
              <a:t> </a:t>
            </a:r>
            <a:r>
              <a:rPr lang="en-US" dirty="0" err="1"/>
              <a:t>enim</a:t>
            </a:r>
            <a:r>
              <a:rPr lang="en-US" dirty="0"/>
              <a:t>. Donec </a:t>
            </a:r>
            <a:r>
              <a:rPr lang="en-US" dirty="0" err="1"/>
              <a:t>pede</a:t>
            </a:r>
            <a:r>
              <a:rPr lang="en-US" dirty="0"/>
              <a:t> </a:t>
            </a:r>
            <a:r>
              <a:rPr lang="en-US" dirty="0" err="1"/>
              <a:t>justo</a:t>
            </a:r>
            <a:r>
              <a:rPr lang="en-US" dirty="0"/>
              <a:t>, </a:t>
            </a:r>
            <a:r>
              <a:rPr lang="en-US" dirty="0" err="1"/>
              <a:t>fringilla</a:t>
            </a:r>
            <a:r>
              <a:rPr lang="en-US" dirty="0"/>
              <a:t> vel, </a:t>
            </a:r>
            <a:r>
              <a:rPr lang="en-US" dirty="0" err="1"/>
              <a:t>aliquet</a:t>
            </a:r>
            <a:r>
              <a:rPr lang="en-US" dirty="0"/>
              <a:t> </a:t>
            </a:r>
            <a:r>
              <a:rPr lang="en-US" dirty="0" err="1"/>
              <a:t>nec</a:t>
            </a:r>
            <a:r>
              <a:rPr lang="en-US" dirty="0"/>
              <a:t>.</a:t>
            </a:r>
          </a:p>
          <a:p>
            <a:pPr marL="91440" marR="0" lvl="0" indent="0" algn="l" defTabSz="914400" rtl="0" eaLnBrk="1" fontAlgn="auto" latinLnBrk="0" hangingPunct="1">
              <a:lnSpc>
                <a:spcPct val="100000"/>
              </a:lnSpc>
              <a:spcBef>
                <a:spcPts val="1000"/>
              </a:spcBef>
              <a:spcAft>
                <a:spcPts val="0"/>
              </a:spcAft>
              <a:buClr>
                <a:srgbClr val="009CD6"/>
              </a:buClr>
              <a:buSzPct val="110000"/>
              <a:buFontTx/>
              <a:buNone/>
              <a:tabLst/>
              <a:defRPr/>
            </a:pPr>
            <a:r>
              <a:rPr lang="en-US" dirty="0"/>
              <a:t>Cum sociis </a:t>
            </a:r>
            <a:r>
              <a:rPr lang="en-US" dirty="0" err="1"/>
              <a:t>natoque</a:t>
            </a:r>
            <a:r>
              <a:rPr lang="en-US" dirty="0"/>
              <a:t> </a:t>
            </a:r>
            <a:r>
              <a:rPr lang="en-US" dirty="0" err="1"/>
              <a:t>penatibus</a:t>
            </a:r>
            <a:r>
              <a:rPr lang="en-US" dirty="0"/>
              <a:t> et </a:t>
            </a:r>
            <a:r>
              <a:rPr lang="en-US" dirty="0" err="1"/>
              <a:t>magnis</a:t>
            </a:r>
            <a:r>
              <a:rPr lang="en-US" dirty="0"/>
              <a:t> dis parturient </a:t>
            </a:r>
            <a:r>
              <a:rPr lang="en-US" dirty="0" err="1"/>
              <a:t>montes</a:t>
            </a:r>
            <a:r>
              <a:rPr lang="en-US" dirty="0"/>
              <a:t>, </a:t>
            </a:r>
            <a:r>
              <a:rPr lang="en-US" dirty="0" err="1"/>
              <a:t>nascetur</a:t>
            </a:r>
            <a:r>
              <a:rPr lang="en-US" dirty="0"/>
              <a:t> </a:t>
            </a:r>
            <a:r>
              <a:rPr lang="en-US" dirty="0" err="1"/>
              <a:t>ridiculus</a:t>
            </a:r>
            <a:r>
              <a:rPr lang="en-US" dirty="0"/>
              <a:t> mus. Donec </a:t>
            </a:r>
            <a:r>
              <a:rPr lang="en-US" dirty="0" err="1"/>
              <a:t>quam</a:t>
            </a:r>
            <a:r>
              <a:rPr lang="en-US" dirty="0"/>
              <a:t> </a:t>
            </a:r>
            <a:r>
              <a:rPr lang="en-US" dirty="0" err="1"/>
              <a:t>felis</a:t>
            </a:r>
            <a:r>
              <a:rPr lang="en-US" dirty="0"/>
              <a:t>, </a:t>
            </a:r>
            <a:r>
              <a:rPr lang="en-US" dirty="0" err="1"/>
              <a:t>ultricies</a:t>
            </a:r>
            <a:r>
              <a:rPr lang="en-US" dirty="0"/>
              <a:t> </a:t>
            </a:r>
            <a:r>
              <a:rPr lang="en-US" dirty="0" err="1"/>
              <a:t>nec</a:t>
            </a:r>
            <a:r>
              <a:rPr lang="en-US" dirty="0"/>
              <a:t>, </a:t>
            </a:r>
            <a:r>
              <a:rPr lang="en-US" dirty="0" err="1"/>
              <a:t>pellentesque</a:t>
            </a:r>
            <a:r>
              <a:rPr lang="en-US" dirty="0"/>
              <a:t> </a:t>
            </a:r>
            <a:r>
              <a:rPr lang="en-US" dirty="0" err="1"/>
              <a:t>eu</a:t>
            </a:r>
            <a:r>
              <a:rPr lang="en-US" dirty="0"/>
              <a:t>, </a:t>
            </a:r>
            <a:r>
              <a:rPr lang="en-US" dirty="0" err="1"/>
              <a:t>pretium</a:t>
            </a:r>
            <a:r>
              <a:rPr lang="en-US" dirty="0"/>
              <a:t> </a:t>
            </a:r>
            <a:r>
              <a:rPr lang="en-US" dirty="0" err="1"/>
              <a:t>quis</a:t>
            </a:r>
            <a:r>
              <a:rPr lang="en-US" dirty="0"/>
              <a:t>, sem.</a:t>
            </a:r>
          </a:p>
        </p:txBody>
      </p:sp>
      <p:sp>
        <p:nvSpPr>
          <p:cNvPr id="8" name="Title 1">
            <a:extLst>
              <a:ext uri="{FF2B5EF4-FFF2-40B4-BE49-F238E27FC236}">
                <a16:creationId xmlns:a16="http://schemas.microsoft.com/office/drawing/2014/main" id="{2068AA50-AAA8-4842-ABF3-40CA7CFE97D8}"/>
              </a:ext>
            </a:extLst>
          </p:cNvPr>
          <p:cNvSpPr>
            <a:spLocks noGrp="1"/>
          </p:cNvSpPr>
          <p:nvPr>
            <p:ph type="title" hasCustomPrompt="1"/>
          </p:nvPr>
        </p:nvSpPr>
        <p:spPr>
          <a:xfrm>
            <a:off x="719358" y="685156"/>
            <a:ext cx="8999926" cy="597012"/>
          </a:xfrm>
          <a:prstGeom prst="rect">
            <a:avLst/>
          </a:prstGeom>
        </p:spPr>
        <p:txBody>
          <a:bodyPr>
            <a:noAutofit/>
          </a:bodyPr>
          <a:lstStyle>
            <a:lvl1pPr>
              <a:defRPr sz="2800"/>
            </a:lvl1pPr>
          </a:lstStyle>
          <a:p>
            <a:pPr lvl="0"/>
            <a:r>
              <a:rPr lang="en-US" dirty="0"/>
              <a:t>Click to edit Master text styles</a:t>
            </a:r>
          </a:p>
        </p:txBody>
      </p:sp>
      <p:cxnSp>
        <p:nvCxnSpPr>
          <p:cNvPr id="9" name="Straight Connector 8">
            <a:extLst>
              <a:ext uri="{FF2B5EF4-FFF2-40B4-BE49-F238E27FC236}">
                <a16:creationId xmlns:a16="http://schemas.microsoft.com/office/drawing/2014/main" id="{1D7316B5-C57D-4BFE-9E05-E402A449FF88}"/>
              </a:ext>
            </a:extLst>
          </p:cNvPr>
          <p:cNvCxnSpPr/>
          <p:nvPr userDrawn="1"/>
        </p:nvCxnSpPr>
        <p:spPr>
          <a:xfrm>
            <a:off x="614785"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8F92057-32FC-4FC9-AF35-02473A8E4978}"/>
              </a:ext>
            </a:extLst>
          </p:cNvPr>
          <p:cNvSpPr>
            <a:spLocks noGrp="1"/>
          </p:cNvSpPr>
          <p:nvPr>
            <p:ph type="body" sz="quarter" idx="10" hasCustomPrompt="1"/>
          </p:nvPr>
        </p:nvSpPr>
        <p:spPr>
          <a:xfrm>
            <a:off x="614785"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506702601"/>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Big text 1 column">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B31A647C-A7BD-47C9-962C-55289EF4CD84}"/>
              </a:ext>
            </a:extLst>
          </p:cNvPr>
          <p:cNvSpPr>
            <a:spLocks noGrp="1"/>
          </p:cNvSpPr>
          <p:nvPr>
            <p:ph idx="1" hasCustomPrompt="1"/>
          </p:nvPr>
        </p:nvSpPr>
        <p:spPr>
          <a:xfrm>
            <a:off x="725414" y="2033625"/>
            <a:ext cx="6297178" cy="4067251"/>
          </a:xfrm>
        </p:spPr>
        <p:txBody>
          <a:bodyPr numCol="1" spcCol="274320">
            <a:noAutofit/>
          </a:bodyPr>
          <a:lstStyle>
            <a:lvl1pPr marL="91440" marR="0" indent="0" algn="l" defTabSz="914400" rtl="0" eaLnBrk="1" fontAlgn="auto" latinLnBrk="0" hangingPunct="1">
              <a:lnSpc>
                <a:spcPct val="100000"/>
              </a:lnSpc>
              <a:spcBef>
                <a:spcPts val="1000"/>
              </a:spcBef>
              <a:spcAft>
                <a:spcPts val="0"/>
              </a:spcAft>
              <a:buClr>
                <a:srgbClr val="009CD6"/>
              </a:buClr>
              <a:buSzPct val="110000"/>
              <a:buFontTx/>
              <a:buNone/>
              <a:tabLst/>
              <a:defRPr sz="2400" spc="20"/>
            </a:lvl1pPr>
            <a:lvl2pPr marL="548640" indent="0">
              <a:lnSpc>
                <a:spcPts val="2400"/>
              </a:lnSpc>
              <a:buClr>
                <a:srgbClr val="009CD6"/>
              </a:buClr>
              <a:buFontTx/>
              <a:buNone/>
              <a:defRPr sz="1800" spc="20"/>
            </a:lvl2pPr>
            <a:lvl3pPr marL="1005840" indent="0">
              <a:lnSpc>
                <a:spcPts val="2400"/>
              </a:lnSpc>
              <a:buClr>
                <a:srgbClr val="009CD6"/>
              </a:buClr>
              <a:buFontTx/>
              <a:buNone/>
              <a:defRPr sz="1800" spc="20"/>
            </a:lvl3pPr>
            <a:lvl4pPr marL="1463040" indent="0">
              <a:lnSpc>
                <a:spcPts val="2400"/>
              </a:lnSpc>
              <a:buClr>
                <a:srgbClr val="009CD6"/>
              </a:buClr>
              <a:buFontTx/>
              <a:buNone/>
              <a:defRPr sz="1800" spc="20"/>
            </a:lvl4pPr>
            <a:lvl5pPr>
              <a:buClr>
                <a:srgbClr val="5B9BD5"/>
              </a:buClr>
              <a:defRPr/>
            </a:lvl5pPr>
          </a:lstStyle>
          <a:p>
            <a:pPr lvl="0"/>
            <a:r>
              <a:rPr lang="en-US" dirty="0"/>
              <a:t>Lorem ipsum dolor sit </a:t>
            </a:r>
            <a:r>
              <a:rPr lang="en-US" dirty="0" err="1"/>
              <a:t>amet</a:t>
            </a:r>
            <a:r>
              <a:rPr lang="en-US" dirty="0"/>
              <a:t>, </a:t>
            </a:r>
            <a:r>
              <a:rPr lang="en-US" dirty="0" err="1"/>
              <a:t>consectetuer</a:t>
            </a:r>
            <a:r>
              <a:rPr lang="en-US" dirty="0"/>
              <a:t> </a:t>
            </a:r>
            <a:r>
              <a:rPr lang="en-US" dirty="0" err="1"/>
              <a:t>adipiscing</a:t>
            </a:r>
            <a:r>
              <a:rPr lang="en-US" dirty="0"/>
              <a:t> </a:t>
            </a:r>
            <a:r>
              <a:rPr lang="en-US" dirty="0" err="1"/>
              <a:t>elit</a:t>
            </a:r>
            <a:r>
              <a:rPr lang="en-US" dirty="0"/>
              <a:t>. Aenean </a:t>
            </a:r>
            <a:r>
              <a:rPr lang="en-US" dirty="0" err="1"/>
              <a:t>commodo</a:t>
            </a:r>
            <a:r>
              <a:rPr lang="en-US" dirty="0"/>
              <a:t> ligula </a:t>
            </a:r>
            <a:r>
              <a:rPr lang="en-US" dirty="0" err="1"/>
              <a:t>eget</a:t>
            </a:r>
            <a:r>
              <a:rPr lang="en-US" dirty="0"/>
              <a:t> dolor. Aenean </a:t>
            </a:r>
            <a:r>
              <a:rPr lang="en-US" dirty="0" err="1"/>
              <a:t>massa</a:t>
            </a:r>
            <a:r>
              <a:rPr lang="en-US" dirty="0"/>
              <a:t>. Cum sociis </a:t>
            </a:r>
            <a:r>
              <a:rPr lang="en-US" dirty="0" err="1"/>
              <a:t>natoque</a:t>
            </a:r>
            <a:r>
              <a:rPr lang="en-US" dirty="0"/>
              <a:t> </a:t>
            </a:r>
            <a:r>
              <a:rPr lang="en-US" dirty="0" err="1"/>
              <a:t>penatibus</a:t>
            </a:r>
            <a:r>
              <a:rPr lang="en-US" dirty="0"/>
              <a:t> et </a:t>
            </a:r>
            <a:r>
              <a:rPr lang="en-US" dirty="0" err="1"/>
              <a:t>magnis</a:t>
            </a:r>
            <a:r>
              <a:rPr lang="en-US" dirty="0"/>
              <a:t> dis parturient </a:t>
            </a:r>
            <a:r>
              <a:rPr lang="en-US" dirty="0" err="1"/>
              <a:t>montes</a:t>
            </a:r>
            <a:r>
              <a:rPr lang="en-US" dirty="0"/>
              <a:t>, </a:t>
            </a:r>
            <a:r>
              <a:rPr lang="en-US" dirty="0" err="1"/>
              <a:t>nascetur</a:t>
            </a:r>
            <a:r>
              <a:rPr lang="en-US" dirty="0"/>
              <a:t> </a:t>
            </a:r>
            <a:r>
              <a:rPr lang="en-US" dirty="0" err="1"/>
              <a:t>ridiculus</a:t>
            </a:r>
            <a:r>
              <a:rPr lang="en-US" dirty="0"/>
              <a:t> mus. Donec </a:t>
            </a:r>
            <a:r>
              <a:rPr lang="en-US" dirty="0" err="1"/>
              <a:t>quam</a:t>
            </a:r>
            <a:r>
              <a:rPr lang="en-US" dirty="0"/>
              <a:t> </a:t>
            </a:r>
            <a:r>
              <a:rPr lang="en-US" dirty="0" err="1"/>
              <a:t>felis</a:t>
            </a:r>
            <a:r>
              <a:rPr lang="en-US" dirty="0"/>
              <a:t>, </a:t>
            </a:r>
            <a:r>
              <a:rPr lang="en-US" dirty="0" err="1"/>
              <a:t>ultricies</a:t>
            </a:r>
            <a:r>
              <a:rPr lang="en-US" dirty="0"/>
              <a:t> </a:t>
            </a:r>
            <a:r>
              <a:rPr lang="en-US" dirty="0" err="1"/>
              <a:t>nec</a:t>
            </a:r>
            <a:r>
              <a:rPr lang="en-US" dirty="0"/>
              <a:t>, </a:t>
            </a:r>
            <a:r>
              <a:rPr lang="en-US" dirty="0" err="1"/>
              <a:t>pellentesque</a:t>
            </a:r>
            <a:r>
              <a:rPr lang="en-US" dirty="0"/>
              <a:t> </a:t>
            </a:r>
            <a:r>
              <a:rPr lang="en-US" dirty="0" err="1"/>
              <a:t>eu</a:t>
            </a:r>
            <a:r>
              <a:rPr lang="en-US" dirty="0"/>
              <a:t>, </a:t>
            </a:r>
            <a:r>
              <a:rPr lang="en-US" dirty="0" err="1"/>
              <a:t>pretium</a:t>
            </a:r>
            <a:r>
              <a:rPr lang="en-US" dirty="0"/>
              <a:t> </a:t>
            </a:r>
            <a:r>
              <a:rPr lang="en-US" dirty="0" err="1"/>
              <a:t>quis</a:t>
            </a:r>
            <a:r>
              <a:rPr lang="en-US" dirty="0"/>
              <a:t>, sem. </a:t>
            </a:r>
          </a:p>
        </p:txBody>
      </p:sp>
      <p:sp>
        <p:nvSpPr>
          <p:cNvPr id="8" name="Title 1">
            <a:extLst>
              <a:ext uri="{FF2B5EF4-FFF2-40B4-BE49-F238E27FC236}">
                <a16:creationId xmlns:a16="http://schemas.microsoft.com/office/drawing/2014/main" id="{2068AA50-AAA8-4842-ABF3-40CA7CFE97D8}"/>
              </a:ext>
            </a:extLst>
          </p:cNvPr>
          <p:cNvSpPr>
            <a:spLocks noGrp="1"/>
          </p:cNvSpPr>
          <p:nvPr>
            <p:ph type="title" hasCustomPrompt="1"/>
          </p:nvPr>
        </p:nvSpPr>
        <p:spPr>
          <a:xfrm>
            <a:off x="719358" y="685156"/>
            <a:ext cx="8999926" cy="597012"/>
          </a:xfrm>
          <a:prstGeom prst="rect">
            <a:avLst/>
          </a:prstGeom>
        </p:spPr>
        <p:txBody>
          <a:bodyPr>
            <a:noAutofit/>
          </a:bodyPr>
          <a:lstStyle>
            <a:lvl1pPr>
              <a:defRPr sz="2800"/>
            </a:lvl1pPr>
          </a:lstStyle>
          <a:p>
            <a:pPr lvl="0"/>
            <a:r>
              <a:rPr lang="en-US" dirty="0"/>
              <a:t>Click to edit Master text styles</a:t>
            </a:r>
          </a:p>
        </p:txBody>
      </p:sp>
      <p:cxnSp>
        <p:nvCxnSpPr>
          <p:cNvPr id="9" name="Straight Connector 8">
            <a:extLst>
              <a:ext uri="{FF2B5EF4-FFF2-40B4-BE49-F238E27FC236}">
                <a16:creationId xmlns:a16="http://schemas.microsoft.com/office/drawing/2014/main" id="{1D7316B5-C57D-4BFE-9E05-E402A449FF88}"/>
              </a:ext>
            </a:extLst>
          </p:cNvPr>
          <p:cNvCxnSpPr/>
          <p:nvPr userDrawn="1"/>
        </p:nvCxnSpPr>
        <p:spPr>
          <a:xfrm>
            <a:off x="614785"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8F92057-32FC-4FC9-AF35-02473A8E4978}"/>
              </a:ext>
            </a:extLst>
          </p:cNvPr>
          <p:cNvSpPr>
            <a:spLocks noGrp="1"/>
          </p:cNvSpPr>
          <p:nvPr>
            <p:ph type="body" sz="quarter" idx="10" hasCustomPrompt="1"/>
          </p:nvPr>
        </p:nvSpPr>
        <p:spPr>
          <a:xfrm>
            <a:off x="614785"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1564074321"/>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Big text aligned right + Italic">
    <p:spTree>
      <p:nvGrpSpPr>
        <p:cNvPr id="1" name=""/>
        <p:cNvGrpSpPr/>
        <p:nvPr/>
      </p:nvGrpSpPr>
      <p:grpSpPr>
        <a:xfrm>
          <a:off x="0" y="0"/>
          <a:ext cx="0" cy="0"/>
          <a:chOff x="0" y="0"/>
          <a:chExt cx="0" cy="0"/>
        </a:xfrm>
      </p:grpSpPr>
      <p:cxnSp>
        <p:nvCxnSpPr>
          <p:cNvPr id="9" name="Straight Connector 8">
            <a:extLst>
              <a:ext uri="{FF2B5EF4-FFF2-40B4-BE49-F238E27FC236}">
                <a16:creationId xmlns:a16="http://schemas.microsoft.com/office/drawing/2014/main" id="{1D7316B5-C57D-4BFE-9E05-E402A449FF88}"/>
              </a:ext>
            </a:extLst>
          </p:cNvPr>
          <p:cNvCxnSpPr/>
          <p:nvPr userDrawn="1"/>
        </p:nvCxnSpPr>
        <p:spPr>
          <a:xfrm>
            <a:off x="614785"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8F92057-32FC-4FC9-AF35-02473A8E4978}"/>
              </a:ext>
            </a:extLst>
          </p:cNvPr>
          <p:cNvSpPr>
            <a:spLocks noGrp="1"/>
          </p:cNvSpPr>
          <p:nvPr>
            <p:ph type="body" sz="quarter" idx="10" hasCustomPrompt="1"/>
          </p:nvPr>
        </p:nvSpPr>
        <p:spPr>
          <a:xfrm>
            <a:off x="614785" y="313371"/>
            <a:ext cx="4554538" cy="308803"/>
          </a:xfrm>
        </p:spPr>
        <p:txBody>
          <a:bodyPr anchor="ctr"/>
          <a:lstStyle>
            <a:lvl1pPr marL="91440" indent="0">
              <a:buNone/>
              <a:defRPr sz="1600">
                <a:solidFill>
                  <a:schemeClr val="accent2"/>
                </a:solidFill>
              </a:defRPr>
            </a:lvl1pPr>
          </a:lstStyle>
          <a:p>
            <a:pPr lvl="0"/>
            <a:r>
              <a:rPr lang="en-US"/>
              <a:t>Click to edit section name</a:t>
            </a:r>
            <a:endParaRPr lang="en-US" dirty="0"/>
          </a:p>
        </p:txBody>
      </p:sp>
      <p:sp>
        <p:nvSpPr>
          <p:cNvPr id="6" name="Shape 610" hidden="1">
            <a:extLst>
              <a:ext uri="{FF2B5EF4-FFF2-40B4-BE49-F238E27FC236}">
                <a16:creationId xmlns:a16="http://schemas.microsoft.com/office/drawing/2014/main" id="{C5B068B2-AEB9-41E6-AB3C-EA87FFB0FE76}"/>
              </a:ext>
            </a:extLst>
          </p:cNvPr>
          <p:cNvSpPr/>
          <p:nvPr userDrawn="1"/>
        </p:nvSpPr>
        <p:spPr>
          <a:xfrm>
            <a:off x="510238" y="2132869"/>
            <a:ext cx="6303518" cy="3103212"/>
          </a:xfrm>
          <a:prstGeom prst="rect">
            <a:avLst/>
          </a:prstGeom>
          <a:noFill/>
          <a:ln>
            <a:noFill/>
          </a:ln>
        </p:spPr>
        <p:txBody>
          <a:bodyPr lIns="91412" tIns="45700" rIns="91412" bIns="45700" anchor="t" anchorCtr="0">
            <a:noAutofit/>
          </a:bodyPr>
          <a:lstStyle/>
          <a:p>
            <a:pPr algn="r">
              <a:buSzPct val="25000"/>
            </a:pPr>
            <a:r>
              <a:rPr lang="en-GB" sz="2800" dirty="0">
                <a:latin typeface="Arial" panose="020B0604020202020204" pitchFamily="34" charset="0"/>
                <a:ea typeface="Roboto"/>
                <a:cs typeface="Arial" panose="020B0604020202020204" pitchFamily="34" charset="0"/>
                <a:sym typeface="Roboto"/>
              </a:rPr>
              <a:t>We have focused on </a:t>
            </a:r>
            <a:r>
              <a:rPr lang="en-GB" sz="2800" b="1" dirty="0">
                <a:latin typeface="Arial" panose="020B0604020202020204" pitchFamily="34" charset="0"/>
                <a:ea typeface="Roboto"/>
                <a:cs typeface="Arial" panose="020B0604020202020204" pitchFamily="34" charset="0"/>
                <a:sym typeface="Roboto"/>
              </a:rPr>
              <a:t>preparing and empowering BDT staff</a:t>
            </a:r>
            <a:r>
              <a:rPr lang="en-GB" sz="2800" dirty="0">
                <a:latin typeface="Arial" panose="020B0604020202020204" pitchFamily="34" charset="0"/>
                <a:ea typeface="Roboto"/>
                <a:cs typeface="Arial" panose="020B0604020202020204" pitchFamily="34" charset="0"/>
                <a:sym typeface="Roboto"/>
              </a:rPr>
              <a:t> with the tools and resources to deliver value and impact, with performance management related objectives being adjusted accordingly</a:t>
            </a:r>
          </a:p>
        </p:txBody>
      </p:sp>
      <p:sp>
        <p:nvSpPr>
          <p:cNvPr id="7" name="Subtitle 8">
            <a:extLst>
              <a:ext uri="{FF2B5EF4-FFF2-40B4-BE49-F238E27FC236}">
                <a16:creationId xmlns:a16="http://schemas.microsoft.com/office/drawing/2014/main" id="{A4620858-2872-44F6-B072-7E678A260322}"/>
              </a:ext>
            </a:extLst>
          </p:cNvPr>
          <p:cNvSpPr txBox="1">
            <a:spLocks/>
          </p:cNvSpPr>
          <p:nvPr userDrawn="1"/>
        </p:nvSpPr>
        <p:spPr>
          <a:xfrm>
            <a:off x="7295839" y="2132869"/>
            <a:ext cx="4663323" cy="4303496"/>
          </a:xfrm>
          <a:prstGeom prst="rect">
            <a:avLst/>
          </a:prstGeom>
        </p:spPr>
        <p:txBody>
          <a:bodyPr>
            <a:no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Arial" panose="020B0604020202020204" pitchFamily="34" charset="0"/>
                <a:ea typeface="+mn-ea"/>
                <a:cs typeface="Arial" panose="020B0604020202020204" pitchFamily="34" charset="0"/>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pPr algn="l">
              <a:lnSpc>
                <a:spcPct val="100000"/>
              </a:lnSpc>
              <a:spcBef>
                <a:spcPts val="1800"/>
              </a:spcBef>
            </a:pPr>
            <a:endParaRPr lang="en-US" i="1" dirty="0">
              <a:solidFill>
                <a:schemeClr val="bg2">
                  <a:lumMod val="25000"/>
                </a:schemeClr>
              </a:solidFill>
              <a:latin typeface="Georgia" panose="02040502050405020303" pitchFamily="18" charset="0"/>
            </a:endParaRPr>
          </a:p>
        </p:txBody>
      </p:sp>
      <p:cxnSp>
        <p:nvCxnSpPr>
          <p:cNvPr id="11" name="Straight Connector 10">
            <a:extLst>
              <a:ext uri="{FF2B5EF4-FFF2-40B4-BE49-F238E27FC236}">
                <a16:creationId xmlns:a16="http://schemas.microsoft.com/office/drawing/2014/main" id="{BE0E510D-A28B-40D0-90A9-897A15E93F85}"/>
              </a:ext>
            </a:extLst>
          </p:cNvPr>
          <p:cNvCxnSpPr>
            <a:cxnSpLocks/>
          </p:cNvCxnSpPr>
          <p:nvPr userDrawn="1"/>
        </p:nvCxnSpPr>
        <p:spPr>
          <a:xfrm>
            <a:off x="7069545" y="2248302"/>
            <a:ext cx="0" cy="3133725"/>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sp>
        <p:nvSpPr>
          <p:cNvPr id="4" name="Text Placeholder 3">
            <a:extLst>
              <a:ext uri="{FF2B5EF4-FFF2-40B4-BE49-F238E27FC236}">
                <a16:creationId xmlns:a16="http://schemas.microsoft.com/office/drawing/2014/main" id="{5B885EC5-B7E9-4FBB-A4AE-A260C8DCB031}"/>
              </a:ext>
            </a:extLst>
          </p:cNvPr>
          <p:cNvSpPr>
            <a:spLocks noGrp="1"/>
          </p:cNvSpPr>
          <p:nvPr>
            <p:ph type="body" sz="quarter" idx="11" hasCustomPrompt="1"/>
          </p:nvPr>
        </p:nvSpPr>
        <p:spPr>
          <a:xfrm>
            <a:off x="503238" y="2133600"/>
            <a:ext cx="6297612" cy="3079750"/>
          </a:xfrm>
        </p:spPr>
        <p:txBody>
          <a:bodyPr/>
          <a:lstStyle>
            <a:lvl1pPr marL="0" marR="0" indent="0" algn="r" defTabSz="914400" rtl="0" eaLnBrk="1" fontAlgn="auto" latinLnBrk="0" hangingPunct="1">
              <a:lnSpc>
                <a:spcPct val="100000"/>
              </a:lnSpc>
              <a:spcBef>
                <a:spcPts val="0"/>
              </a:spcBef>
              <a:spcAft>
                <a:spcPts val="0"/>
              </a:spcAft>
              <a:buClrTx/>
              <a:buSzPct val="25000"/>
              <a:buFontTx/>
              <a:buNone/>
              <a:tabLst/>
              <a:defRPr/>
            </a:lvl1pPr>
          </a:lstStyle>
          <a:p>
            <a:pPr marL="0" marR="0" lvl="0" indent="0" algn="r" defTabSz="914400" rtl="0" eaLnBrk="1" fontAlgn="auto" latinLnBrk="0" hangingPunct="1">
              <a:lnSpc>
                <a:spcPct val="100000"/>
              </a:lnSpc>
              <a:spcBef>
                <a:spcPts val="0"/>
              </a:spcBef>
              <a:spcAft>
                <a:spcPts val="0"/>
              </a:spcAft>
              <a:buClrTx/>
              <a:buSzPct val="25000"/>
              <a:buFontTx/>
              <a:buNone/>
              <a:tabLst/>
              <a:defRPr/>
            </a:pPr>
            <a:r>
              <a:rPr kumimoji="0" lang="en-GB" sz="2800" b="0" i="0" u="none" strike="noStrike" kern="1200" cap="none" spc="0" normalizeH="0" baseline="0" noProof="0" dirty="0">
                <a:ln>
                  <a:noFill/>
                </a:ln>
                <a:solidFill>
                  <a:prstClr val="black"/>
                </a:solidFill>
                <a:effectLst/>
                <a:uLnTx/>
                <a:uFillTx/>
                <a:latin typeface="Arial" panose="020B0604020202020204" pitchFamily="34" charset="0"/>
                <a:ea typeface="Roboto"/>
                <a:cs typeface="Arial" panose="020B0604020202020204" pitchFamily="34" charset="0"/>
                <a:sym typeface="Roboto"/>
              </a:rPr>
              <a:t>We have focused on </a:t>
            </a:r>
            <a:r>
              <a:rPr kumimoji="0" lang="en-GB" sz="2800" b="1" i="0" u="none" strike="noStrike" kern="1200" cap="none" spc="0" normalizeH="0" baseline="0" noProof="0" dirty="0">
                <a:ln>
                  <a:noFill/>
                </a:ln>
                <a:solidFill>
                  <a:prstClr val="black"/>
                </a:solidFill>
                <a:effectLst/>
                <a:uLnTx/>
                <a:uFillTx/>
                <a:latin typeface="Arial" panose="020B0604020202020204" pitchFamily="34" charset="0"/>
                <a:ea typeface="Roboto"/>
                <a:cs typeface="Arial" panose="020B0604020202020204" pitchFamily="34" charset="0"/>
                <a:sym typeface="Roboto"/>
              </a:rPr>
              <a:t>preparing and empowering BDT staff</a:t>
            </a:r>
            <a:r>
              <a:rPr kumimoji="0" lang="en-GB" sz="2800" b="0" i="0" u="none" strike="noStrike" kern="1200" cap="none" spc="0" normalizeH="0" baseline="0" noProof="0" dirty="0">
                <a:ln>
                  <a:noFill/>
                </a:ln>
                <a:solidFill>
                  <a:prstClr val="black"/>
                </a:solidFill>
                <a:effectLst/>
                <a:uLnTx/>
                <a:uFillTx/>
                <a:latin typeface="Arial" panose="020B0604020202020204" pitchFamily="34" charset="0"/>
                <a:ea typeface="Roboto"/>
                <a:cs typeface="Arial" panose="020B0604020202020204" pitchFamily="34" charset="0"/>
                <a:sym typeface="Roboto"/>
              </a:rPr>
              <a:t> with the tools and resources to deliver value and impact, with performance management related objectives being adjusted accordingly</a:t>
            </a:r>
          </a:p>
          <a:p>
            <a:pPr lvl="0"/>
            <a:endParaRPr lang="en-US" dirty="0"/>
          </a:p>
        </p:txBody>
      </p:sp>
      <p:sp>
        <p:nvSpPr>
          <p:cNvPr id="12" name="Text Placeholder 11">
            <a:extLst>
              <a:ext uri="{FF2B5EF4-FFF2-40B4-BE49-F238E27FC236}">
                <a16:creationId xmlns:a16="http://schemas.microsoft.com/office/drawing/2014/main" id="{2EFC6EC8-B366-4C1C-9E18-04E70FF727B4}"/>
              </a:ext>
            </a:extLst>
          </p:cNvPr>
          <p:cNvSpPr>
            <a:spLocks noGrp="1"/>
          </p:cNvSpPr>
          <p:nvPr>
            <p:ph type="body" sz="quarter" idx="12" hasCustomPrompt="1"/>
          </p:nvPr>
        </p:nvSpPr>
        <p:spPr>
          <a:xfrm>
            <a:off x="7296150" y="2133600"/>
            <a:ext cx="4683125" cy="3856038"/>
          </a:xfrm>
        </p:spPr>
        <p:txBody>
          <a:bodyPr/>
          <a:lstStyle>
            <a:lvl1pPr marL="0" marR="0" indent="0" algn="l" defTabSz="914400" rtl="0" eaLnBrk="1" fontAlgn="auto" latinLnBrk="0" hangingPunct="1">
              <a:lnSpc>
                <a:spcPct val="100000"/>
              </a:lnSpc>
              <a:spcBef>
                <a:spcPts val="1800"/>
              </a:spcBef>
              <a:spcAft>
                <a:spcPts val="0"/>
              </a:spcAft>
              <a:buClrTx/>
              <a:buSzTx/>
              <a:buFontTx/>
              <a:buNone/>
              <a:tabLst/>
              <a:defRPr sz="2400">
                <a:solidFill>
                  <a:schemeClr val="bg2">
                    <a:lumMod val="25000"/>
                  </a:schemeClr>
                </a:solidFill>
              </a:defRPr>
            </a:lvl1pPr>
          </a:lstStyle>
          <a:p>
            <a:pPr algn="l">
              <a:lnSpc>
                <a:spcPct val="100000"/>
              </a:lnSpc>
              <a:spcBef>
                <a:spcPts val="1800"/>
              </a:spcBef>
            </a:pPr>
            <a:r>
              <a:rPr lang="en-GB" i="1" dirty="0">
                <a:solidFill>
                  <a:schemeClr val="bg2">
                    <a:lumMod val="25000"/>
                  </a:schemeClr>
                </a:solidFill>
                <a:latin typeface="Georgia" panose="02040502050405020303" pitchFamily="18" charset="0"/>
              </a:rPr>
              <a:t>Multiple RBM workshops for</a:t>
            </a:r>
            <a:br>
              <a:rPr lang="en-GB" i="1" dirty="0">
                <a:solidFill>
                  <a:schemeClr val="bg2">
                    <a:lumMod val="25000"/>
                  </a:schemeClr>
                </a:solidFill>
                <a:latin typeface="Georgia" panose="02040502050405020303" pitchFamily="18" charset="0"/>
              </a:rPr>
            </a:br>
            <a:r>
              <a:rPr lang="en-GB" i="1" dirty="0">
                <a:solidFill>
                  <a:schemeClr val="bg2">
                    <a:lumMod val="25000"/>
                  </a:schemeClr>
                </a:solidFill>
                <a:latin typeface="Georgia" panose="02040502050405020303" pitchFamily="18" charset="0"/>
              </a:rPr>
              <a:t>all HQ-based teams and Regional Offices </a:t>
            </a:r>
          </a:p>
          <a:p>
            <a:pPr algn="l">
              <a:lnSpc>
                <a:spcPct val="100000"/>
              </a:lnSpc>
              <a:spcBef>
                <a:spcPts val="1800"/>
              </a:spcBef>
            </a:pPr>
            <a:r>
              <a:rPr lang="en-GB" i="1" dirty="0">
                <a:solidFill>
                  <a:schemeClr val="bg2">
                    <a:lumMod val="25000"/>
                  </a:schemeClr>
                </a:solidFill>
                <a:latin typeface="Georgia" panose="02040502050405020303" pitchFamily="18" charset="0"/>
              </a:rPr>
              <a:t>Project Management training</a:t>
            </a:r>
          </a:p>
          <a:p>
            <a:pPr algn="l">
              <a:lnSpc>
                <a:spcPct val="100000"/>
              </a:lnSpc>
              <a:spcBef>
                <a:spcPts val="1800"/>
              </a:spcBef>
            </a:pPr>
            <a:r>
              <a:rPr lang="en-GB" i="1" dirty="0">
                <a:solidFill>
                  <a:schemeClr val="bg2">
                    <a:lumMod val="25000"/>
                  </a:schemeClr>
                </a:solidFill>
                <a:latin typeface="Georgia" panose="02040502050405020303" pitchFamily="18" charset="0"/>
              </a:rPr>
              <a:t>Communication for Development training</a:t>
            </a:r>
          </a:p>
          <a:p>
            <a:pPr algn="l">
              <a:lnSpc>
                <a:spcPct val="100000"/>
              </a:lnSpc>
              <a:spcBef>
                <a:spcPts val="1800"/>
              </a:spcBef>
            </a:pPr>
            <a:r>
              <a:rPr lang="en-GB" i="1" dirty="0">
                <a:solidFill>
                  <a:schemeClr val="bg2">
                    <a:lumMod val="25000"/>
                  </a:schemeClr>
                </a:solidFill>
                <a:latin typeface="Georgia" panose="02040502050405020303" pitchFamily="18" charset="0"/>
              </a:rPr>
              <a:t>Procurement training</a:t>
            </a:r>
            <a:endParaRPr lang="en-US" i="1" dirty="0">
              <a:solidFill>
                <a:schemeClr val="bg2">
                  <a:lumMod val="25000"/>
                </a:schemeClr>
              </a:solidFill>
              <a:latin typeface="Georgia" panose="02040502050405020303" pitchFamily="18" charset="0"/>
            </a:endParaRPr>
          </a:p>
          <a:p>
            <a:pPr lvl="0"/>
            <a:endParaRPr lang="en-US" dirty="0"/>
          </a:p>
        </p:txBody>
      </p:sp>
    </p:spTree>
    <p:extLst>
      <p:ext uri="{BB962C8B-B14F-4D97-AF65-F5344CB8AC3E}">
        <p14:creationId xmlns:p14="http://schemas.microsoft.com/office/powerpoint/2010/main" val="346337627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fade">
                                      <p:cBhvr>
                                        <p:cTn id="7" dur="5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Lst>
  </p:timing>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userDrawn="1">
  <p:cSld name="Quote with big quote marks">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B31A647C-A7BD-47C9-962C-55289EF4CD84}"/>
              </a:ext>
            </a:extLst>
          </p:cNvPr>
          <p:cNvSpPr>
            <a:spLocks noGrp="1"/>
          </p:cNvSpPr>
          <p:nvPr>
            <p:ph idx="1" hasCustomPrompt="1"/>
          </p:nvPr>
        </p:nvSpPr>
        <p:spPr>
          <a:xfrm>
            <a:off x="1520946" y="2336800"/>
            <a:ext cx="9150108" cy="3764076"/>
          </a:xfrm>
        </p:spPr>
        <p:txBody>
          <a:bodyPr numCol="1" spcCol="274320">
            <a:noAutofit/>
          </a:bodyPr>
          <a:lstStyle>
            <a:lvl1pPr marL="91440" indent="0">
              <a:lnSpc>
                <a:spcPct val="100000"/>
              </a:lnSpc>
              <a:buClr>
                <a:srgbClr val="009CD6"/>
              </a:buClr>
              <a:buFontTx/>
              <a:buNone/>
              <a:defRPr sz="3200" i="1" spc="20">
                <a:latin typeface="Georgia" panose="02040502050405020303" pitchFamily="18" charset="0"/>
              </a:defRPr>
            </a:lvl1pPr>
            <a:lvl2pPr marL="548640" indent="0">
              <a:lnSpc>
                <a:spcPts val="2400"/>
              </a:lnSpc>
              <a:buClr>
                <a:srgbClr val="009CD6"/>
              </a:buClr>
              <a:buFontTx/>
              <a:buNone/>
              <a:defRPr sz="1800" spc="20"/>
            </a:lvl2pPr>
            <a:lvl3pPr marL="1005840" indent="0">
              <a:lnSpc>
                <a:spcPts val="2400"/>
              </a:lnSpc>
              <a:buClr>
                <a:srgbClr val="009CD6"/>
              </a:buClr>
              <a:buFontTx/>
              <a:buNone/>
              <a:defRPr sz="1800" spc="20"/>
            </a:lvl3pPr>
            <a:lvl4pPr marL="1463040" indent="0">
              <a:lnSpc>
                <a:spcPts val="2400"/>
              </a:lnSpc>
              <a:buClr>
                <a:srgbClr val="009CD6"/>
              </a:buClr>
              <a:buFontTx/>
              <a:buNone/>
              <a:defRPr sz="1800" spc="20"/>
            </a:lvl4pPr>
            <a:lvl5pPr>
              <a:buClr>
                <a:srgbClr val="5B9BD5"/>
              </a:buClr>
              <a:defRPr/>
            </a:lvl5pPr>
          </a:lstStyle>
          <a:p>
            <a:pPr lvl="0"/>
            <a:r>
              <a:rPr lang="en-US" dirty="0"/>
              <a:t>Lorem ipsum dolor sit </a:t>
            </a:r>
            <a:r>
              <a:rPr lang="en-US" dirty="0" err="1"/>
              <a:t>amet</a:t>
            </a:r>
            <a:r>
              <a:rPr lang="en-US" dirty="0"/>
              <a:t>, </a:t>
            </a:r>
            <a:r>
              <a:rPr lang="en-US" dirty="0" err="1"/>
              <a:t>consectetuer</a:t>
            </a:r>
            <a:r>
              <a:rPr lang="en-US" dirty="0"/>
              <a:t> </a:t>
            </a:r>
            <a:r>
              <a:rPr lang="en-US" dirty="0" err="1"/>
              <a:t>adipiscing</a:t>
            </a:r>
            <a:r>
              <a:rPr lang="en-US" dirty="0"/>
              <a:t> </a:t>
            </a:r>
            <a:r>
              <a:rPr lang="en-US" dirty="0" err="1"/>
              <a:t>elit</a:t>
            </a:r>
            <a:r>
              <a:rPr lang="en-US" dirty="0"/>
              <a:t>. Aenean </a:t>
            </a:r>
            <a:r>
              <a:rPr lang="en-US" dirty="0" err="1"/>
              <a:t>commodo</a:t>
            </a:r>
            <a:r>
              <a:rPr lang="en-US" dirty="0"/>
              <a:t> ligula </a:t>
            </a:r>
            <a:r>
              <a:rPr lang="en-US" dirty="0" err="1"/>
              <a:t>eget</a:t>
            </a:r>
            <a:r>
              <a:rPr lang="en-US" dirty="0"/>
              <a:t> dolor. Aenean </a:t>
            </a:r>
            <a:r>
              <a:rPr lang="en-US" dirty="0" err="1"/>
              <a:t>massa</a:t>
            </a:r>
            <a:r>
              <a:rPr lang="en-US" dirty="0"/>
              <a:t>. Cum sociis </a:t>
            </a:r>
            <a:r>
              <a:rPr lang="en-US" dirty="0" err="1"/>
              <a:t>natoque</a:t>
            </a:r>
            <a:r>
              <a:rPr lang="en-US" dirty="0"/>
              <a:t> </a:t>
            </a:r>
            <a:r>
              <a:rPr lang="en-US" dirty="0" err="1"/>
              <a:t>penatibus</a:t>
            </a:r>
            <a:r>
              <a:rPr lang="en-US" dirty="0"/>
              <a:t> et </a:t>
            </a:r>
            <a:r>
              <a:rPr lang="en-US" dirty="0" err="1"/>
              <a:t>magnis</a:t>
            </a:r>
            <a:r>
              <a:rPr lang="en-US" dirty="0"/>
              <a:t> dis parturient </a:t>
            </a:r>
            <a:r>
              <a:rPr lang="en-US" dirty="0" err="1"/>
              <a:t>montes</a:t>
            </a:r>
            <a:r>
              <a:rPr lang="en-US" dirty="0"/>
              <a:t>, </a:t>
            </a:r>
            <a:r>
              <a:rPr lang="en-US" dirty="0" err="1"/>
              <a:t>nascetur</a:t>
            </a:r>
            <a:r>
              <a:rPr lang="en-US" dirty="0"/>
              <a:t> </a:t>
            </a:r>
            <a:r>
              <a:rPr lang="en-US" dirty="0" err="1"/>
              <a:t>ridiculus</a:t>
            </a:r>
            <a:r>
              <a:rPr lang="en-US" dirty="0"/>
              <a:t> mus. </a:t>
            </a:r>
          </a:p>
        </p:txBody>
      </p:sp>
      <p:cxnSp>
        <p:nvCxnSpPr>
          <p:cNvPr id="9" name="Straight Connector 8">
            <a:extLst>
              <a:ext uri="{FF2B5EF4-FFF2-40B4-BE49-F238E27FC236}">
                <a16:creationId xmlns:a16="http://schemas.microsoft.com/office/drawing/2014/main" id="{1D7316B5-C57D-4BFE-9E05-E402A449FF88}"/>
              </a:ext>
            </a:extLst>
          </p:cNvPr>
          <p:cNvCxnSpPr/>
          <p:nvPr userDrawn="1"/>
        </p:nvCxnSpPr>
        <p:spPr>
          <a:xfrm>
            <a:off x="614785"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8F92057-32FC-4FC9-AF35-02473A8E4978}"/>
              </a:ext>
            </a:extLst>
          </p:cNvPr>
          <p:cNvSpPr>
            <a:spLocks noGrp="1"/>
          </p:cNvSpPr>
          <p:nvPr>
            <p:ph type="body" sz="quarter" idx="10" hasCustomPrompt="1"/>
          </p:nvPr>
        </p:nvSpPr>
        <p:spPr>
          <a:xfrm>
            <a:off x="614785" y="313371"/>
            <a:ext cx="4554538" cy="308803"/>
          </a:xfrm>
        </p:spPr>
        <p:txBody>
          <a:bodyPr anchor="ctr"/>
          <a:lstStyle>
            <a:lvl1pPr marL="91440" indent="0" algn="l">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1987959152"/>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userDrawn="1">
  <p:cSld name="Quote with photo">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B31A647C-A7BD-47C9-962C-55289EF4CD84}"/>
              </a:ext>
            </a:extLst>
          </p:cNvPr>
          <p:cNvSpPr>
            <a:spLocks noGrp="1"/>
          </p:cNvSpPr>
          <p:nvPr>
            <p:ph idx="1" hasCustomPrompt="1"/>
          </p:nvPr>
        </p:nvSpPr>
        <p:spPr>
          <a:xfrm>
            <a:off x="1520946" y="2658534"/>
            <a:ext cx="9150108" cy="3764076"/>
          </a:xfrm>
        </p:spPr>
        <p:txBody>
          <a:bodyPr numCol="1" spcCol="274320">
            <a:noAutofit/>
          </a:bodyPr>
          <a:lstStyle>
            <a:lvl1pPr marL="91440" indent="0">
              <a:lnSpc>
                <a:spcPct val="100000"/>
              </a:lnSpc>
              <a:buClr>
                <a:srgbClr val="009CD6"/>
              </a:buClr>
              <a:buFontTx/>
              <a:buNone/>
              <a:defRPr sz="3200" i="1" spc="20">
                <a:latin typeface="Georgia" panose="02040502050405020303" pitchFamily="18" charset="0"/>
              </a:defRPr>
            </a:lvl1pPr>
            <a:lvl2pPr marL="548640" indent="0">
              <a:lnSpc>
                <a:spcPts val="2400"/>
              </a:lnSpc>
              <a:buClr>
                <a:srgbClr val="009CD6"/>
              </a:buClr>
              <a:buFontTx/>
              <a:buNone/>
              <a:defRPr sz="1800" spc="20"/>
            </a:lvl2pPr>
            <a:lvl3pPr marL="1005840" indent="0">
              <a:lnSpc>
                <a:spcPts val="2400"/>
              </a:lnSpc>
              <a:buClr>
                <a:srgbClr val="009CD6"/>
              </a:buClr>
              <a:buFontTx/>
              <a:buNone/>
              <a:defRPr sz="1800" spc="20"/>
            </a:lvl3pPr>
            <a:lvl4pPr marL="1463040" indent="0">
              <a:lnSpc>
                <a:spcPts val="2400"/>
              </a:lnSpc>
              <a:buClr>
                <a:srgbClr val="009CD6"/>
              </a:buClr>
              <a:buFontTx/>
              <a:buNone/>
              <a:defRPr sz="1800" spc="20"/>
            </a:lvl4pPr>
            <a:lvl5pPr>
              <a:buClr>
                <a:srgbClr val="5B9BD5"/>
              </a:buClr>
              <a:defRPr/>
            </a:lvl5pPr>
          </a:lstStyle>
          <a:p>
            <a:pPr lvl="0"/>
            <a:r>
              <a:rPr lang="en-US" dirty="0"/>
              <a:t>“Lorem ipsum dolor sit </a:t>
            </a:r>
            <a:r>
              <a:rPr lang="en-US" dirty="0" err="1"/>
              <a:t>amet</a:t>
            </a:r>
            <a:r>
              <a:rPr lang="en-US" dirty="0"/>
              <a:t>, </a:t>
            </a:r>
            <a:r>
              <a:rPr lang="en-US" dirty="0" err="1"/>
              <a:t>consectetuer</a:t>
            </a:r>
            <a:r>
              <a:rPr lang="en-US" dirty="0"/>
              <a:t> </a:t>
            </a:r>
            <a:r>
              <a:rPr lang="en-US" dirty="0" err="1"/>
              <a:t>adipiscing</a:t>
            </a:r>
            <a:r>
              <a:rPr lang="en-US" dirty="0"/>
              <a:t> </a:t>
            </a:r>
            <a:r>
              <a:rPr lang="en-US" dirty="0" err="1"/>
              <a:t>elit</a:t>
            </a:r>
            <a:r>
              <a:rPr lang="en-US" dirty="0"/>
              <a:t>. Aenean </a:t>
            </a:r>
            <a:r>
              <a:rPr lang="en-US" dirty="0" err="1"/>
              <a:t>commodo</a:t>
            </a:r>
            <a:r>
              <a:rPr lang="en-US" dirty="0"/>
              <a:t> ligula </a:t>
            </a:r>
            <a:r>
              <a:rPr lang="en-US" dirty="0" err="1"/>
              <a:t>eget</a:t>
            </a:r>
            <a:r>
              <a:rPr lang="en-US" dirty="0"/>
              <a:t> dolor. Aenean </a:t>
            </a:r>
            <a:r>
              <a:rPr lang="en-US" dirty="0" err="1"/>
              <a:t>massa</a:t>
            </a:r>
            <a:r>
              <a:rPr lang="en-US" dirty="0"/>
              <a:t>. Cum sociis </a:t>
            </a:r>
            <a:r>
              <a:rPr lang="en-US" dirty="0" err="1"/>
              <a:t>natoque</a:t>
            </a:r>
            <a:r>
              <a:rPr lang="en-US" dirty="0"/>
              <a:t> </a:t>
            </a:r>
            <a:r>
              <a:rPr lang="en-US" dirty="0" err="1"/>
              <a:t>penatibus</a:t>
            </a:r>
            <a:r>
              <a:rPr lang="en-US" dirty="0"/>
              <a:t> et </a:t>
            </a:r>
            <a:r>
              <a:rPr lang="en-US" dirty="0" err="1"/>
              <a:t>magnis</a:t>
            </a:r>
            <a:r>
              <a:rPr lang="en-US" dirty="0"/>
              <a:t> dis parturient </a:t>
            </a:r>
            <a:r>
              <a:rPr lang="en-US" dirty="0" err="1"/>
              <a:t>montes</a:t>
            </a:r>
            <a:r>
              <a:rPr lang="en-US" dirty="0"/>
              <a:t>, </a:t>
            </a:r>
            <a:r>
              <a:rPr lang="en-US" dirty="0" err="1"/>
              <a:t>nascetur</a:t>
            </a:r>
            <a:r>
              <a:rPr lang="en-US" dirty="0"/>
              <a:t> </a:t>
            </a:r>
            <a:r>
              <a:rPr lang="en-US" dirty="0" err="1"/>
              <a:t>ridiculus</a:t>
            </a:r>
            <a:r>
              <a:rPr lang="en-US" dirty="0"/>
              <a:t> mus.” </a:t>
            </a:r>
          </a:p>
        </p:txBody>
      </p:sp>
      <p:cxnSp>
        <p:nvCxnSpPr>
          <p:cNvPr id="9" name="Straight Connector 8">
            <a:extLst>
              <a:ext uri="{FF2B5EF4-FFF2-40B4-BE49-F238E27FC236}">
                <a16:creationId xmlns:a16="http://schemas.microsoft.com/office/drawing/2014/main" id="{1D7316B5-C57D-4BFE-9E05-E402A449FF88}"/>
              </a:ext>
            </a:extLst>
          </p:cNvPr>
          <p:cNvCxnSpPr/>
          <p:nvPr userDrawn="1"/>
        </p:nvCxnSpPr>
        <p:spPr>
          <a:xfrm>
            <a:off x="614785"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8F92057-32FC-4FC9-AF35-02473A8E4978}"/>
              </a:ext>
            </a:extLst>
          </p:cNvPr>
          <p:cNvSpPr>
            <a:spLocks noGrp="1"/>
          </p:cNvSpPr>
          <p:nvPr>
            <p:ph type="body" sz="quarter" idx="10" hasCustomPrompt="1"/>
          </p:nvPr>
        </p:nvSpPr>
        <p:spPr>
          <a:xfrm>
            <a:off x="614785" y="313371"/>
            <a:ext cx="4554538" cy="308803"/>
          </a:xfrm>
        </p:spPr>
        <p:txBody>
          <a:bodyPr anchor="ctr"/>
          <a:lstStyle>
            <a:lvl1pPr marL="91440" indent="0" algn="l">
              <a:buNone/>
              <a:defRPr sz="1600">
                <a:solidFill>
                  <a:schemeClr val="accent2"/>
                </a:solidFill>
              </a:defRPr>
            </a:lvl1pPr>
          </a:lstStyle>
          <a:p>
            <a:pPr lvl="0"/>
            <a:r>
              <a:rPr lang="en-US" dirty="0"/>
              <a:t>Click to edit section name</a:t>
            </a:r>
          </a:p>
        </p:txBody>
      </p:sp>
      <p:sp>
        <p:nvSpPr>
          <p:cNvPr id="6" name="Picture Placeholder 5">
            <a:extLst>
              <a:ext uri="{FF2B5EF4-FFF2-40B4-BE49-F238E27FC236}">
                <a16:creationId xmlns:a16="http://schemas.microsoft.com/office/drawing/2014/main" id="{BE0DB947-B9BF-4F5D-BCB3-A4E551A7C958}"/>
              </a:ext>
            </a:extLst>
          </p:cNvPr>
          <p:cNvSpPr>
            <a:spLocks noGrp="1"/>
          </p:cNvSpPr>
          <p:nvPr>
            <p:ph type="pic" sz="quarter" idx="11" hasCustomPrompt="1"/>
          </p:nvPr>
        </p:nvSpPr>
        <p:spPr>
          <a:xfrm>
            <a:off x="5473700" y="1215232"/>
            <a:ext cx="1244600" cy="1244600"/>
          </a:xfrm>
          <a:prstGeom prst="flowChartConnector">
            <a:avLst/>
          </a:prstGeom>
          <a:solidFill>
            <a:schemeClr val="bg1">
              <a:lumMod val="85000"/>
            </a:schemeClr>
          </a:solidFill>
        </p:spPr>
        <p:txBody>
          <a:bodyPr anchor="ctr"/>
          <a:lstStyle>
            <a:lvl1pPr>
              <a:defRPr sz="1400" b="0"/>
            </a:lvl1pPr>
          </a:lstStyle>
          <a:p>
            <a:r>
              <a:rPr lang="en-US" dirty="0"/>
              <a:t>Insert</a:t>
            </a:r>
            <a:br>
              <a:rPr lang="en-US" dirty="0"/>
            </a:br>
            <a:r>
              <a:rPr lang="en-US" dirty="0"/>
              <a:t>Photo</a:t>
            </a:r>
          </a:p>
        </p:txBody>
      </p:sp>
    </p:spTree>
    <p:extLst>
      <p:ext uri="{BB962C8B-B14F-4D97-AF65-F5344CB8AC3E}">
        <p14:creationId xmlns:p14="http://schemas.microsoft.com/office/powerpoint/2010/main" val="106831931"/>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userDrawn="1">
  <p:cSld name="Title + large image (light blue bg) 2">
    <p:spTree>
      <p:nvGrpSpPr>
        <p:cNvPr id="1" name=""/>
        <p:cNvGrpSpPr/>
        <p:nvPr/>
      </p:nvGrpSpPr>
      <p:grpSpPr>
        <a:xfrm>
          <a:off x="0" y="0"/>
          <a:ext cx="0" cy="0"/>
          <a:chOff x="0" y="0"/>
          <a:chExt cx="0" cy="0"/>
        </a:xfrm>
      </p:grpSpPr>
      <p:sp>
        <p:nvSpPr>
          <p:cNvPr id="14" name="Picture Placeholder 2">
            <a:extLst>
              <a:ext uri="{FF2B5EF4-FFF2-40B4-BE49-F238E27FC236}">
                <a16:creationId xmlns:a16="http://schemas.microsoft.com/office/drawing/2014/main" id="{5ED55E9E-BFC6-411F-90A8-B7CC917CD1B5}"/>
              </a:ext>
            </a:extLst>
          </p:cNvPr>
          <p:cNvSpPr>
            <a:spLocks noGrp="1"/>
          </p:cNvSpPr>
          <p:nvPr>
            <p:ph type="pic" idx="1" hasCustomPrompt="1"/>
          </p:nvPr>
        </p:nvSpPr>
        <p:spPr>
          <a:xfrm>
            <a:off x="698526" y="1881427"/>
            <a:ext cx="10976290" cy="3985973"/>
          </a:xfrm>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image here</a:t>
            </a:r>
          </a:p>
        </p:txBody>
      </p:sp>
      <p:cxnSp>
        <p:nvCxnSpPr>
          <p:cNvPr id="6" name="Straight Connector 5">
            <a:extLst>
              <a:ext uri="{FF2B5EF4-FFF2-40B4-BE49-F238E27FC236}">
                <a16:creationId xmlns:a16="http://schemas.microsoft.com/office/drawing/2014/main" id="{E7FA0E66-7846-4BCB-AE09-F966602C759F}"/>
              </a:ext>
            </a:extLst>
          </p:cNvPr>
          <p:cNvCxnSpPr/>
          <p:nvPr userDrawn="1"/>
        </p:nvCxnSpPr>
        <p:spPr>
          <a:xfrm>
            <a:off x="607468"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9" name="Text Placeholder 3">
            <a:extLst>
              <a:ext uri="{FF2B5EF4-FFF2-40B4-BE49-F238E27FC236}">
                <a16:creationId xmlns:a16="http://schemas.microsoft.com/office/drawing/2014/main" id="{CF0B2556-6FCF-4306-988D-12A70352A48D}"/>
              </a:ext>
            </a:extLst>
          </p:cNvPr>
          <p:cNvSpPr>
            <a:spLocks noGrp="1"/>
          </p:cNvSpPr>
          <p:nvPr>
            <p:ph type="body" sz="quarter" idx="10"/>
          </p:nvPr>
        </p:nvSpPr>
        <p:spPr>
          <a:xfrm>
            <a:off x="607468" y="313371"/>
            <a:ext cx="4554538" cy="308803"/>
          </a:xfrm>
        </p:spPr>
        <p:txBody>
          <a:bodyPr anchor="ctr"/>
          <a:lstStyle>
            <a:lvl1pPr marL="91440" indent="0">
              <a:buNone/>
              <a:defRPr sz="1600">
                <a:solidFill>
                  <a:schemeClr val="accent2"/>
                </a:solidFill>
              </a:defRPr>
            </a:lvl1pPr>
          </a:lstStyle>
          <a:p>
            <a:pPr lvl="0"/>
            <a:r>
              <a:rPr lang="en-US" dirty="0"/>
              <a:t>Click to edit Master text styles</a:t>
            </a:r>
          </a:p>
        </p:txBody>
      </p:sp>
      <p:sp>
        <p:nvSpPr>
          <p:cNvPr id="10" name="Title Placeholder 1">
            <a:extLst>
              <a:ext uri="{FF2B5EF4-FFF2-40B4-BE49-F238E27FC236}">
                <a16:creationId xmlns:a16="http://schemas.microsoft.com/office/drawing/2014/main" id="{B0DA0626-8521-4B9A-A854-E817A6A1230B}"/>
              </a:ext>
            </a:extLst>
          </p:cNvPr>
          <p:cNvSpPr>
            <a:spLocks noGrp="1"/>
          </p:cNvSpPr>
          <p:nvPr>
            <p:ph type="title"/>
          </p:nvPr>
        </p:nvSpPr>
        <p:spPr>
          <a:xfrm>
            <a:off x="688392" y="1231105"/>
            <a:ext cx="10515600" cy="568434"/>
          </a:xfrm>
          <a:prstGeom prst="rect">
            <a:avLst/>
          </a:prstGeom>
        </p:spPr>
        <p:txBody>
          <a:bodyPr vert="horz" lIns="91440" tIns="45720" rIns="91440" bIns="45720" rtlCol="0" anchor="t">
            <a:noAutofit/>
          </a:bodyPr>
          <a:lstStyle/>
          <a:p>
            <a:r>
              <a:rPr lang="en-US" dirty="0"/>
              <a:t>Click to edit Master title style</a:t>
            </a:r>
          </a:p>
        </p:txBody>
      </p:sp>
    </p:spTree>
    <p:extLst>
      <p:ext uri="{BB962C8B-B14F-4D97-AF65-F5344CB8AC3E}">
        <p14:creationId xmlns:p14="http://schemas.microsoft.com/office/powerpoint/2010/main" val="2362081594"/>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4.xml><?xml version="1.0" encoding="utf-8"?>
<p:sldLayout xmlns:a="http://schemas.openxmlformats.org/drawingml/2006/main" xmlns:r="http://schemas.openxmlformats.org/officeDocument/2006/relationships" xmlns:p="http://schemas.openxmlformats.org/presentationml/2006/main" preserve="1" userDrawn="1">
  <p:cSld name="Blank (light blue)">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055F4467-8115-4C34-B39A-8E571F625EA9}"/>
              </a:ext>
            </a:extLst>
          </p:cNvPr>
          <p:cNvSpPr/>
          <p:nvPr userDrawn="1"/>
        </p:nvSpPr>
        <p:spPr>
          <a:xfrm>
            <a:off x="-30161" y="0"/>
            <a:ext cx="12222161" cy="6858000"/>
          </a:xfrm>
          <a:prstGeom prst="rect">
            <a:avLst/>
          </a:prstGeom>
          <a:solidFill>
            <a:srgbClr val="F5FAF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 </a:t>
            </a:r>
          </a:p>
        </p:txBody>
      </p:sp>
    </p:spTree>
    <p:extLst>
      <p:ext uri="{BB962C8B-B14F-4D97-AF65-F5344CB8AC3E}">
        <p14:creationId xmlns:p14="http://schemas.microsoft.com/office/powerpoint/2010/main" val="3067180665"/>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type="blank">
  <p:cSld name="Blank (white bg) ">
    <p:bg>
      <p:bgPr>
        <a:solidFill>
          <a:schemeClr val="bg1"/>
        </a:solidFill>
        <a:effectLst/>
      </p:bgPr>
    </p:bg>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336622E0-A137-429D-BE75-779E322CE694}"/>
              </a:ext>
            </a:extLst>
          </p:cNvPr>
          <p:cNvSpPr/>
          <p:nvPr userDrawn="1"/>
        </p:nvSpPr>
        <p:spPr>
          <a:xfrm>
            <a:off x="-30161" y="0"/>
            <a:ext cx="12222161" cy="6858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latin typeface="Avenir Next LT Pro" panose="020B0504020202020204" pitchFamily="34" charset="0"/>
              </a:rPr>
              <a:t> </a:t>
            </a:r>
          </a:p>
        </p:txBody>
      </p:sp>
    </p:spTree>
    <p:extLst>
      <p:ext uri="{BB962C8B-B14F-4D97-AF65-F5344CB8AC3E}">
        <p14:creationId xmlns:p14="http://schemas.microsoft.com/office/powerpoint/2010/main" val="105035650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slideLayout" Target="../slideLayouts/slideLayout16.xml"/><Relationship Id="rId17" Type="http://schemas.openxmlformats.org/officeDocument/2006/relationships/slideLayout" Target="../slideLayouts/slideLayout17.xml"/><Relationship Id="rId18" Type="http://schemas.openxmlformats.org/officeDocument/2006/relationships/theme" Target="../theme/theme1.xml"/></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slideLayout" Target="../slideLayouts/slideLayout19.xml"/><Relationship Id="rId3" Type="http://schemas.openxmlformats.org/officeDocument/2006/relationships/slideLayout" Target="../slideLayouts/slideLayout20.xml"/><Relationship Id="rId4" Type="http://schemas.openxmlformats.org/officeDocument/2006/relationships/theme" Target="../theme/theme2.xml"/></Relationships>
</file>

<file path=ppt/slideMasters/_rels/slideMaster3.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slideLayout" Target="../slideLayouts/slideLayout22.xml"/><Relationship Id="rId3" Type="http://schemas.openxmlformats.org/officeDocument/2006/relationships/theme" Target="../theme/theme3.xml"/></Relationships>
</file>

<file path=ppt/slideMasters/_rels/slideMaster4.xml.rels><?xml version='1.0' encoding='UTF-8' standalone='yes'?>
<Relationships xmlns="http://schemas.openxmlformats.org/package/2006/relationships"><Relationship Id="rId1" Type="http://schemas.openxmlformats.org/officeDocument/2006/relationships/slideLayout" Target="../slideLayouts/slideLayout23.xml"/><Relationship Id="rId2" Type="http://schemas.openxmlformats.org/officeDocument/2006/relationships/slideLayout" Target="../slideLayouts/slideLayout24.xml"/><Relationship Id="rId3" Type="http://schemas.openxmlformats.org/officeDocument/2006/relationships/slideLayout" Target="../slideLayouts/slideLayout25.xml"/><Relationship Id="rId4" Type="http://schemas.openxmlformats.org/officeDocument/2006/relationships/theme" Target="../theme/theme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C6C4518C-C369-4BCE-93F6-ACF7A0A4563A}"/>
              </a:ext>
            </a:extLst>
          </p:cNvPr>
          <p:cNvSpPr>
            <a:spLocks noGrp="1"/>
          </p:cNvSpPr>
          <p:nvPr>
            <p:ph type="title"/>
          </p:nvPr>
        </p:nvSpPr>
        <p:spPr>
          <a:xfrm>
            <a:off x="688392" y="879975"/>
            <a:ext cx="10515600" cy="746442"/>
          </a:xfrm>
          <a:prstGeom prst="rect">
            <a:avLst/>
          </a:prstGeom>
        </p:spPr>
        <p:txBody>
          <a:bodyPr vert="horz" lIns="91440" tIns="45720" rIns="91440" bIns="45720" rtlCol="0" anchor="t">
            <a:noAutofit/>
          </a:bodyPr>
          <a:lstStyle/>
          <a:p>
            <a:r>
              <a:rPr lang="en-US"/>
              <a:t>Click to edit Master title style</a:t>
            </a:r>
            <a:endParaRPr lang="en-US" dirty="0"/>
          </a:p>
        </p:txBody>
      </p:sp>
      <p:sp>
        <p:nvSpPr>
          <p:cNvPr id="3" name="Text Placeholder 2">
            <a:extLst>
              <a:ext uri="{FF2B5EF4-FFF2-40B4-BE49-F238E27FC236}">
                <a16:creationId xmlns:a16="http://schemas.microsoft.com/office/drawing/2014/main" id="{6328A0EE-5A32-42C1-8C1D-EA2BEF099C17}"/>
              </a:ext>
            </a:extLst>
          </p:cNvPr>
          <p:cNvSpPr>
            <a:spLocks noGrp="1"/>
          </p:cNvSpPr>
          <p:nvPr>
            <p:ph type="body" idx="1"/>
          </p:nvPr>
        </p:nvSpPr>
        <p:spPr>
          <a:xfrm>
            <a:off x="688392" y="1804342"/>
            <a:ext cx="10515600" cy="4351338"/>
          </a:xfrm>
          <a:prstGeom prst="rect">
            <a:avLst/>
          </a:prstGeom>
        </p:spPr>
        <p:txBody>
          <a:bodyPr vert="horz" lIns="91440" tIns="45720" rIns="91440" bIns="45720" rtlCol="0">
            <a:noAutofit/>
          </a:bodyPr>
          <a:lstStyle/>
          <a:p>
            <a:pPr lvl="0"/>
            <a:r>
              <a:rPr lang="en-US" dirty="0"/>
              <a:t>Second level</a:t>
            </a:r>
          </a:p>
          <a:p>
            <a:pPr lvl="1"/>
            <a:r>
              <a:rPr lang="en-US" dirty="0"/>
              <a:t>Third level</a:t>
            </a:r>
          </a:p>
          <a:p>
            <a:pPr lvl="2"/>
            <a:r>
              <a:rPr lang="en-US" dirty="0"/>
              <a:t>Fourth level</a:t>
            </a:r>
          </a:p>
          <a:p>
            <a:pPr lvl="3"/>
            <a:r>
              <a:rPr lang="en-US" dirty="0"/>
              <a:t>Fifth level</a:t>
            </a:r>
          </a:p>
        </p:txBody>
      </p:sp>
      <p:sp>
        <p:nvSpPr>
          <p:cNvPr id="8" name="TextBox 7">
            <a:extLst>
              <a:ext uri="{FF2B5EF4-FFF2-40B4-BE49-F238E27FC236}">
                <a16:creationId xmlns:a16="http://schemas.microsoft.com/office/drawing/2014/main" id="{69A5A063-7EAA-4705-81BD-73270FF5BA28}"/>
              </a:ext>
            </a:extLst>
          </p:cNvPr>
          <p:cNvSpPr txBox="1"/>
          <p:nvPr userDrawn="1"/>
        </p:nvSpPr>
        <p:spPr>
          <a:xfrm>
            <a:off x="9182937" y="6343130"/>
            <a:ext cx="2499360" cy="307777"/>
          </a:xfrm>
          <a:prstGeom prst="rect">
            <a:avLst/>
          </a:prstGeom>
          <a:noFill/>
        </p:spPr>
        <p:txBody>
          <a:bodyPr wrap="square" rtlCol="0">
            <a:sp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sz="1400" spc="50" baseline="0" dirty="0">
                <a:solidFill>
                  <a:schemeClr val="accent2"/>
                </a:solidFill>
                <a:latin typeface="Arial" panose="020B0604020202020204" pitchFamily="34" charset="0"/>
                <a:cs typeface="Arial" panose="020B0604020202020204" pitchFamily="34" charset="0"/>
              </a:rPr>
              <a:t>www.itu.int</a:t>
            </a:r>
          </a:p>
        </p:txBody>
      </p:sp>
      <p:sp>
        <p:nvSpPr>
          <p:cNvPr id="9" name="TextBox 8">
            <a:extLst>
              <a:ext uri="{FF2B5EF4-FFF2-40B4-BE49-F238E27FC236}">
                <a16:creationId xmlns:a16="http://schemas.microsoft.com/office/drawing/2014/main" id="{F4ED357C-3FA0-42D4-850C-879BB0BE1875}"/>
              </a:ext>
            </a:extLst>
          </p:cNvPr>
          <p:cNvSpPr txBox="1"/>
          <p:nvPr userDrawn="1"/>
        </p:nvSpPr>
        <p:spPr>
          <a:xfrm>
            <a:off x="11420070" y="6345034"/>
            <a:ext cx="553720" cy="292388"/>
          </a:xfrm>
          <a:prstGeom prst="rect">
            <a:avLst/>
          </a:prstGeom>
          <a:noFill/>
        </p:spPr>
        <p:txBody>
          <a:bodyPr wrap="square" rtlCol="0">
            <a:spAutoFit/>
          </a:bodyPr>
          <a:lstStyle/>
          <a:p>
            <a:pPr algn="r"/>
            <a:fld id="{D88FE18D-1554-4525-B2E9-CBAFE9755A5A}" type="slidenum">
              <a:rPr lang="en-US" sz="1300" smtClean="0">
                <a:solidFill>
                  <a:schemeClr val="tx1"/>
                </a:solidFill>
              </a:rPr>
              <a:t>‹#›</a:t>
            </a:fld>
            <a:endParaRPr lang="en-US" sz="1300" dirty="0">
              <a:solidFill>
                <a:schemeClr val="tx1"/>
              </a:solidFill>
            </a:endParaRPr>
          </a:p>
        </p:txBody>
      </p:sp>
    </p:spTree>
    <p:extLst>
      <p:ext uri="{BB962C8B-B14F-4D97-AF65-F5344CB8AC3E}">
        <p14:creationId xmlns:p14="http://schemas.microsoft.com/office/powerpoint/2010/main" val="3452108936"/>
      </p:ext>
    </p:extLst>
  </p:cSld>
  <p:clrMap bg1="lt1" tx1="dk1" bg2="lt2" tx2="dk2" accent1="accent1" accent2="accent2" accent3="accent3" accent4="accent4" accent5="accent5" accent6="accent6" hlink="hlink" folHlink="folHlink"/>
  <p:sldLayoutIdLst>
    <p:sldLayoutId id="2147483656" r:id="rId1"/>
    <p:sldLayoutId id="2147483653" r:id="rId2"/>
    <p:sldLayoutId id="2147483652" r:id="rId3"/>
    <p:sldLayoutId id="2147483675" r:id="rId4"/>
    <p:sldLayoutId id="2147483676" r:id="rId5"/>
    <p:sldLayoutId id="2147483674" r:id="rId6"/>
    <p:sldLayoutId id="2147483672" r:id="rId7"/>
    <p:sldLayoutId id="2147483657" r:id="rId8"/>
    <p:sldLayoutId id="2147483717" r:id="rId9"/>
    <p:sldLayoutId id="2147483718" r:id="rId10"/>
    <p:sldLayoutId id="2147483719" r:id="rId11"/>
    <p:sldLayoutId id="2147483670" r:id="rId12"/>
    <p:sldLayoutId id="2147483660" r:id="rId13"/>
    <p:sldLayoutId id="2147483687" r:id="rId14"/>
    <p:sldLayoutId id="2147483707" r:id="rId15"/>
    <p:sldLayoutId id="2147483712" r:id="rId16"/>
    <p:sldLayoutId id="2147483721" r:id="rId17"/>
  </p:sldLayoutIdLst>
  <p:hf hdr="0" ftr="0" dt="0"/>
  <p:txStyles>
    <p:titleStyle>
      <a:lvl1pPr algn="l" defTabSz="914400" rtl="0" eaLnBrk="1" latinLnBrk="0" hangingPunct="1">
        <a:lnSpc>
          <a:spcPct val="90000"/>
        </a:lnSpc>
        <a:spcBef>
          <a:spcPct val="0"/>
        </a:spcBef>
        <a:buNone/>
        <a:defRPr sz="2800" b="1" kern="1200">
          <a:solidFill>
            <a:schemeClr val="tx1"/>
          </a:solidFill>
          <a:latin typeface="Arial" panose="020B0604020202020204" pitchFamily="34" charset="0"/>
          <a:ea typeface="+mj-ea"/>
          <a:cs typeface="Arial" panose="020B0604020202020204" pitchFamily="34" charset="0"/>
        </a:defRPr>
      </a:lvl1pPr>
    </p:titleStyle>
    <p:bodyStyle>
      <a:lvl1pPr marL="228600" indent="-137160" algn="l" defTabSz="914400" rtl="0" eaLnBrk="1" latinLnBrk="0" hangingPunct="1">
        <a:lnSpc>
          <a:spcPts val="2200"/>
        </a:lnSpc>
        <a:spcBef>
          <a:spcPts val="1000"/>
        </a:spcBef>
        <a:buClr>
          <a:srgbClr val="009CD6"/>
        </a:buClr>
        <a:buSzPct val="110000"/>
        <a:buFont typeface="Arial" panose="020B0604020202020204" pitchFamily="34" charset="0"/>
        <a:buChar char="•"/>
        <a:defRPr sz="1800" kern="1200" spc="0">
          <a:solidFill>
            <a:schemeClr val="tx1"/>
          </a:solidFill>
          <a:latin typeface="Arial" panose="020B0604020202020204" pitchFamily="34" charset="0"/>
          <a:ea typeface="+mn-ea"/>
          <a:cs typeface="Arial" panose="020B0604020202020204" pitchFamily="34" charset="0"/>
        </a:defRPr>
      </a:lvl1pPr>
      <a:lvl2pPr marL="685800" indent="-137160" algn="l" defTabSz="914400" rtl="0" eaLnBrk="1" latinLnBrk="0" hangingPunct="1">
        <a:lnSpc>
          <a:spcPts val="2200"/>
        </a:lnSpc>
        <a:spcBef>
          <a:spcPts val="500"/>
        </a:spcBef>
        <a:buClr>
          <a:srgbClr val="009CD6"/>
        </a:buClr>
        <a:buSzPct val="110000"/>
        <a:buFont typeface="Arial" panose="020B0604020202020204" pitchFamily="34" charset="0"/>
        <a:buChar char="•"/>
        <a:defRPr sz="1800" kern="1200" spc="0">
          <a:solidFill>
            <a:schemeClr val="tx1"/>
          </a:solidFill>
          <a:latin typeface="Arial" panose="020B0604020202020204" pitchFamily="34" charset="0"/>
          <a:ea typeface="+mn-ea"/>
          <a:cs typeface="Arial" panose="020B0604020202020204" pitchFamily="34" charset="0"/>
        </a:defRPr>
      </a:lvl2pPr>
      <a:lvl3pPr marL="1143000" indent="-137160" algn="l" defTabSz="914400" rtl="0" eaLnBrk="1" latinLnBrk="0" hangingPunct="1">
        <a:lnSpc>
          <a:spcPts val="2200"/>
        </a:lnSpc>
        <a:spcBef>
          <a:spcPts val="500"/>
        </a:spcBef>
        <a:buClr>
          <a:srgbClr val="009CD6"/>
        </a:buClr>
        <a:buSzPct val="110000"/>
        <a:buFont typeface="Arial" panose="020B0604020202020204" pitchFamily="34" charset="0"/>
        <a:buChar char="•"/>
        <a:defRPr sz="1800" kern="1200" spc="0" baseline="0">
          <a:solidFill>
            <a:schemeClr val="tx1"/>
          </a:solidFill>
          <a:latin typeface="Arial" panose="020B0604020202020204" pitchFamily="34" charset="0"/>
          <a:ea typeface="+mn-ea"/>
          <a:cs typeface="Arial" panose="020B0604020202020204" pitchFamily="34" charset="0"/>
        </a:defRPr>
      </a:lvl3pPr>
      <a:lvl4pPr marL="1600200" indent="-137160" algn="l" defTabSz="914400" rtl="0" eaLnBrk="1" latinLnBrk="0" hangingPunct="1">
        <a:lnSpc>
          <a:spcPts val="2200"/>
        </a:lnSpc>
        <a:spcBef>
          <a:spcPts val="500"/>
        </a:spcBef>
        <a:buClr>
          <a:srgbClr val="009CD6"/>
        </a:buClr>
        <a:buSzPct val="110000"/>
        <a:buFont typeface="Arial" panose="020B0604020202020204" pitchFamily="34" charset="0"/>
        <a:buChar char="•"/>
        <a:defRPr sz="1800" kern="1200" spc="0" baseline="0">
          <a:solidFill>
            <a:schemeClr val="tx1"/>
          </a:solidFill>
          <a:latin typeface="Arial" panose="020B0604020202020204" pitchFamily="34" charset="0"/>
          <a:ea typeface="+mn-ea"/>
          <a:cs typeface="Arial" panose="020B0604020202020204" pitchFamily="34" charset="0"/>
        </a:defRPr>
      </a:lvl4pPr>
      <a:lvl5pPr marL="2057400" indent="-228600" algn="l" defTabSz="914400" rtl="0" eaLnBrk="1" latinLnBrk="0" hangingPunct="1">
        <a:lnSpc>
          <a:spcPts val="2200"/>
        </a:lnSpc>
        <a:spcBef>
          <a:spcPts val="500"/>
        </a:spcBef>
        <a:buClr>
          <a:srgbClr val="00B0F0"/>
        </a:buClr>
        <a:buFont typeface="Arial" panose="020B0604020202020204" pitchFamily="34" charset="0"/>
        <a:buChar char="•"/>
        <a:defRPr sz="1800" kern="1200" spc="30" baseline="0">
          <a:solidFill>
            <a:schemeClr val="tx1"/>
          </a:solidFill>
          <a:latin typeface="Arial" panose="020B0604020202020204" pitchFamily="34" charset="0"/>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C6C4518C-C369-4BCE-93F6-ACF7A0A4563A}"/>
              </a:ext>
            </a:extLst>
          </p:cNvPr>
          <p:cNvSpPr>
            <a:spLocks noGrp="1"/>
          </p:cNvSpPr>
          <p:nvPr>
            <p:ph type="title"/>
          </p:nvPr>
        </p:nvSpPr>
        <p:spPr>
          <a:xfrm>
            <a:off x="688392" y="879975"/>
            <a:ext cx="10515600" cy="746442"/>
          </a:xfrm>
          <a:prstGeom prst="rect">
            <a:avLst/>
          </a:prstGeom>
        </p:spPr>
        <p:txBody>
          <a:bodyPr vert="horz" lIns="91440" tIns="45720" rIns="91440" bIns="45720" rtlCol="0" anchor="t">
            <a:noAutofit/>
          </a:bodyPr>
          <a:lstStyle/>
          <a:p>
            <a:r>
              <a:rPr lang="en-US" dirty="0"/>
              <a:t>Click to edit Master title style</a:t>
            </a:r>
          </a:p>
        </p:txBody>
      </p:sp>
      <p:sp>
        <p:nvSpPr>
          <p:cNvPr id="3" name="Text Placeholder 2">
            <a:extLst>
              <a:ext uri="{FF2B5EF4-FFF2-40B4-BE49-F238E27FC236}">
                <a16:creationId xmlns:a16="http://schemas.microsoft.com/office/drawing/2014/main" id="{6328A0EE-5A32-42C1-8C1D-EA2BEF099C17}"/>
              </a:ext>
            </a:extLst>
          </p:cNvPr>
          <p:cNvSpPr>
            <a:spLocks noGrp="1"/>
          </p:cNvSpPr>
          <p:nvPr>
            <p:ph type="body" idx="1"/>
          </p:nvPr>
        </p:nvSpPr>
        <p:spPr>
          <a:xfrm>
            <a:off x="688392" y="1804342"/>
            <a:ext cx="10515600" cy="4351338"/>
          </a:xfrm>
          <a:prstGeom prst="rect">
            <a:avLst/>
          </a:prstGeom>
        </p:spPr>
        <p:txBody>
          <a:bodyPr vert="horz" lIns="91440" tIns="45720" rIns="91440" bIns="45720" rtlCol="0">
            <a:noAutofit/>
          </a:bodyPr>
          <a:lstStyle/>
          <a:p>
            <a:pPr lvl="0"/>
            <a:r>
              <a:rPr lang="en-US" dirty="0"/>
              <a:t>Second level</a:t>
            </a:r>
          </a:p>
          <a:p>
            <a:pPr lvl="1"/>
            <a:r>
              <a:rPr lang="en-US" dirty="0"/>
              <a:t>Third level</a:t>
            </a:r>
          </a:p>
          <a:p>
            <a:pPr lvl="2"/>
            <a:r>
              <a:rPr lang="en-US" dirty="0"/>
              <a:t>Fourth level</a:t>
            </a:r>
          </a:p>
          <a:p>
            <a:pPr lvl="3"/>
            <a:r>
              <a:rPr lang="en-US" dirty="0"/>
              <a:t>Fifth level</a:t>
            </a:r>
          </a:p>
        </p:txBody>
      </p:sp>
      <p:sp>
        <p:nvSpPr>
          <p:cNvPr id="6" name="TextBox 5">
            <a:extLst>
              <a:ext uri="{FF2B5EF4-FFF2-40B4-BE49-F238E27FC236}">
                <a16:creationId xmlns:a16="http://schemas.microsoft.com/office/drawing/2014/main" id="{693ABCAB-1B02-4C7B-89B1-A5BB0E479D06}"/>
              </a:ext>
            </a:extLst>
          </p:cNvPr>
          <p:cNvSpPr txBox="1"/>
          <p:nvPr userDrawn="1"/>
        </p:nvSpPr>
        <p:spPr>
          <a:xfrm>
            <a:off x="9182937" y="6343130"/>
            <a:ext cx="2499360" cy="307777"/>
          </a:xfrm>
          <a:prstGeom prst="rect">
            <a:avLst/>
          </a:prstGeom>
          <a:noFill/>
        </p:spPr>
        <p:txBody>
          <a:bodyPr wrap="square" rtlCol="0">
            <a:sp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sz="1400" spc="50" baseline="0" dirty="0">
                <a:solidFill>
                  <a:schemeClr val="accent2"/>
                </a:solidFill>
                <a:latin typeface="Arial" panose="020B0604020202020204" pitchFamily="34" charset="0"/>
                <a:cs typeface="Arial" panose="020B0604020202020204" pitchFamily="34" charset="0"/>
              </a:rPr>
              <a:t>www.itu.int</a:t>
            </a:r>
          </a:p>
        </p:txBody>
      </p:sp>
      <p:sp>
        <p:nvSpPr>
          <p:cNvPr id="7" name="TextBox 6">
            <a:extLst>
              <a:ext uri="{FF2B5EF4-FFF2-40B4-BE49-F238E27FC236}">
                <a16:creationId xmlns:a16="http://schemas.microsoft.com/office/drawing/2014/main" id="{77662A7B-D8AC-460A-9C3E-1872390023D8}"/>
              </a:ext>
            </a:extLst>
          </p:cNvPr>
          <p:cNvSpPr txBox="1"/>
          <p:nvPr userDrawn="1"/>
        </p:nvSpPr>
        <p:spPr>
          <a:xfrm>
            <a:off x="11420070" y="6345034"/>
            <a:ext cx="553720" cy="292388"/>
          </a:xfrm>
          <a:prstGeom prst="rect">
            <a:avLst/>
          </a:prstGeom>
          <a:noFill/>
        </p:spPr>
        <p:txBody>
          <a:bodyPr wrap="square" rtlCol="0">
            <a:spAutoFit/>
          </a:bodyPr>
          <a:lstStyle/>
          <a:p>
            <a:pPr algn="r"/>
            <a:fld id="{D88FE18D-1554-4525-B2E9-CBAFE9755A5A}" type="slidenum">
              <a:rPr lang="en-US" sz="1300" smtClean="0">
                <a:solidFill>
                  <a:schemeClr val="tx1"/>
                </a:solidFill>
              </a:rPr>
              <a:t>‹#›</a:t>
            </a:fld>
            <a:endParaRPr lang="en-US" sz="1300" dirty="0">
              <a:solidFill>
                <a:schemeClr val="tx1"/>
              </a:solidFill>
            </a:endParaRPr>
          </a:p>
        </p:txBody>
      </p:sp>
    </p:spTree>
    <p:extLst>
      <p:ext uri="{BB962C8B-B14F-4D97-AF65-F5344CB8AC3E}">
        <p14:creationId xmlns:p14="http://schemas.microsoft.com/office/powerpoint/2010/main" val="1497039940"/>
      </p:ext>
    </p:extLst>
  </p:cSld>
  <p:clrMap bg1="lt1" tx1="dk1" bg2="lt2" tx2="dk2" accent1="accent1" accent2="accent2" accent3="accent3" accent4="accent4" accent5="accent5" accent6="accent6" hlink="hlink" folHlink="folHlink"/>
  <p:sldLayoutIdLst>
    <p:sldLayoutId id="2147483710" r:id="rId1"/>
    <p:sldLayoutId id="2147483716" r:id="rId2"/>
    <p:sldLayoutId id="2147483711" r:id="rId3"/>
  </p:sldLayoutIdLst>
  <p:txStyles>
    <p:titleStyle>
      <a:lvl1pPr algn="l" defTabSz="914400" rtl="0" eaLnBrk="1" latinLnBrk="0" hangingPunct="1">
        <a:lnSpc>
          <a:spcPct val="90000"/>
        </a:lnSpc>
        <a:spcBef>
          <a:spcPct val="0"/>
        </a:spcBef>
        <a:buNone/>
        <a:defRPr sz="2800" b="1" kern="1200">
          <a:solidFill>
            <a:schemeClr val="tx1"/>
          </a:solidFill>
          <a:latin typeface="Arial" panose="020B0604020202020204" pitchFamily="34" charset="0"/>
          <a:ea typeface="+mj-ea"/>
          <a:cs typeface="Arial" panose="020B0604020202020204" pitchFamily="34" charset="0"/>
        </a:defRPr>
      </a:lvl1pPr>
    </p:titleStyle>
    <p:bodyStyle>
      <a:lvl1pPr marL="228600" indent="-137160" algn="l" defTabSz="914400" rtl="0" eaLnBrk="1" latinLnBrk="0" hangingPunct="1">
        <a:lnSpc>
          <a:spcPct val="100000"/>
        </a:lnSpc>
        <a:spcBef>
          <a:spcPts val="1000"/>
        </a:spcBef>
        <a:buClr>
          <a:srgbClr val="009CD6"/>
        </a:buClr>
        <a:buSzPct val="110000"/>
        <a:buFont typeface="Arial" panose="020B0604020202020204" pitchFamily="34" charset="0"/>
        <a:buChar char="•"/>
        <a:defRPr sz="2800" kern="1200" spc="0">
          <a:solidFill>
            <a:schemeClr val="tx1"/>
          </a:solidFill>
          <a:latin typeface="Arial" panose="020B0604020202020204" pitchFamily="34" charset="0"/>
          <a:ea typeface="+mn-ea"/>
          <a:cs typeface="Arial" panose="020B0604020202020204" pitchFamily="34" charset="0"/>
        </a:defRPr>
      </a:lvl1pPr>
      <a:lvl2pPr marL="685800" indent="-137160" algn="l" defTabSz="914400" rtl="0" eaLnBrk="1" latinLnBrk="0" hangingPunct="1">
        <a:lnSpc>
          <a:spcPct val="100000"/>
        </a:lnSpc>
        <a:spcBef>
          <a:spcPts val="500"/>
        </a:spcBef>
        <a:buClr>
          <a:srgbClr val="009CD6"/>
        </a:buClr>
        <a:buSzPct val="110000"/>
        <a:buFont typeface="Arial" panose="020B0604020202020204" pitchFamily="34" charset="0"/>
        <a:buChar char="•"/>
        <a:defRPr sz="2800" kern="1200" spc="0">
          <a:solidFill>
            <a:schemeClr val="tx1"/>
          </a:solidFill>
          <a:latin typeface="Arial" panose="020B0604020202020204" pitchFamily="34" charset="0"/>
          <a:ea typeface="+mn-ea"/>
          <a:cs typeface="Arial" panose="020B0604020202020204" pitchFamily="34" charset="0"/>
        </a:defRPr>
      </a:lvl2pPr>
      <a:lvl3pPr marL="1143000" indent="-137160" algn="l" defTabSz="914400" rtl="0" eaLnBrk="1" latinLnBrk="0" hangingPunct="1">
        <a:lnSpc>
          <a:spcPct val="100000"/>
        </a:lnSpc>
        <a:spcBef>
          <a:spcPts val="500"/>
        </a:spcBef>
        <a:buClr>
          <a:srgbClr val="009CD6"/>
        </a:buClr>
        <a:buSzPct val="110000"/>
        <a:buFont typeface="Arial" panose="020B0604020202020204" pitchFamily="34" charset="0"/>
        <a:buChar char="•"/>
        <a:defRPr sz="2800" kern="1200" spc="0" baseline="0">
          <a:solidFill>
            <a:schemeClr val="tx1"/>
          </a:solidFill>
          <a:latin typeface="Arial" panose="020B0604020202020204" pitchFamily="34" charset="0"/>
          <a:ea typeface="+mn-ea"/>
          <a:cs typeface="Arial" panose="020B0604020202020204" pitchFamily="34" charset="0"/>
        </a:defRPr>
      </a:lvl3pPr>
      <a:lvl4pPr marL="1600200" indent="-137160" algn="l" defTabSz="914400" rtl="0" eaLnBrk="1" latinLnBrk="0" hangingPunct="1">
        <a:lnSpc>
          <a:spcPct val="100000"/>
        </a:lnSpc>
        <a:spcBef>
          <a:spcPts val="500"/>
        </a:spcBef>
        <a:buClr>
          <a:srgbClr val="009CD6"/>
        </a:buClr>
        <a:buSzPct val="110000"/>
        <a:buFont typeface="Arial" panose="020B0604020202020204" pitchFamily="34" charset="0"/>
        <a:buChar char="•"/>
        <a:defRPr sz="2800" kern="1200" spc="0" baseline="0">
          <a:solidFill>
            <a:schemeClr val="tx1"/>
          </a:solidFill>
          <a:latin typeface="Arial" panose="020B0604020202020204" pitchFamily="34" charset="0"/>
          <a:ea typeface="+mn-ea"/>
          <a:cs typeface="Arial" panose="020B0604020202020204" pitchFamily="34" charset="0"/>
        </a:defRPr>
      </a:lvl4pPr>
      <a:lvl5pPr marL="2057400" indent="-228600" algn="l" defTabSz="914400" rtl="0" eaLnBrk="1" latinLnBrk="0" hangingPunct="1">
        <a:lnSpc>
          <a:spcPts val="2200"/>
        </a:lnSpc>
        <a:spcBef>
          <a:spcPts val="500"/>
        </a:spcBef>
        <a:buClr>
          <a:srgbClr val="00B0F0"/>
        </a:buClr>
        <a:buFont typeface="Arial" panose="020B0604020202020204" pitchFamily="34" charset="0"/>
        <a:buChar char="•"/>
        <a:defRPr sz="1800" kern="1200" spc="30" baseline="0">
          <a:solidFill>
            <a:schemeClr val="tx1"/>
          </a:solidFill>
          <a:latin typeface="Arial" panose="020B0604020202020204" pitchFamily="34" charset="0"/>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3.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sp>
        <p:nvSpPr>
          <p:cNvPr id="3" name="Text Placeholder 2">
            <a:extLst>
              <a:ext uri="{FF2B5EF4-FFF2-40B4-BE49-F238E27FC236}">
                <a16:creationId xmlns:a16="http://schemas.microsoft.com/office/drawing/2014/main" id="{6328A0EE-5A32-42C1-8C1D-EA2BEF099C17}"/>
              </a:ext>
            </a:extLst>
          </p:cNvPr>
          <p:cNvSpPr>
            <a:spLocks noGrp="1"/>
          </p:cNvSpPr>
          <p:nvPr>
            <p:ph type="body" idx="1"/>
          </p:nvPr>
        </p:nvSpPr>
        <p:spPr>
          <a:xfrm>
            <a:off x="1816313" y="2209801"/>
            <a:ext cx="8559373" cy="3793066"/>
          </a:xfrm>
          <a:prstGeom prst="rect">
            <a:avLst/>
          </a:prstGeom>
        </p:spPr>
        <p:txBody>
          <a:bodyPr vert="horz" lIns="91440" tIns="45720" rIns="91440" bIns="45720" rtlCol="0">
            <a:noAutofit/>
          </a:bodyPr>
          <a:lstStyle/>
          <a:p>
            <a:pPr algn="ctr"/>
            <a:r>
              <a:rPr lang="en-US" sz="2800" i="1" dirty="0">
                <a:latin typeface="Georgia" panose="02040502050405020303" pitchFamily="18" charset="0"/>
              </a:rPr>
              <a:t>We grew up with the internet. </a:t>
            </a:r>
            <a:br>
              <a:rPr lang="en-US" sz="2800" i="1" dirty="0">
                <a:latin typeface="Georgia" panose="02040502050405020303" pitchFamily="18" charset="0"/>
              </a:rPr>
            </a:br>
            <a:r>
              <a:rPr lang="en-US" sz="2800" i="1" dirty="0">
                <a:latin typeface="Georgia" panose="02040502050405020303" pitchFamily="18" charset="0"/>
              </a:rPr>
              <a:t>I mean, the internet has always been here with us. The grown-ups are like ‘Wow the internet appeared’, while it is perfectly normal for us.” </a:t>
            </a:r>
          </a:p>
        </p:txBody>
      </p:sp>
      <p:sp>
        <p:nvSpPr>
          <p:cNvPr id="8" name="TextBox 7">
            <a:extLst>
              <a:ext uri="{FF2B5EF4-FFF2-40B4-BE49-F238E27FC236}">
                <a16:creationId xmlns:a16="http://schemas.microsoft.com/office/drawing/2014/main" id="{43FB8933-3AE5-487A-8B03-0B68C8923CB0}"/>
              </a:ext>
            </a:extLst>
          </p:cNvPr>
          <p:cNvSpPr txBox="1"/>
          <p:nvPr userDrawn="1"/>
        </p:nvSpPr>
        <p:spPr>
          <a:xfrm>
            <a:off x="9182937" y="6343130"/>
            <a:ext cx="2499360" cy="307777"/>
          </a:xfrm>
          <a:prstGeom prst="rect">
            <a:avLst/>
          </a:prstGeom>
          <a:noFill/>
        </p:spPr>
        <p:txBody>
          <a:bodyPr wrap="square" rtlCol="0">
            <a:sp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sz="1400" spc="50" baseline="0" dirty="0">
                <a:solidFill>
                  <a:schemeClr val="accent2"/>
                </a:solidFill>
                <a:latin typeface="Arial" panose="020B0604020202020204" pitchFamily="34" charset="0"/>
                <a:cs typeface="Arial" panose="020B0604020202020204" pitchFamily="34" charset="0"/>
              </a:rPr>
              <a:t>www.itu.int</a:t>
            </a:r>
          </a:p>
        </p:txBody>
      </p:sp>
      <p:sp>
        <p:nvSpPr>
          <p:cNvPr id="9" name="TextBox 8">
            <a:extLst>
              <a:ext uri="{FF2B5EF4-FFF2-40B4-BE49-F238E27FC236}">
                <a16:creationId xmlns:a16="http://schemas.microsoft.com/office/drawing/2014/main" id="{CD9BF5BD-2163-4157-A2AF-C24DDF31C8DA}"/>
              </a:ext>
            </a:extLst>
          </p:cNvPr>
          <p:cNvSpPr txBox="1"/>
          <p:nvPr userDrawn="1"/>
        </p:nvSpPr>
        <p:spPr>
          <a:xfrm>
            <a:off x="11420070" y="6345034"/>
            <a:ext cx="553720" cy="292388"/>
          </a:xfrm>
          <a:prstGeom prst="rect">
            <a:avLst/>
          </a:prstGeom>
          <a:noFill/>
        </p:spPr>
        <p:txBody>
          <a:bodyPr wrap="square" rtlCol="0">
            <a:spAutoFit/>
          </a:bodyPr>
          <a:lstStyle/>
          <a:p>
            <a:pPr algn="r"/>
            <a:fld id="{D88FE18D-1554-4525-B2E9-CBAFE9755A5A}" type="slidenum">
              <a:rPr lang="en-US" sz="1300" smtClean="0">
                <a:solidFill>
                  <a:schemeClr val="tx1"/>
                </a:solidFill>
              </a:rPr>
              <a:t>‹#›</a:t>
            </a:fld>
            <a:endParaRPr lang="en-US" sz="1300" dirty="0">
              <a:solidFill>
                <a:schemeClr val="tx1"/>
              </a:solidFill>
            </a:endParaRPr>
          </a:p>
        </p:txBody>
      </p:sp>
    </p:spTree>
    <p:extLst>
      <p:ext uri="{BB962C8B-B14F-4D97-AF65-F5344CB8AC3E}">
        <p14:creationId xmlns:p14="http://schemas.microsoft.com/office/powerpoint/2010/main" val="157613210"/>
      </p:ext>
    </p:extLst>
  </p:cSld>
  <p:clrMap bg1="lt1" tx1="dk1" bg2="lt2" tx2="dk2" accent1="accent1" accent2="accent2" accent3="accent3" accent4="accent4" accent5="accent5" accent6="accent6" hlink="hlink" folHlink="folHlink"/>
  <p:sldLayoutIdLst>
    <p:sldLayoutId id="2147483714" r:id="rId1"/>
    <p:sldLayoutId id="2147483715" r:id="rId2"/>
  </p:sldLayoutIdLst>
  <p:txStyles>
    <p:titleStyle>
      <a:lvl1pPr algn="l" defTabSz="914400" rtl="0" eaLnBrk="1" latinLnBrk="0" hangingPunct="1">
        <a:lnSpc>
          <a:spcPct val="90000"/>
        </a:lnSpc>
        <a:spcBef>
          <a:spcPct val="0"/>
        </a:spcBef>
        <a:buNone/>
        <a:defRPr sz="2800" b="1" kern="1200">
          <a:solidFill>
            <a:schemeClr val="tx1"/>
          </a:solidFill>
          <a:latin typeface="Arial" panose="020B0604020202020204" pitchFamily="34" charset="0"/>
          <a:ea typeface="+mj-ea"/>
          <a:cs typeface="Arial" panose="020B0604020202020204" pitchFamily="34" charset="0"/>
        </a:defRPr>
      </a:lvl1pPr>
    </p:titleStyle>
    <p:bodyStyle>
      <a:lvl1pPr marL="91440" indent="0" algn="ctr" defTabSz="914400" rtl="0" eaLnBrk="1" latinLnBrk="0" hangingPunct="1">
        <a:lnSpc>
          <a:spcPct val="100000"/>
        </a:lnSpc>
        <a:spcBef>
          <a:spcPts val="1000"/>
        </a:spcBef>
        <a:buClr>
          <a:srgbClr val="009CD6"/>
        </a:buClr>
        <a:buSzPct val="110000"/>
        <a:buFontTx/>
        <a:buNone/>
        <a:defRPr sz="3600" kern="1200" spc="0">
          <a:solidFill>
            <a:schemeClr val="tx1"/>
          </a:solidFill>
          <a:latin typeface="Arial" panose="020B0604020202020204" pitchFamily="34" charset="0"/>
          <a:ea typeface="+mn-ea"/>
          <a:cs typeface="Arial" panose="020B0604020202020204" pitchFamily="34" charset="0"/>
        </a:defRPr>
      </a:lvl1pPr>
      <a:lvl2pPr marL="548640" indent="0" algn="l" defTabSz="914400" rtl="0" eaLnBrk="1" latinLnBrk="0" hangingPunct="1">
        <a:lnSpc>
          <a:spcPct val="100000"/>
        </a:lnSpc>
        <a:spcBef>
          <a:spcPts val="500"/>
        </a:spcBef>
        <a:buClr>
          <a:srgbClr val="009CD6"/>
        </a:buClr>
        <a:buSzPct val="110000"/>
        <a:buFontTx/>
        <a:buNone/>
        <a:defRPr sz="2800" kern="1200" spc="0">
          <a:solidFill>
            <a:schemeClr val="tx1"/>
          </a:solidFill>
          <a:latin typeface="Arial" panose="020B0604020202020204" pitchFamily="34" charset="0"/>
          <a:ea typeface="+mn-ea"/>
          <a:cs typeface="Arial" panose="020B0604020202020204" pitchFamily="34" charset="0"/>
        </a:defRPr>
      </a:lvl2pPr>
      <a:lvl3pPr marL="1005840" indent="0" algn="l" defTabSz="914400" rtl="0" eaLnBrk="1" latinLnBrk="0" hangingPunct="1">
        <a:lnSpc>
          <a:spcPct val="100000"/>
        </a:lnSpc>
        <a:spcBef>
          <a:spcPts val="500"/>
        </a:spcBef>
        <a:buClr>
          <a:srgbClr val="009CD6"/>
        </a:buClr>
        <a:buSzPct val="110000"/>
        <a:buFontTx/>
        <a:buNone/>
        <a:defRPr sz="2800" kern="1200" spc="0" baseline="0">
          <a:solidFill>
            <a:schemeClr val="tx1"/>
          </a:solidFill>
          <a:latin typeface="Arial" panose="020B0604020202020204" pitchFamily="34" charset="0"/>
          <a:ea typeface="+mn-ea"/>
          <a:cs typeface="Arial" panose="020B0604020202020204" pitchFamily="34" charset="0"/>
        </a:defRPr>
      </a:lvl3pPr>
      <a:lvl4pPr marL="1463040" indent="0" algn="l" defTabSz="914400" rtl="0" eaLnBrk="1" latinLnBrk="0" hangingPunct="1">
        <a:lnSpc>
          <a:spcPct val="100000"/>
        </a:lnSpc>
        <a:spcBef>
          <a:spcPts val="500"/>
        </a:spcBef>
        <a:buClr>
          <a:srgbClr val="009CD6"/>
        </a:buClr>
        <a:buSzPct val="110000"/>
        <a:buFontTx/>
        <a:buNone/>
        <a:defRPr sz="2800" kern="1200" spc="0" baseline="0">
          <a:solidFill>
            <a:schemeClr val="tx1"/>
          </a:solidFill>
          <a:latin typeface="Arial" panose="020B0604020202020204" pitchFamily="34" charset="0"/>
          <a:ea typeface="+mn-ea"/>
          <a:cs typeface="Arial" panose="020B0604020202020204" pitchFamily="34" charset="0"/>
        </a:defRPr>
      </a:lvl4pPr>
      <a:lvl5pPr marL="2057400" indent="-228600" algn="l" defTabSz="914400" rtl="0" eaLnBrk="1" latinLnBrk="0" hangingPunct="1">
        <a:lnSpc>
          <a:spcPts val="2200"/>
        </a:lnSpc>
        <a:spcBef>
          <a:spcPts val="500"/>
        </a:spcBef>
        <a:buClr>
          <a:srgbClr val="00B0F0"/>
        </a:buClr>
        <a:buFont typeface="Arial" panose="020B0604020202020204" pitchFamily="34" charset="0"/>
        <a:buChar char="•"/>
        <a:defRPr sz="1800" kern="1200" spc="30" baseline="0">
          <a:solidFill>
            <a:schemeClr val="tx1"/>
          </a:solidFill>
          <a:latin typeface="Arial" panose="020B0604020202020204" pitchFamily="34" charset="0"/>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4.xml><?xml version="1.0" encoding="utf-8"?>
<p:sldMaster xmlns:a="http://schemas.openxmlformats.org/drawingml/2006/main" xmlns:r="http://schemas.openxmlformats.org/officeDocument/2006/relationships" xmlns:p="http://schemas.openxmlformats.org/presentationml/2006/main">
  <p:cSld>
    <p:bg>
      <p:bgPr>
        <a:solidFill>
          <a:srgbClr val="F5FAFC"/>
        </a:solidFill>
        <a:effectLst/>
      </p:bgPr>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F3903303-232A-4935-AFB3-F7B88DD729A5}"/>
              </a:ext>
            </a:extLst>
          </p:cNvPr>
          <p:cNvSpPr>
            <a:spLocks noGrp="1"/>
          </p:cNvSpPr>
          <p:nvPr>
            <p:ph type="title"/>
          </p:nvPr>
        </p:nvSpPr>
        <p:spPr>
          <a:xfrm>
            <a:off x="685893" y="879975"/>
            <a:ext cx="10515600" cy="746442"/>
          </a:xfrm>
          <a:prstGeom prst="rect">
            <a:avLst/>
          </a:prstGeom>
        </p:spPr>
        <p:txBody>
          <a:bodyPr vert="horz" lIns="91440" tIns="45720" rIns="91440" bIns="45720" rtlCol="0" anchor="t">
            <a:noAutofit/>
          </a:bodyPr>
          <a:lstStyle/>
          <a:p>
            <a:r>
              <a:rPr lang="en-US" dirty="0"/>
              <a:t>Click to edit Master title style</a:t>
            </a:r>
          </a:p>
        </p:txBody>
      </p:sp>
      <p:sp>
        <p:nvSpPr>
          <p:cNvPr id="3" name="Text Placeholder 2">
            <a:extLst>
              <a:ext uri="{FF2B5EF4-FFF2-40B4-BE49-F238E27FC236}">
                <a16:creationId xmlns:a16="http://schemas.microsoft.com/office/drawing/2014/main" id="{C8383453-70D1-44FB-B9C3-2EEFC15545D7}"/>
              </a:ext>
            </a:extLst>
          </p:cNvPr>
          <p:cNvSpPr>
            <a:spLocks noGrp="1"/>
          </p:cNvSpPr>
          <p:nvPr>
            <p:ph type="body" idx="1"/>
          </p:nvPr>
        </p:nvSpPr>
        <p:spPr>
          <a:xfrm>
            <a:off x="688392" y="1804342"/>
            <a:ext cx="10515600" cy="4351338"/>
          </a:xfrm>
          <a:prstGeom prst="rect">
            <a:avLst/>
          </a:prstGeom>
        </p:spPr>
        <p:txBody>
          <a:bodyPr vert="horz" lIns="91440" tIns="45720" rIns="91440" bIns="45720" rtlCol="0">
            <a:noAutofit/>
          </a:bodyPr>
          <a:lstStyle/>
          <a:p>
            <a:pPr marL="228600" marR="0" lvl="0" indent="-137160" algn="l" defTabSz="914400" rtl="0" eaLnBrk="1" fontAlgn="auto" latinLnBrk="0" hangingPunct="1">
              <a:lnSpc>
                <a:spcPts val="2200"/>
              </a:lnSpc>
              <a:spcBef>
                <a:spcPts val="1000"/>
              </a:spcBef>
              <a:spcAft>
                <a:spcPts val="0"/>
              </a:spcAft>
              <a:buClr>
                <a:srgbClr val="009CD6"/>
              </a:buClr>
              <a:buSzPct val="110000"/>
              <a:buFont typeface="Arial" panose="020B0604020202020204" pitchFamily="34" charset="0"/>
              <a:buChar char="•"/>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Second level</a:t>
            </a:r>
          </a:p>
          <a:p>
            <a:pPr marL="685800" marR="0" lvl="1" indent="-137160" algn="l" defTabSz="914400" rtl="0" eaLnBrk="1" fontAlgn="auto" latinLnBrk="0" hangingPunct="1">
              <a:lnSpc>
                <a:spcPts val="2200"/>
              </a:lnSpc>
              <a:spcBef>
                <a:spcPts val="500"/>
              </a:spcBef>
              <a:spcAft>
                <a:spcPts val="0"/>
              </a:spcAft>
              <a:buClr>
                <a:srgbClr val="009CD6"/>
              </a:buClr>
              <a:buSzPct val="110000"/>
              <a:buFont typeface="Arial" panose="020B0604020202020204" pitchFamily="34" charset="0"/>
              <a:buChar char="•"/>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Third level</a:t>
            </a:r>
          </a:p>
          <a:p>
            <a:pPr marL="1143000" marR="0" lvl="2" indent="-137160" algn="l" defTabSz="914400" rtl="0" eaLnBrk="1" fontAlgn="auto" latinLnBrk="0" hangingPunct="1">
              <a:lnSpc>
                <a:spcPts val="2200"/>
              </a:lnSpc>
              <a:spcBef>
                <a:spcPts val="500"/>
              </a:spcBef>
              <a:spcAft>
                <a:spcPts val="0"/>
              </a:spcAft>
              <a:buClr>
                <a:srgbClr val="009CD6"/>
              </a:buClr>
              <a:buSzPct val="110000"/>
              <a:buFont typeface="Arial" panose="020B0604020202020204" pitchFamily="34" charset="0"/>
              <a:buChar char="•"/>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Fourth level</a:t>
            </a:r>
          </a:p>
          <a:p>
            <a:pPr marL="1600200" marR="0" lvl="3" indent="-137160" algn="l" defTabSz="914400" rtl="0" eaLnBrk="1" fontAlgn="auto" latinLnBrk="0" hangingPunct="1">
              <a:lnSpc>
                <a:spcPts val="2200"/>
              </a:lnSpc>
              <a:spcBef>
                <a:spcPts val="500"/>
              </a:spcBef>
              <a:spcAft>
                <a:spcPts val="0"/>
              </a:spcAft>
              <a:buClr>
                <a:srgbClr val="009CD6"/>
              </a:buClr>
              <a:buSzPct val="110000"/>
              <a:buFont typeface="Arial" panose="020B0604020202020204" pitchFamily="34" charset="0"/>
              <a:buChar char="•"/>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Fifth level</a:t>
            </a:r>
          </a:p>
        </p:txBody>
      </p:sp>
      <p:sp>
        <p:nvSpPr>
          <p:cNvPr id="7" name="TextBox 6">
            <a:extLst>
              <a:ext uri="{FF2B5EF4-FFF2-40B4-BE49-F238E27FC236}">
                <a16:creationId xmlns:a16="http://schemas.microsoft.com/office/drawing/2014/main" id="{E9BFC052-984C-4106-B990-03A1EB3873C1}"/>
              </a:ext>
            </a:extLst>
          </p:cNvPr>
          <p:cNvSpPr txBox="1"/>
          <p:nvPr userDrawn="1"/>
        </p:nvSpPr>
        <p:spPr>
          <a:xfrm>
            <a:off x="9182937" y="6343130"/>
            <a:ext cx="2499360" cy="307777"/>
          </a:xfrm>
          <a:prstGeom prst="rect">
            <a:avLst/>
          </a:prstGeom>
          <a:noFill/>
        </p:spPr>
        <p:txBody>
          <a:bodyPr wrap="square" rtlCol="0">
            <a:sp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sz="1400" spc="50" baseline="0" dirty="0">
                <a:solidFill>
                  <a:schemeClr val="accent2"/>
                </a:solidFill>
                <a:latin typeface="Arial" panose="020B0604020202020204" pitchFamily="34" charset="0"/>
                <a:cs typeface="Arial" panose="020B0604020202020204" pitchFamily="34" charset="0"/>
              </a:rPr>
              <a:t>www.itu.int</a:t>
            </a:r>
          </a:p>
        </p:txBody>
      </p:sp>
      <p:sp>
        <p:nvSpPr>
          <p:cNvPr id="8" name="TextBox 7">
            <a:extLst>
              <a:ext uri="{FF2B5EF4-FFF2-40B4-BE49-F238E27FC236}">
                <a16:creationId xmlns:a16="http://schemas.microsoft.com/office/drawing/2014/main" id="{DB202A0A-9127-4C98-B796-7DD30E32B3B1}"/>
              </a:ext>
            </a:extLst>
          </p:cNvPr>
          <p:cNvSpPr txBox="1"/>
          <p:nvPr userDrawn="1"/>
        </p:nvSpPr>
        <p:spPr>
          <a:xfrm>
            <a:off x="11420070" y="6345034"/>
            <a:ext cx="553720" cy="292388"/>
          </a:xfrm>
          <a:prstGeom prst="rect">
            <a:avLst/>
          </a:prstGeom>
          <a:noFill/>
        </p:spPr>
        <p:txBody>
          <a:bodyPr wrap="square" rtlCol="0">
            <a:spAutoFit/>
          </a:bodyPr>
          <a:lstStyle/>
          <a:p>
            <a:pPr algn="r"/>
            <a:fld id="{D88FE18D-1554-4525-B2E9-CBAFE9755A5A}" type="slidenum">
              <a:rPr lang="en-US" sz="1300" smtClean="0">
                <a:solidFill>
                  <a:schemeClr val="tx1"/>
                </a:solidFill>
              </a:rPr>
              <a:t>‹#›</a:t>
            </a:fld>
            <a:endParaRPr lang="en-US" sz="1300" dirty="0">
              <a:solidFill>
                <a:schemeClr val="tx1"/>
              </a:solidFill>
            </a:endParaRPr>
          </a:p>
        </p:txBody>
      </p:sp>
    </p:spTree>
    <p:extLst>
      <p:ext uri="{BB962C8B-B14F-4D97-AF65-F5344CB8AC3E}">
        <p14:creationId xmlns:p14="http://schemas.microsoft.com/office/powerpoint/2010/main" val="186103942"/>
      </p:ext>
    </p:extLst>
  </p:cSld>
  <p:clrMap bg1="lt1" tx1="dk1" bg2="lt2" tx2="dk2" accent1="accent1" accent2="accent2" accent3="accent3" accent4="accent4" accent5="accent5" accent6="accent6" hlink="hlink" folHlink="folHlink"/>
  <p:sldLayoutIdLst>
    <p:sldLayoutId id="2147483696" r:id="rId1"/>
    <p:sldLayoutId id="2147483678" r:id="rId2"/>
    <p:sldLayoutId id="2147483720" r:id="rId3"/>
  </p:sldLayoutIdLst>
  <p:txStyles>
    <p:titleStyle>
      <a:lvl1pPr algn="l" defTabSz="914400" rtl="0" eaLnBrk="1" latinLnBrk="0" hangingPunct="1">
        <a:lnSpc>
          <a:spcPct val="90000"/>
        </a:lnSpc>
        <a:spcBef>
          <a:spcPct val="0"/>
        </a:spcBef>
        <a:buNone/>
        <a:defRPr sz="2800" b="1"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40.xml"/></Relationships>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 y="822960"/>
            <a:ext cx="7315200" cy="457200"/>
          </a:xfrm>
          <a:prstGeom prst="rect">
            <a:avLst/>
          </a:prstGeom>
          <a:noFill/>
        </p:spPr>
        <p:txBody>
          <a:bodyPr wrap="square">
            <a:spAutoFit/>
          </a:bodyPr>
          <a:lstStyle/>
          <a:p>
            <a:r>
              <a:rPr sz="1200" b="1" i="0">
                <a:solidFill>
                  <a:srgbClr val="595959"/>
                </a:solidFill>
                <a:latin typeface="Arial"/>
              </a:rPr>
              <a:t>KP2 · MODULE 5 · VIDEO 5.5</a:t>
            </a:r>
          </a:p>
        </p:txBody>
      </p:sp>
      <p:sp>
        <p:nvSpPr>
          <p:cNvPr id="3" name="TextBox 2"/>
          <p:cNvSpPr txBox="1"/>
          <p:nvPr/>
        </p:nvSpPr>
        <p:spPr>
          <a:xfrm>
            <a:off x="822960" y="1828800"/>
            <a:ext cx="2011680" cy="1097280"/>
          </a:xfrm>
          <a:prstGeom prst="rect">
            <a:avLst/>
          </a:prstGeom>
          <a:noFill/>
        </p:spPr>
        <p:txBody>
          <a:bodyPr wrap="square">
            <a:spAutoFit/>
          </a:bodyPr>
          <a:lstStyle/>
          <a:p>
            <a:r>
              <a:rPr sz="6000" b="1" i="0">
                <a:solidFill>
                  <a:srgbClr val="009CD6"/>
                </a:solidFill>
                <a:latin typeface="Arial"/>
              </a:rPr>
              <a:t>5.5</a:t>
            </a:r>
          </a:p>
        </p:txBody>
      </p:sp>
      <p:sp>
        <p:nvSpPr>
          <p:cNvPr id="4" name="TextBox 3"/>
          <p:cNvSpPr txBox="1"/>
          <p:nvPr/>
        </p:nvSpPr>
        <p:spPr>
          <a:xfrm>
            <a:off x="822960" y="2880360"/>
            <a:ext cx="9601200" cy="1371600"/>
          </a:xfrm>
          <a:prstGeom prst="rect">
            <a:avLst/>
          </a:prstGeom>
          <a:noFill/>
        </p:spPr>
        <p:txBody>
          <a:bodyPr wrap="square">
            <a:spAutoFit/>
          </a:bodyPr>
          <a:lstStyle/>
          <a:p>
            <a:r>
              <a:rPr sz="3400" b="1" i="0">
                <a:solidFill>
                  <a:srgbClr val="1A1A1A"/>
                </a:solidFill>
                <a:latin typeface="Arial"/>
              </a:rPr>
              <a:t>Stand up the federation</a:t>
            </a:r>
          </a:p>
        </p:txBody>
      </p:sp>
      <p:sp>
        <p:nvSpPr>
          <p:cNvPr id="5" name="TextBox 4"/>
          <p:cNvSpPr txBox="1"/>
          <p:nvPr/>
        </p:nvSpPr>
        <p:spPr>
          <a:xfrm>
            <a:off x="822960" y="4343400"/>
            <a:ext cx="9875520" cy="1554480"/>
          </a:xfrm>
          <a:prstGeom prst="rect">
            <a:avLst/>
          </a:prstGeom>
          <a:noFill/>
        </p:spPr>
        <p:txBody>
          <a:bodyPr wrap="square">
            <a:spAutoFit/>
          </a:bodyPr>
          <a:lstStyle/>
          <a:p>
            <a:r>
              <a:rPr sz="1700" b="0" i="1">
                <a:solidFill>
                  <a:srgbClr val="595959"/>
                </a:solidFill>
                <a:latin typeface="Arial"/>
              </a:rPr>
              <a:t>Central Server, four Security Servers, a Test CA — the Linkup federation, stood up from the run book.</a:t>
            </a:r>
          </a:p>
        </p:txBody>
      </p:sp>
      <p:sp>
        <p:nvSpPr>
          <p:cNvPr id="6" name="TextBox 5"/>
          <p:cNvSpPr txBox="1"/>
          <p:nvPr/>
        </p:nvSpPr>
        <p:spPr>
          <a:xfrm>
            <a:off x="822960" y="5989320"/>
            <a:ext cx="7315200" cy="365760"/>
          </a:xfrm>
          <a:prstGeom prst="rect">
            <a:avLst/>
          </a:prstGeom>
          <a:noFill/>
        </p:spPr>
        <p:txBody>
          <a:bodyPr wrap="square">
            <a:spAutoFit/>
          </a:bodyPr>
          <a:lstStyle/>
          <a:p>
            <a:r>
              <a:rPr sz="1200" b="0" i="0">
                <a:solidFill>
                  <a:srgbClr val="595959"/>
                </a:solidFill>
                <a:latin typeface="Arial"/>
              </a:rPr>
              <a:t>standalone video · voice-over on text slides</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005840" y="1325880"/>
            <a:ext cx="5486400" cy="365760"/>
          </a:xfrm>
          <a:prstGeom prst="rect">
            <a:avLst/>
          </a:prstGeom>
          <a:noFill/>
        </p:spPr>
        <p:txBody>
          <a:bodyPr wrap="square">
            <a:spAutoFit/>
          </a:bodyPr>
          <a:lstStyle/>
          <a:p>
            <a:r>
              <a:rPr sz="1200" b="1" i="0">
                <a:solidFill>
                  <a:srgbClr val="006E96"/>
                </a:solidFill>
                <a:latin typeface="Arial"/>
              </a:rPr>
              <a:t>WHERE WE START</a:t>
            </a:r>
          </a:p>
        </p:txBody>
      </p:sp>
      <p:sp>
        <p:nvSpPr>
          <p:cNvPr id="3" name="TextBox 2"/>
          <p:cNvSpPr txBox="1"/>
          <p:nvPr/>
        </p:nvSpPr>
        <p:spPr>
          <a:xfrm>
            <a:off x="1005840" y="1783080"/>
            <a:ext cx="10149840" cy="1737360"/>
          </a:xfrm>
          <a:prstGeom prst="rect">
            <a:avLst/>
          </a:prstGeom>
          <a:noFill/>
        </p:spPr>
        <p:txBody>
          <a:bodyPr wrap="square">
            <a:spAutoFit/>
          </a:bodyPr>
          <a:lstStyle/>
          <a:p>
            <a:r>
              <a:rPr sz="3000" b="1" i="0">
                <a:solidFill>
                  <a:srgbClr val="1A1A1A"/>
                </a:solidFill>
                <a:latin typeface="Arial"/>
              </a:rPr>
              <a:t>Now the live platform the members connect to.</a:t>
            </a:r>
          </a:p>
        </p:txBody>
      </p:sp>
      <p:sp>
        <p:nvSpPr>
          <p:cNvPr id="4" name="TextBox 3"/>
          <p:cNvSpPr txBox="1"/>
          <p:nvPr/>
        </p:nvSpPr>
        <p:spPr>
          <a:xfrm>
            <a:off x="1005840" y="3611880"/>
            <a:ext cx="10149840" cy="2377440"/>
          </a:xfrm>
          <a:prstGeom prst="rect">
            <a:avLst/>
          </a:prstGeom>
          <a:noFill/>
        </p:spPr>
        <p:txBody>
          <a:bodyPr wrap="square">
            <a:spAutoFit/>
          </a:bodyPr>
          <a:lstStyle/>
          <a:p>
            <a:pPr>
              <a:spcAft>
                <a:spcPts val="800"/>
              </a:spcAft>
            </a:pPr>
            <a:r>
              <a:rPr sz="1700" b="0" i="0">
                <a:solidFill>
                  <a:srgbClr val="595959"/>
                </a:solidFill>
                <a:latin typeface="Arial"/>
              </a:rPr>
              <a:t>A small set of components, each with a clear job.</a:t>
            </a:r>
          </a:p>
          <a:p>
            <a:pPr>
              <a:spcAft>
                <a:spcPts val="800"/>
              </a:spcAft>
            </a:pPr>
            <a:r>
              <a:rPr sz="1700" b="0" i="0">
                <a:solidFill>
                  <a:srgbClr val="595959"/>
                </a:solidFill>
                <a:latin typeface="Arial"/>
              </a:rPr>
              <a:t>Brought up from a run book, so anyone with the build pack can reproduce it.</a:t>
            </a:r>
          </a:p>
        </p:txBody>
      </p:sp>
      <p:sp>
        <p:nvSpPr>
          <p:cNvPr id="5" name="TextBox 4"/>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5.5 · Stand up the federation</a:t>
            </a:r>
          </a:p>
        </p:txBody>
      </p:sp>
      <p:sp>
        <p:nvSpPr>
          <p:cNvPr id="6" name="TextBox 5"/>
          <p:cNvSpPr txBox="1"/>
          <p:nvPr/>
        </p:nvSpPr>
        <p:spPr>
          <a:xfrm>
            <a:off x="10058400" y="6473952"/>
            <a:ext cx="1673352" cy="292608"/>
          </a:xfrm>
          <a:prstGeom prst="rect">
            <a:avLst/>
          </a:prstGeom>
          <a:noFill/>
        </p:spPr>
        <p:txBody>
          <a:bodyPr wrap="square">
            <a:spAutoFit/>
          </a:bodyPr>
          <a:lstStyle/>
          <a:p>
            <a:pPr algn="r"/>
            <a:r>
              <a:rPr sz="900" b="0" i="0">
                <a:solidFill>
                  <a:srgbClr val="595959"/>
                </a:solidFill>
                <a:latin typeface="Arial"/>
              </a:rPr>
              <a:t>www.itu.int</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One registry, one gateway per member, one trust anchor</a:t>
            </a:r>
          </a:p>
        </p:txBody>
      </p:sp>
      <p:sp>
        <p:nvSpPr>
          <p:cNvPr id="4" name="Rounded Rectangle 3"/>
          <p:cNvSpPr/>
          <p:nvPr/>
        </p:nvSpPr>
        <p:spPr>
          <a:xfrm>
            <a:off x="658368" y="1554480"/>
            <a:ext cx="6766560" cy="1371600"/>
          </a:xfrm>
          <a:prstGeom prst="roundRect">
            <a:avLst>
              <a:gd name="adj" fmla="val 8000"/>
            </a:avLst>
          </a:prstGeom>
          <a:solidFill>
            <a:srgbClr val="006E96"/>
          </a:solidFill>
          <a:ln>
            <a:noFill/>
          </a:ln>
          <a:effectLst/>
        </p:spPr>
        <p:style>
          <a:lnRef idx="1">
            <a:schemeClr val="accent1"/>
          </a:lnRef>
          <a:fillRef idx="3">
            <a:schemeClr val="accent1"/>
          </a:fillRef>
          <a:effectRef idx="2">
            <a:schemeClr val="accent1"/>
          </a:effectRef>
          <a:fontRef idx="minor">
            <a:schemeClr val="lt1"/>
          </a:fontRef>
        </p:style>
        <p:txBody>
          <a:bodyPr rtlCol="0" anchor="t" lIns="128016" rIns="128016" tIns="91440" bIns="54864" wrap="square"/>
          <a:lstStyle/>
          <a:p>
            <a:pPr algn="l">
              <a:spcAft>
                <a:spcPts val="300"/>
              </a:spcAft>
            </a:pPr>
            <a:r>
              <a:rPr sz="1700" b="1" i="0">
                <a:solidFill>
                  <a:srgbClr val="FFFFFF"/>
                </a:solidFill>
                <a:latin typeface="Arial"/>
              </a:rPr>
              <a:t>CENTRAL SERVER — OPERATED BY PDGA</a:t>
            </a:r>
          </a:p>
          <a:p>
            <a:pPr algn="l">
              <a:spcAft>
                <a:spcPts val="300"/>
              </a:spcAft>
            </a:pPr>
            <a:r>
              <a:rPr sz="1600" b="0" i="0">
                <a:solidFill>
                  <a:srgbClr val="FFFFFF"/>
                </a:solidFill>
                <a:latin typeface="Arial"/>
              </a:rPr>
              <a:t>The registry of members and services — every security server checks with it.</a:t>
            </a:r>
          </a:p>
        </p:txBody>
      </p:sp>
      <p:sp>
        <p:nvSpPr>
          <p:cNvPr id="5" name="Rounded Rectangle 4"/>
          <p:cNvSpPr/>
          <p:nvPr/>
        </p:nvSpPr>
        <p:spPr>
          <a:xfrm>
            <a:off x="7680960" y="1554480"/>
            <a:ext cx="3858768" cy="1371600"/>
          </a:xfrm>
          <a:prstGeom prst="roundRect">
            <a:avLst>
              <a:gd name="adj" fmla="val 8000"/>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t" lIns="128016" rIns="128016" tIns="91440" bIns="54864" wrap="square"/>
          <a:lstStyle/>
          <a:p>
            <a:pPr algn="l">
              <a:spcAft>
                <a:spcPts val="300"/>
              </a:spcAft>
            </a:pPr>
            <a:r>
              <a:rPr sz="1700" b="1" i="0">
                <a:solidFill>
                  <a:srgbClr val="006E96"/>
                </a:solidFill>
                <a:latin typeface="Arial"/>
              </a:rPr>
              <a:t>TEST CA — THE TRUST ANCHOR</a:t>
            </a:r>
          </a:p>
          <a:p>
            <a:pPr algn="l">
              <a:spcAft>
                <a:spcPts val="300"/>
              </a:spcAft>
            </a:pPr>
            <a:r>
              <a:rPr sz="1600" b="0" i="0">
                <a:solidFill>
                  <a:srgbClr val="1A1A1A"/>
                </a:solidFill>
                <a:latin typeface="Arial"/>
              </a:rPr>
              <a:t>Issues the certificates. A real CA in production.</a:t>
            </a:r>
          </a:p>
        </p:txBody>
      </p:sp>
      <p:sp>
        <p:nvSpPr>
          <p:cNvPr id="6" name="Rectangle 5"/>
          <p:cNvSpPr/>
          <p:nvPr/>
        </p:nvSpPr>
        <p:spPr>
          <a:xfrm>
            <a:off x="658368" y="3108960"/>
            <a:ext cx="10881360" cy="411480"/>
          </a:xfrm>
          <a:prstGeom prst="rect">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wrap="square"/>
          <a:lstStyle/>
          <a:p>
            <a:pPr algn="ctr"/>
            <a:r>
              <a:rPr sz="1300" b="1" i="0">
                <a:solidFill>
                  <a:srgbClr val="006E96"/>
                </a:solidFill>
                <a:latin typeface="Arial"/>
              </a:rPr>
              <a:t>each Security Server registers with the Central Server and receives its certificate from the Test CA</a:t>
            </a:r>
          </a:p>
        </p:txBody>
      </p:sp>
      <p:sp>
        <p:nvSpPr>
          <p:cNvPr id="7" name="Rounded Rectangle 6"/>
          <p:cNvSpPr/>
          <p:nvPr/>
        </p:nvSpPr>
        <p:spPr>
          <a:xfrm>
            <a:off x="658368" y="3703320"/>
            <a:ext cx="2514600" cy="1691640"/>
          </a:xfrm>
          <a:prstGeom prst="roundRect">
            <a:avLst>
              <a:gd name="adj" fmla="val 80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t" lIns="128016" rIns="128016" tIns="91440" bIns="54864" wrap="square"/>
          <a:lstStyle/>
          <a:p>
            <a:pPr algn="l">
              <a:spcAft>
                <a:spcPts val="300"/>
              </a:spcAft>
            </a:pPr>
            <a:r>
              <a:rPr sz="1800" b="1" i="0">
                <a:solidFill>
                  <a:srgbClr val="006E96"/>
                </a:solidFill>
                <a:latin typeface="Arial"/>
              </a:rPr>
              <a:t>PDGA</a:t>
            </a:r>
          </a:p>
          <a:p>
            <a:pPr algn="l">
              <a:spcAft>
                <a:spcPts val="300"/>
              </a:spcAft>
            </a:pPr>
            <a:r>
              <a:rPr sz="1600" b="0" i="0">
                <a:solidFill>
                  <a:srgbClr val="1A1A1A"/>
                </a:solidFill>
                <a:latin typeface="Arial"/>
              </a:rPr>
              <a:t>Security Server</a:t>
            </a:r>
          </a:p>
          <a:p>
            <a:pPr algn="l">
              <a:spcAft>
                <a:spcPts val="300"/>
              </a:spcAft>
            </a:pPr>
            <a:r>
              <a:rPr sz="1600" b="0" i="0">
                <a:solidFill>
                  <a:srgbClr val="1A1A1A"/>
                </a:solidFill>
                <a:latin typeface="Arial"/>
              </a:rPr>
              <a:t>the federation owner</a:t>
            </a:r>
          </a:p>
        </p:txBody>
      </p:sp>
      <p:sp>
        <p:nvSpPr>
          <p:cNvPr id="8" name="Rounded Rectangle 7"/>
          <p:cNvSpPr/>
          <p:nvPr/>
        </p:nvSpPr>
        <p:spPr>
          <a:xfrm>
            <a:off x="3447287" y="3703320"/>
            <a:ext cx="2514600" cy="1691640"/>
          </a:xfrm>
          <a:prstGeom prst="roundRect">
            <a:avLst>
              <a:gd name="adj" fmla="val 80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t" lIns="128016" rIns="128016" tIns="91440" bIns="54864" wrap="square"/>
          <a:lstStyle/>
          <a:p>
            <a:pPr algn="l">
              <a:spcAft>
                <a:spcPts val="300"/>
              </a:spcAft>
            </a:pPr>
            <a:r>
              <a:rPr sz="1800" b="1" i="0">
                <a:solidFill>
                  <a:srgbClr val="006E96"/>
                </a:solidFill>
                <a:latin typeface="Arial"/>
              </a:rPr>
              <a:t>PNEA</a:t>
            </a:r>
          </a:p>
          <a:p>
            <a:pPr algn="l">
              <a:spcAft>
                <a:spcPts val="300"/>
              </a:spcAft>
            </a:pPr>
            <a:r>
              <a:rPr sz="1600" b="0" i="0">
                <a:solidFill>
                  <a:srgbClr val="1A1A1A"/>
                </a:solidFill>
                <a:latin typeface="Arial"/>
              </a:rPr>
              <a:t>Security Server</a:t>
            </a:r>
          </a:p>
          <a:p>
            <a:pPr algn="l">
              <a:spcAft>
                <a:spcPts val="300"/>
              </a:spcAft>
            </a:pPr>
            <a:r>
              <a:rPr sz="1600" b="0" i="0">
                <a:solidFill>
                  <a:srgbClr val="1A1A1A"/>
                </a:solidFill>
                <a:latin typeface="Arial"/>
              </a:rPr>
              <a:t>the examination authority</a:t>
            </a:r>
          </a:p>
        </p:txBody>
      </p:sp>
      <p:sp>
        <p:nvSpPr>
          <p:cNvPr id="9" name="Rounded Rectangle 8"/>
          <p:cNvSpPr/>
          <p:nvPr/>
        </p:nvSpPr>
        <p:spPr>
          <a:xfrm>
            <a:off x="6236207" y="3703320"/>
            <a:ext cx="2514600" cy="1691640"/>
          </a:xfrm>
          <a:prstGeom prst="roundRect">
            <a:avLst>
              <a:gd name="adj" fmla="val 80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t" lIns="128016" rIns="128016" tIns="91440" bIns="54864" wrap="square"/>
          <a:lstStyle/>
          <a:p>
            <a:pPr algn="l">
              <a:spcAft>
                <a:spcPts val="300"/>
              </a:spcAft>
            </a:pPr>
            <a:r>
              <a:rPr sz="1800" b="1" i="0">
                <a:solidFill>
                  <a:srgbClr val="006E96"/>
                </a:solidFill>
                <a:latin typeface="Arial"/>
              </a:rPr>
              <a:t>PLR</a:t>
            </a:r>
          </a:p>
          <a:p>
            <a:pPr algn="l">
              <a:spcAft>
                <a:spcPts val="300"/>
              </a:spcAft>
            </a:pPr>
            <a:r>
              <a:rPr sz="1600" b="0" i="0">
                <a:solidFill>
                  <a:srgbClr val="1A1A1A"/>
                </a:solidFill>
                <a:latin typeface="Arial"/>
              </a:rPr>
              <a:t>Security Server</a:t>
            </a:r>
          </a:p>
          <a:p>
            <a:pPr algn="l">
              <a:spcAft>
                <a:spcPts val="300"/>
              </a:spcAft>
            </a:pPr>
            <a:r>
              <a:rPr sz="1600" b="0" i="0">
                <a:solidFill>
                  <a:srgbClr val="1A1A1A"/>
                </a:solidFill>
                <a:latin typeface="Arial"/>
              </a:rPr>
              <a:t>the learner registry</a:t>
            </a:r>
          </a:p>
        </p:txBody>
      </p:sp>
      <p:sp>
        <p:nvSpPr>
          <p:cNvPr id="10" name="Rounded Rectangle 9"/>
          <p:cNvSpPr/>
          <p:nvPr/>
        </p:nvSpPr>
        <p:spPr>
          <a:xfrm>
            <a:off x="9025128" y="3703320"/>
            <a:ext cx="2514600" cy="1691640"/>
          </a:xfrm>
          <a:prstGeom prst="roundRect">
            <a:avLst>
              <a:gd name="adj" fmla="val 80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t" lIns="128016" rIns="128016" tIns="91440" bIns="54864" wrap="square"/>
          <a:lstStyle/>
          <a:p>
            <a:pPr algn="l">
              <a:spcAft>
                <a:spcPts val="300"/>
              </a:spcAft>
            </a:pPr>
            <a:r>
              <a:rPr sz="1800" b="1" i="0">
                <a:solidFill>
                  <a:srgbClr val="006E96"/>
                </a:solidFill>
                <a:latin typeface="Arial"/>
              </a:rPr>
              <a:t>PNIA</a:t>
            </a:r>
          </a:p>
          <a:p>
            <a:pPr algn="l">
              <a:spcAft>
                <a:spcPts val="300"/>
              </a:spcAft>
            </a:pPr>
            <a:r>
              <a:rPr sz="1600" b="0" i="0">
                <a:solidFill>
                  <a:srgbClr val="1A1A1A"/>
                </a:solidFill>
                <a:latin typeface="Arial"/>
              </a:rPr>
              <a:t>Security Server</a:t>
            </a:r>
          </a:p>
          <a:p>
            <a:pPr algn="l">
              <a:spcAft>
                <a:spcPts val="300"/>
              </a:spcAft>
            </a:pPr>
            <a:r>
              <a:rPr sz="1600" b="0" i="0">
                <a:solidFill>
                  <a:srgbClr val="1A1A1A"/>
                </a:solidFill>
                <a:latin typeface="Arial"/>
              </a:rPr>
              <a:t>the identity authority</a:t>
            </a:r>
          </a:p>
        </p:txBody>
      </p:sp>
      <p:sp>
        <p:nvSpPr>
          <p:cNvPr id="11" name="TextBox 10"/>
          <p:cNvSpPr txBox="1"/>
          <p:nvPr/>
        </p:nvSpPr>
        <p:spPr>
          <a:xfrm>
            <a:off x="658368" y="5623560"/>
            <a:ext cx="10881360" cy="548640"/>
          </a:xfrm>
          <a:prstGeom prst="rect">
            <a:avLst/>
          </a:prstGeom>
          <a:noFill/>
        </p:spPr>
        <p:txBody>
          <a:bodyPr wrap="square">
            <a:spAutoFit/>
          </a:bodyPr>
          <a:lstStyle/>
          <a:p>
            <a:r>
              <a:rPr sz="1550" b="1" i="0">
                <a:solidFill>
                  <a:srgbClr val="006E96"/>
                </a:solidFill>
                <a:latin typeface="Arial"/>
              </a:rPr>
              <a:t>The Security Servers carry the trust burden at each edge.</a:t>
            </a:r>
          </a:p>
        </p:txBody>
      </p:sp>
      <p:sp>
        <p:nvSpPr>
          <p:cNvPr id="12" name="TextBox 11"/>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5.5 · Stand up the federation</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Bring it up from the run book, in order</a:t>
            </a:r>
          </a:p>
        </p:txBody>
      </p:sp>
      <p:sp>
        <p:nvSpPr>
          <p:cNvPr id="4" name="Oval 3"/>
          <p:cNvSpPr/>
          <p:nvPr/>
        </p:nvSpPr>
        <p:spPr>
          <a:xfrm>
            <a:off x="621792" y="1508760"/>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1</a:t>
            </a:r>
          </a:p>
        </p:txBody>
      </p:sp>
      <p:sp>
        <p:nvSpPr>
          <p:cNvPr id="5" name="TextBox 4"/>
          <p:cNvSpPr txBox="1"/>
          <p:nvPr/>
        </p:nvSpPr>
        <p:spPr>
          <a:xfrm>
            <a:off x="1115568" y="1463040"/>
            <a:ext cx="10527487" cy="1173480"/>
          </a:xfrm>
          <a:prstGeom prst="rect">
            <a:avLst/>
          </a:prstGeom>
          <a:noFill/>
        </p:spPr>
        <p:txBody>
          <a:bodyPr wrap="square">
            <a:spAutoFit/>
          </a:bodyPr>
          <a:lstStyle/>
          <a:p>
            <a:pPr>
              <a:spcAft>
                <a:spcPts val="300"/>
              </a:spcAft>
            </a:pPr>
            <a:r>
              <a:rPr sz="1900" b="1" i="0">
                <a:solidFill>
                  <a:srgbClr val="1A1A1A"/>
                </a:solidFill>
                <a:latin typeface="Arial"/>
              </a:rPr>
              <a:t>The Central Server first</a:t>
            </a:r>
          </a:p>
          <a:p>
            <a:pPr>
              <a:spcAft>
                <a:spcPts val="300"/>
              </a:spcAft>
            </a:pPr>
            <a:r>
              <a:rPr sz="1550" b="0" i="0">
                <a:solidFill>
                  <a:srgbClr val="595959"/>
                </a:solidFill>
                <a:latin typeface="Arial"/>
              </a:rPr>
              <a:t>The registry every other component checks with.</a:t>
            </a:r>
          </a:p>
        </p:txBody>
      </p:sp>
      <p:sp>
        <p:nvSpPr>
          <p:cNvPr id="6" name="Rectangle 5"/>
          <p:cNvSpPr/>
          <p:nvPr/>
        </p:nvSpPr>
        <p:spPr>
          <a:xfrm>
            <a:off x="621792" y="264109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621792" y="2727960"/>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2</a:t>
            </a:r>
          </a:p>
        </p:txBody>
      </p:sp>
      <p:sp>
        <p:nvSpPr>
          <p:cNvPr id="8" name="TextBox 7"/>
          <p:cNvSpPr txBox="1"/>
          <p:nvPr/>
        </p:nvSpPr>
        <p:spPr>
          <a:xfrm>
            <a:off x="1115568" y="2682240"/>
            <a:ext cx="10527487" cy="1173480"/>
          </a:xfrm>
          <a:prstGeom prst="rect">
            <a:avLst/>
          </a:prstGeom>
          <a:noFill/>
        </p:spPr>
        <p:txBody>
          <a:bodyPr wrap="square">
            <a:spAutoFit/>
          </a:bodyPr>
          <a:lstStyle/>
          <a:p>
            <a:pPr>
              <a:spcAft>
                <a:spcPts val="300"/>
              </a:spcAft>
            </a:pPr>
            <a:r>
              <a:rPr sz="1900" b="1" i="0">
                <a:solidFill>
                  <a:srgbClr val="1A1A1A"/>
                </a:solidFill>
                <a:latin typeface="Arial"/>
              </a:rPr>
              <a:t>Then the Test CA</a:t>
            </a:r>
          </a:p>
          <a:p>
            <a:pPr>
              <a:spcAft>
                <a:spcPts val="300"/>
              </a:spcAft>
            </a:pPr>
            <a:r>
              <a:rPr sz="1550" b="0" i="0">
                <a:solidFill>
                  <a:srgbClr val="595959"/>
                </a:solidFill>
                <a:latin typeface="Arial"/>
              </a:rPr>
              <a:t>Issues the certificates, with its certificate-status and time-stamping services.</a:t>
            </a:r>
          </a:p>
        </p:txBody>
      </p:sp>
      <p:sp>
        <p:nvSpPr>
          <p:cNvPr id="9" name="Rectangle 8"/>
          <p:cNvSpPr/>
          <p:nvPr/>
        </p:nvSpPr>
        <p:spPr>
          <a:xfrm>
            <a:off x="621792" y="386029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21792" y="3947160"/>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3</a:t>
            </a:r>
          </a:p>
        </p:txBody>
      </p:sp>
      <p:sp>
        <p:nvSpPr>
          <p:cNvPr id="11" name="TextBox 10"/>
          <p:cNvSpPr txBox="1"/>
          <p:nvPr/>
        </p:nvSpPr>
        <p:spPr>
          <a:xfrm>
            <a:off x="1115568" y="3901440"/>
            <a:ext cx="10527487" cy="1173480"/>
          </a:xfrm>
          <a:prstGeom prst="rect">
            <a:avLst/>
          </a:prstGeom>
          <a:noFill/>
        </p:spPr>
        <p:txBody>
          <a:bodyPr wrap="square">
            <a:spAutoFit/>
          </a:bodyPr>
          <a:lstStyle/>
          <a:p>
            <a:pPr>
              <a:spcAft>
                <a:spcPts val="300"/>
              </a:spcAft>
            </a:pPr>
            <a:r>
              <a:rPr sz="1900" b="1" i="0">
                <a:solidFill>
                  <a:srgbClr val="1A1A1A"/>
                </a:solidFill>
                <a:latin typeface="Arial"/>
              </a:rPr>
              <a:t>Then each Security Server</a:t>
            </a:r>
          </a:p>
          <a:p>
            <a:pPr>
              <a:spcAft>
                <a:spcPts val="300"/>
              </a:spcAft>
            </a:pPr>
            <a:r>
              <a:rPr sz="1550" b="0" i="0">
                <a:solidFill>
                  <a:srgbClr val="595959"/>
                </a:solidFill>
                <a:latin typeface="Arial"/>
              </a:rPr>
              <a:t>Registers, receives its certificate — and the Central Server approves it explicitly.</a:t>
            </a:r>
          </a:p>
        </p:txBody>
      </p:sp>
      <p:sp>
        <p:nvSpPr>
          <p:cNvPr id="12" name="TextBox 11"/>
          <p:cNvSpPr txBox="1"/>
          <p:nvPr/>
        </p:nvSpPr>
        <p:spPr>
          <a:xfrm>
            <a:off x="658368" y="5230368"/>
            <a:ext cx="10881360" cy="548640"/>
          </a:xfrm>
          <a:prstGeom prst="rect">
            <a:avLst/>
          </a:prstGeom>
          <a:noFill/>
        </p:spPr>
        <p:txBody>
          <a:bodyPr wrap="square">
            <a:spAutoFit/>
          </a:bodyPr>
          <a:lstStyle/>
          <a:p>
            <a:r>
              <a:rPr sz="1550" b="1" i="0">
                <a:solidFill>
                  <a:srgbClr val="006E96"/>
                </a:solidFill>
                <a:latin typeface="Arial"/>
              </a:rPr>
              <a:t>For the demonstration, Linkup runs on a single host — a laptop or one VM — in sandboxed containers, sized for cross-agency calls, not production volumes.</a:t>
            </a:r>
          </a:p>
        </p:txBody>
      </p:sp>
      <p:sp>
        <p:nvSpPr>
          <p:cNvPr id="13" name="TextBox 12"/>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5.5 · Stand up the federation</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Standing up the federation is where the abstract becomes real</a:t>
            </a:r>
          </a:p>
        </p:txBody>
      </p:sp>
      <p:sp>
        <p:nvSpPr>
          <p:cNvPr id="4" name="TextBox 3"/>
          <p:cNvSpPr txBox="1"/>
          <p:nvPr/>
        </p:nvSpPr>
        <p:spPr>
          <a:xfrm>
            <a:off x="658368" y="1600200"/>
            <a:ext cx="10881360" cy="2194560"/>
          </a:xfrm>
          <a:prstGeom prst="rect">
            <a:avLst/>
          </a:prstGeom>
          <a:noFill/>
        </p:spPr>
        <p:txBody>
          <a:bodyPr wrap="square">
            <a:spAutoFit/>
          </a:bodyPr>
          <a:lstStyle/>
          <a:p>
            <a:pPr>
              <a:spcAft>
                <a:spcPts val="1200"/>
              </a:spcAft>
            </a:pPr>
            <a:r>
              <a:rPr sz="2000" b="0" i="0">
                <a:solidFill>
                  <a:srgbClr val="1A1A1A"/>
                </a:solidFill>
                <a:latin typeface="Arial"/>
              </a:rPr>
              <a:t>Four real security servers, registered with a central server, trusting a common certification authority.</a:t>
            </a:r>
          </a:p>
          <a:p>
            <a:pPr>
              <a:spcAft>
                <a:spcPts val="1200"/>
              </a:spcAft>
            </a:pPr>
            <a:r>
              <a:rPr sz="2000" b="0" i="0">
                <a:solidFill>
                  <a:srgbClr val="1A1A1A"/>
                </a:solidFill>
                <a:latin typeface="Arial"/>
              </a:rPr>
              <a:t>The build pack's acceptance check confirms it actually stands up — not merely that the files exist.</a:t>
            </a:r>
          </a:p>
        </p:txBody>
      </p:sp>
      <p:sp>
        <p:nvSpPr>
          <p:cNvPr id="5" name="Rounded Rectangle 4"/>
          <p:cNvSpPr/>
          <p:nvPr/>
        </p:nvSpPr>
        <p:spPr>
          <a:xfrm>
            <a:off x="658368" y="3977639"/>
            <a:ext cx="10881360" cy="1325880"/>
          </a:xfrm>
          <a:prstGeom prst="roundRect">
            <a:avLst>
              <a:gd name="adj" fmla="val 45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59536" y="4169663"/>
            <a:ext cx="10479024" cy="1051560"/>
          </a:xfrm>
          <a:prstGeom prst="rect">
            <a:avLst/>
          </a:prstGeom>
          <a:noFill/>
        </p:spPr>
        <p:txBody>
          <a:bodyPr wrap="square">
            <a:spAutoFit/>
          </a:bodyPr>
          <a:lstStyle/>
          <a:p>
            <a:pPr>
              <a:spcAft>
                <a:spcPts val="700"/>
              </a:spcAft>
            </a:pPr>
            <a:r>
              <a:rPr sz="2300" b="1" i="0">
                <a:solidFill>
                  <a:srgbClr val="006E96"/>
                </a:solidFill>
                <a:latin typeface="Arial"/>
              </a:rPr>
              <a:t>The bus exists, the members are on it — only the call is left.</a:t>
            </a:r>
          </a:p>
        </p:txBody>
      </p:sp>
      <p:sp>
        <p:nvSpPr>
          <p:cNvPr id="7" name="TextBox 6"/>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5.5 · Stand up the federation</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005840" y="2103120"/>
            <a:ext cx="10149840" cy="2377440"/>
          </a:xfrm>
          <a:prstGeom prst="rect">
            <a:avLst/>
          </a:prstGeom>
          <a:noFill/>
        </p:spPr>
        <p:txBody>
          <a:bodyPr wrap="square">
            <a:spAutoFit/>
          </a:bodyPr>
          <a:lstStyle/>
          <a:p>
            <a:r>
              <a:rPr sz="3000" b="1" i="0">
                <a:solidFill>
                  <a:srgbClr val="1A1A1A"/>
                </a:solidFill>
                <a:latin typeface="Arial"/>
              </a:rPr>
              <a:t>Central Server, four Security Servers, a Test CA — stood up from the run book, the federation is real and ready to carry a call.</a:t>
            </a:r>
          </a:p>
        </p:txBody>
      </p:sp>
      <p:sp>
        <p:nvSpPr>
          <p:cNvPr id="3" name="TextBox 2"/>
          <p:cNvSpPr txBox="1"/>
          <p:nvPr/>
        </p:nvSpPr>
        <p:spPr>
          <a:xfrm>
            <a:off x="1005840" y="1554480"/>
            <a:ext cx="5486400" cy="365760"/>
          </a:xfrm>
          <a:prstGeom prst="rect">
            <a:avLst/>
          </a:prstGeom>
          <a:noFill/>
        </p:spPr>
        <p:txBody>
          <a:bodyPr wrap="square">
            <a:spAutoFit/>
          </a:bodyPr>
          <a:lstStyle/>
          <a:p>
            <a:r>
              <a:rPr sz="1200" b="1" i="0">
                <a:solidFill>
                  <a:srgbClr val="006E96"/>
                </a:solidFill>
                <a:latin typeface="Arial"/>
              </a:rPr>
              <a:t>IN ONE SENTENCE</a:t>
            </a:r>
          </a:p>
        </p:txBody>
      </p:sp>
      <p:sp>
        <p:nvSpPr>
          <p:cNvPr id="4" name="Rounded Rectangle 3"/>
          <p:cNvSpPr/>
          <p:nvPr/>
        </p:nvSpPr>
        <p:spPr>
          <a:xfrm>
            <a:off x="658368" y="4709160"/>
            <a:ext cx="10881360" cy="1554480"/>
          </a:xfrm>
          <a:prstGeom prst="roundRect">
            <a:avLst>
              <a:gd name="adj" fmla="val 4500"/>
            </a:avLst>
          </a:prstGeom>
          <a:solidFill>
            <a:srgbClr val="FFFFFF"/>
          </a:solidFill>
          <a:ln w="9525">
            <a:solidFill>
              <a:srgbClr val="009C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09728" bIns="109728">
            <a:noAutofit/>
          </a:bodyPr>
          <a:lstStyle/>
          <a:p>
            <a:pPr algn="l">
              <a:spcAft>
                <a:spcPts val="400"/>
              </a:spcAft>
            </a:pPr>
            <a:r>
              <a:rPr sz="1800" b="1" i="0">
                <a:solidFill>
                  <a:srgbClr val="006E96"/>
                </a:solidFill>
                <a:latin typeface="Arial"/>
              </a:rPr>
              <a:t>Do this on your own sector. </a:t>
            </a:r>
            <a:r>
              <a:rPr sz="1800" b="1" i="0">
                <a:solidFill>
                  <a:srgbClr val="1A1A1A"/>
                </a:solidFill>
                <a:latin typeface="Arial"/>
              </a:rPr>
              <a:t>Draft the federation stand-up run book.</a:t>
            </a:r>
          </a:p>
          <a:p>
            <a:pPr algn="l">
              <a:spcAft>
                <a:spcPts val="400"/>
              </a:spcAft>
            </a:pPr>
            <a:r>
              <a:rPr sz="1800" b="0" i="0">
                <a:solidFill>
                  <a:srgbClr val="595959"/>
                </a:solidFill>
                <a:latin typeface="Arial"/>
              </a:rPr>
              <a:t>The prompt in the companion material gives you an ordered, reproducible stand-up run book with production-difference notes. Before the next video.</a:t>
            </a:r>
          </a:p>
        </p:txBody>
      </p:sp>
      <p:sp>
        <p:nvSpPr>
          <p:cNvPr id="5" name="TextBox 4"/>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5.5 · Stand up the federation</a:t>
            </a:r>
          </a:p>
        </p:txBody>
      </p:sp>
      <p:sp>
        <p:nvSpPr>
          <p:cNvPr id="6" name="TextBox 5"/>
          <p:cNvSpPr txBox="1"/>
          <p:nvPr/>
        </p:nvSpPr>
        <p:spPr>
          <a:xfrm>
            <a:off x="10058400" y="6473952"/>
            <a:ext cx="1673352" cy="292608"/>
          </a:xfrm>
          <a:prstGeom prst="rect">
            <a:avLst/>
          </a:prstGeom>
          <a:noFill/>
        </p:spPr>
        <p:txBody>
          <a:bodyPr wrap="square">
            <a:spAutoFit/>
          </a:bodyPr>
          <a:lstStyle/>
          <a:p>
            <a:pPr algn="r"/>
            <a:r>
              <a:rPr sz="900" b="0" i="0">
                <a:solidFill>
                  <a:srgbClr val="595959"/>
                </a:solidFill>
                <a:latin typeface="Arial"/>
              </a:rPr>
              <a:t>www.itu.int</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Sources</a:t>
            </a:r>
          </a:p>
        </p:txBody>
      </p:sp>
      <p:sp>
        <p:nvSpPr>
          <p:cNvPr id="4" name="TextBox 3"/>
          <p:cNvSpPr txBox="1"/>
          <p:nvPr/>
        </p:nvSpPr>
        <p:spPr>
          <a:xfrm>
            <a:off x="658368" y="1554480"/>
            <a:ext cx="10789920" cy="3840480"/>
          </a:xfrm>
          <a:prstGeom prst="rect">
            <a:avLst/>
          </a:prstGeom>
          <a:noFill/>
        </p:spPr>
        <p:txBody>
          <a:bodyPr wrap="square">
            <a:spAutoFit/>
          </a:bodyPr>
          <a:lstStyle/>
          <a:p>
            <a:pPr>
              <a:spcAft>
                <a:spcPts val="1200"/>
              </a:spcAft>
            </a:pPr>
            <a:r>
              <a:rPr sz="1700" b="0" i="0">
                <a:solidFill>
                  <a:srgbClr val="1A1A1A"/>
                </a:solidFill>
                <a:latin typeface="Arial"/>
              </a:rPr>
              <a:t>•  NIIS X-Road federation — Central Server, Security Server, Test CA (niis.org)</a:t>
            </a:r>
          </a:p>
          <a:p>
            <a:pPr>
              <a:spcAft>
                <a:spcPts val="1200"/>
              </a:spcAft>
            </a:pPr>
            <a:r>
              <a:rPr sz="1700" b="0" i="0">
                <a:solidFill>
                  <a:srgbClr val="1A1A1A"/>
                </a:solidFill>
                <a:latin typeface="Arial"/>
              </a:rPr>
              <a:t>•  The Linkup demonstration federation</a:t>
            </a:r>
          </a:p>
        </p:txBody>
      </p:sp>
      <p:sp>
        <p:nvSpPr>
          <p:cNvPr id="5" name="TextBox 4"/>
          <p:cNvSpPr txBox="1"/>
          <p:nvPr/>
        </p:nvSpPr>
        <p:spPr>
          <a:xfrm>
            <a:off x="658368" y="5806440"/>
            <a:ext cx="10789920" cy="457200"/>
          </a:xfrm>
          <a:prstGeom prst="rect">
            <a:avLst/>
          </a:prstGeom>
          <a:noFill/>
        </p:spPr>
        <p:txBody>
          <a:bodyPr wrap="square">
            <a:spAutoFit/>
          </a:bodyPr>
          <a:lstStyle/>
          <a:p>
            <a:r>
              <a:rPr sz="1400" b="1" i="0">
                <a:solidFill>
                  <a:srgbClr val="006E96"/>
                </a:solidFill>
                <a:latin typeface="Arial"/>
              </a:rPr>
              <a:t>Find the link in the description.</a:t>
            </a:r>
          </a:p>
        </p:txBody>
      </p:sp>
      <p:sp>
        <p:nvSpPr>
          <p:cNvPr id="6" name="TextBox 5"/>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5.5 · Stand up the federation</a:t>
            </a:r>
          </a:p>
        </p:txBody>
      </p:sp>
    </p:spTree>
  </p:cSld>
  <p:clrMapOvr>
    <a:masterClrMapping/>
  </p:clrMapOvr>
</p:sld>
</file>

<file path=ppt/theme/theme1.xml><?xml version="1.0" encoding="utf-8"?>
<a:theme xmlns:a="http://schemas.openxmlformats.org/drawingml/2006/main" name="ITU Theme - White bg">
  <a:themeElements>
    <a:clrScheme name="ITU Template">
      <a:dk1>
        <a:sysClr val="windowText" lastClr="000000"/>
      </a:dk1>
      <a:lt1>
        <a:sysClr val="window" lastClr="FFFFFF"/>
      </a:lt1>
      <a:dk2>
        <a:srgbClr val="3A3838"/>
      </a:dk2>
      <a:lt2>
        <a:srgbClr val="F5FAFC"/>
      </a:lt2>
      <a:accent1>
        <a:srgbClr val="009CD6"/>
      </a:accent1>
      <a:accent2>
        <a:srgbClr val="757070"/>
      </a:accent2>
      <a:accent3>
        <a:srgbClr val="A5A5A5"/>
      </a:accent3>
      <a:accent4>
        <a:srgbClr val="595959"/>
      </a:accent4>
      <a:accent5>
        <a:srgbClr val="005EB8"/>
      </a:accent5>
      <a:accent6>
        <a:srgbClr val="E5F5FB"/>
      </a:accent6>
      <a:hlink>
        <a:srgbClr val="000000"/>
      </a:hlink>
      <a:folHlink>
        <a:srgbClr val="757070"/>
      </a:folHlink>
    </a:clrScheme>
    <a:fontScheme name="ITU Powerpoint Tempolate">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ITU_Powerpoint_Standard_template_July_2022.potx" id="{034C4141-8F63-40F4-9DEE-E5766630A6A8}" vid="{A0500DBE-3369-4A4A-B28D-9AE5003E2570}"/>
    </a:ext>
  </a:extLst>
</a:theme>
</file>

<file path=ppt/theme/theme2.xml><?xml version="1.0" encoding="utf-8"?>
<a:theme xmlns:a="http://schemas.openxmlformats.org/drawingml/2006/main" name="Big text">
  <a:themeElements>
    <a:clrScheme name="ITU Template">
      <a:dk1>
        <a:sysClr val="windowText" lastClr="000000"/>
      </a:dk1>
      <a:lt1>
        <a:sysClr val="window" lastClr="FFFFFF"/>
      </a:lt1>
      <a:dk2>
        <a:srgbClr val="3A3838"/>
      </a:dk2>
      <a:lt2>
        <a:srgbClr val="F5FAFC"/>
      </a:lt2>
      <a:accent1>
        <a:srgbClr val="009CD6"/>
      </a:accent1>
      <a:accent2>
        <a:srgbClr val="757070"/>
      </a:accent2>
      <a:accent3>
        <a:srgbClr val="A5A5A5"/>
      </a:accent3>
      <a:accent4>
        <a:srgbClr val="595959"/>
      </a:accent4>
      <a:accent5>
        <a:srgbClr val="005EB8"/>
      </a:accent5>
      <a:accent6>
        <a:srgbClr val="E5F5FB"/>
      </a:accent6>
      <a:hlink>
        <a:srgbClr val="009CD6"/>
      </a:hlink>
      <a:folHlink>
        <a:srgbClr val="009CD6"/>
      </a:folHlink>
    </a:clrScheme>
    <a:fontScheme name="ITU Powerpoint Tempolate">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ITU_Powerpoint_Standard_template_July_2022.potx" id="{034C4141-8F63-40F4-9DEE-E5766630A6A8}" vid="{EA5A528F-177A-4F34-B410-08836428AF20}"/>
    </a:ext>
  </a:extLst>
</a:theme>
</file>

<file path=ppt/theme/theme3.xml><?xml version="1.0" encoding="utf-8"?>
<a:theme xmlns:a="http://schemas.openxmlformats.org/drawingml/2006/main" name="Quote Slide">
  <a:themeElements>
    <a:clrScheme name="ITU Template">
      <a:dk1>
        <a:sysClr val="windowText" lastClr="000000"/>
      </a:dk1>
      <a:lt1>
        <a:sysClr val="window" lastClr="FFFFFF"/>
      </a:lt1>
      <a:dk2>
        <a:srgbClr val="3A3838"/>
      </a:dk2>
      <a:lt2>
        <a:srgbClr val="F5FAFC"/>
      </a:lt2>
      <a:accent1>
        <a:srgbClr val="009CD6"/>
      </a:accent1>
      <a:accent2>
        <a:srgbClr val="757070"/>
      </a:accent2>
      <a:accent3>
        <a:srgbClr val="A5A5A5"/>
      </a:accent3>
      <a:accent4>
        <a:srgbClr val="595959"/>
      </a:accent4>
      <a:accent5>
        <a:srgbClr val="005EB8"/>
      </a:accent5>
      <a:accent6>
        <a:srgbClr val="E5F5FB"/>
      </a:accent6>
      <a:hlink>
        <a:srgbClr val="009CD6"/>
      </a:hlink>
      <a:folHlink>
        <a:srgbClr val="009CD6"/>
      </a:folHlink>
    </a:clrScheme>
    <a:fontScheme name="ITU Powerpoint Tempolate">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ITU_Powerpoint_Standard_template_July_2022.potx" id="{034C4141-8F63-40F4-9DEE-E5766630A6A8}" vid="{B0771621-B97B-4C13-9C8D-7F1D735791AC}"/>
    </a:ext>
  </a:extLst>
</a:theme>
</file>

<file path=ppt/theme/theme4.xml><?xml version="1.0" encoding="utf-8"?>
<a:theme xmlns:a="http://schemas.openxmlformats.org/drawingml/2006/main" name="ITU Theme light blue bg">
  <a:themeElements>
    <a:clrScheme name="ITU Template">
      <a:dk1>
        <a:sysClr val="windowText" lastClr="000000"/>
      </a:dk1>
      <a:lt1>
        <a:sysClr val="window" lastClr="FFFFFF"/>
      </a:lt1>
      <a:dk2>
        <a:srgbClr val="3A3838"/>
      </a:dk2>
      <a:lt2>
        <a:srgbClr val="F5FAFC"/>
      </a:lt2>
      <a:accent1>
        <a:srgbClr val="009CD6"/>
      </a:accent1>
      <a:accent2>
        <a:srgbClr val="757070"/>
      </a:accent2>
      <a:accent3>
        <a:srgbClr val="A5A5A5"/>
      </a:accent3>
      <a:accent4>
        <a:srgbClr val="595959"/>
      </a:accent4>
      <a:accent5>
        <a:srgbClr val="005EB8"/>
      </a:accent5>
      <a:accent6>
        <a:srgbClr val="E5F5FB"/>
      </a:accent6>
      <a:hlink>
        <a:srgbClr val="009CD6"/>
      </a:hlink>
      <a:folHlink>
        <a:srgbClr val="009CD6"/>
      </a:folHlink>
    </a:clrScheme>
    <a:fontScheme name="ITU Powerpoint Tempolate">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ITU_Powerpoint_Standard_template_July_2022.potx" id="{034C4141-8F63-40F4-9DEE-E5766630A6A8}" vid="{D1ECFA71-5D53-4A3F-BEBD-1C69573B5224}"/>
    </a:ext>
  </a:extLst>
</a:theme>
</file>

<file path=ppt/theme/theme5.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6.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lcf76f155ced4ddcb4097134ff3c332f xmlns="ed7f0f61-51dd-499b-8f04-7c837a526382">
      <Terms xmlns="http://schemas.microsoft.com/office/infopath/2007/PartnerControls"/>
    </lcf76f155ced4ddcb4097134ff3c332f>
    <TaxCatchAll xmlns="ab90e5c9-10d8-4476-84ba-6005a25f4984" xsi:nil="true"/>
  </documentManagement>
</p:properties>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ct:contentTypeSchema xmlns:ct="http://schemas.microsoft.com/office/2006/metadata/contentType" xmlns:ma="http://schemas.microsoft.com/office/2006/metadata/properties/metaAttributes" ct:_="" ma:_="" ma:contentTypeName="Document" ma:contentTypeID="0x01010053A3A08329EEE04EB33D96A577905A26" ma:contentTypeVersion="19" ma:contentTypeDescription="Create a new document." ma:contentTypeScope="" ma:versionID="a8087e2cbe64624dcde6ca4894bfb0b6">
  <xsd:schema xmlns:xsd="http://www.w3.org/2001/XMLSchema" xmlns:xs="http://www.w3.org/2001/XMLSchema" xmlns:p="http://schemas.microsoft.com/office/2006/metadata/properties" xmlns:ns2="ed7f0f61-51dd-499b-8f04-7c837a526382" xmlns:ns3="ab90e5c9-10d8-4476-84ba-6005a25f4984" targetNamespace="http://schemas.microsoft.com/office/2006/metadata/properties" ma:root="true" ma:fieldsID="2701f39123c6a01fbf026076f5c6add9" ns2:_="" ns3:_="">
    <xsd:import namespace="ed7f0f61-51dd-499b-8f04-7c837a526382"/>
    <xsd:import namespace="ab90e5c9-10d8-4476-84ba-6005a25f4984"/>
    <xsd:element name="properties">
      <xsd:complexType>
        <xsd:sequence>
          <xsd:element name="documentManagement">
            <xsd:complexType>
              <xsd:all>
                <xsd:element ref="ns2:MediaServiceMetadata" minOccurs="0"/>
                <xsd:element ref="ns2:MediaServiceFastMetadata" minOccurs="0"/>
                <xsd:element ref="ns2:MediaServiceAutoKeyPoints" minOccurs="0"/>
                <xsd:element ref="ns2:MediaServiceKeyPoints" minOccurs="0"/>
                <xsd:element ref="ns3:SharedWithUsers" minOccurs="0"/>
                <xsd:element ref="ns3:SharedWithDetails" minOccurs="0"/>
                <xsd:element ref="ns2:MediaServiceDateTaken" minOccurs="0"/>
                <xsd:element ref="ns2:MediaLengthInSeconds" minOccurs="0"/>
                <xsd:element ref="ns2:MediaServiceAutoTags" minOccurs="0"/>
                <xsd:element ref="ns2:MediaServiceOCR" minOccurs="0"/>
                <xsd:element ref="ns2:MediaServiceGenerationTime" minOccurs="0"/>
                <xsd:element ref="ns2:MediaServiceEventHashCode" minOccurs="0"/>
                <xsd:element ref="ns2:lcf76f155ced4ddcb4097134ff3c332f" minOccurs="0"/>
                <xsd:element ref="ns3:TaxCatchAll" minOccurs="0"/>
                <xsd:element ref="ns2:MediaServiceLocation" minOccurs="0"/>
                <xsd:element ref="ns2:MediaServiceObjectDetectorVersions" minOccurs="0"/>
                <xsd:element ref="ns2:MediaServiceSearchProperties" minOccurs="0"/>
                <xsd:element ref="ns2:MediaServiceBillingMetadata"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ed7f0f61-51dd-499b-8f04-7c837a526382"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AutoKeyPoints" ma:index="10" nillable="true" ma:displayName="MediaServiceAutoKeyPoints" ma:hidden="true" ma:internalName="MediaServiceAutoKeyPoints" ma:readOnly="true">
      <xsd:simpleType>
        <xsd:restriction base="dms:Note"/>
      </xsd:simpleType>
    </xsd:element>
    <xsd:element name="MediaServiceKeyPoints" ma:index="11" nillable="true" ma:displayName="KeyPoints" ma:internalName="MediaServiceKeyPoints" ma:readOnly="true">
      <xsd:simpleType>
        <xsd:restriction base="dms:Note">
          <xsd:maxLength value="255"/>
        </xsd:restriction>
      </xsd:simpleType>
    </xsd:element>
    <xsd:element name="MediaServiceDateTaken" ma:index="14" nillable="true" ma:displayName="MediaServiceDateTaken" ma:hidden="true" ma:internalName="MediaServiceDateTaken" ma:readOnly="true">
      <xsd:simpleType>
        <xsd:restriction base="dms:Text"/>
      </xsd:simpleType>
    </xsd:element>
    <xsd:element name="MediaLengthInSeconds" ma:index="15" nillable="true" ma:displayName="MediaLengthInSeconds" ma:hidden="true" ma:internalName="MediaLengthInSeconds" ma:readOnly="true">
      <xsd:simpleType>
        <xsd:restriction base="dms:Unknown"/>
      </xsd:simpleType>
    </xsd:element>
    <xsd:element name="MediaServiceAutoTags" ma:index="16" nillable="true" ma:displayName="Tags" ma:internalName="MediaServiceAutoTags" ma:readOnly="true">
      <xsd:simpleType>
        <xsd:restriction base="dms:Text"/>
      </xsd:simpleType>
    </xsd:element>
    <xsd:element name="MediaServiceOCR" ma:index="17" nillable="true" ma:displayName="Extracted Text" ma:internalName="MediaServiceOCR" ma:readOnly="true">
      <xsd:simpleType>
        <xsd:restriction base="dms:Note">
          <xsd:maxLength value="255"/>
        </xsd:restriction>
      </xsd:simpleType>
    </xsd:element>
    <xsd:element name="MediaServiceGenerationTime" ma:index="18" nillable="true" ma:displayName="MediaServiceGenerationTime" ma:hidden="true" ma:internalName="MediaServiceGenerationTime" ma:readOnly="true">
      <xsd:simpleType>
        <xsd:restriction base="dms:Text"/>
      </xsd:simpleType>
    </xsd:element>
    <xsd:element name="MediaServiceEventHashCode" ma:index="19" nillable="true" ma:displayName="MediaServiceEventHashCode" ma:hidden="true" ma:internalName="MediaServiceEventHashCode" ma:readOnly="true">
      <xsd:simpleType>
        <xsd:restriction base="dms:Text"/>
      </xsd:simpleType>
    </xsd:element>
    <xsd:element name="lcf76f155ced4ddcb4097134ff3c332f" ma:index="21" nillable="true" ma:taxonomy="true" ma:internalName="lcf76f155ced4ddcb4097134ff3c332f" ma:taxonomyFieldName="MediaServiceImageTags" ma:displayName="Image Tags" ma:readOnly="false" ma:fieldId="{5cf76f15-5ced-4ddc-b409-7134ff3c332f}" ma:taxonomyMulti="true" ma:sspId="0e895586-ec57-4162-862b-45953123501e" ma:termSetId="09814cd3-568e-fe90-9814-8d621ff8fb84" ma:anchorId="fba54fb3-c3e1-fe81-a776-ca4b69148c4d" ma:open="true" ma:isKeyword="false">
      <xsd:complexType>
        <xsd:sequence>
          <xsd:element ref="pc:Terms" minOccurs="0" maxOccurs="1"/>
        </xsd:sequence>
      </xsd:complexType>
    </xsd:element>
    <xsd:element name="MediaServiceLocation" ma:index="23" nillable="true" ma:displayName="Location" ma:indexed="true" ma:internalName="MediaServiceLocation" ma:readOnly="true">
      <xsd:simpleType>
        <xsd:restriction base="dms:Text"/>
      </xsd:simpleType>
    </xsd:element>
    <xsd:element name="MediaServiceObjectDetectorVersions" ma:index="24" nillable="true" ma:displayName="MediaServiceObjectDetectorVersions" ma:hidden="true" ma:indexed="true" ma:internalName="MediaServiceObjectDetectorVersions" ma:readOnly="true">
      <xsd:simpleType>
        <xsd:restriction base="dms:Text"/>
      </xsd:simpleType>
    </xsd:element>
    <xsd:element name="MediaServiceSearchProperties" ma:index="25" nillable="true" ma:displayName="MediaServiceSearchProperties" ma:hidden="true" ma:internalName="MediaServiceSearchProperties" ma:readOnly="true">
      <xsd:simpleType>
        <xsd:restriction base="dms:Note"/>
      </xsd:simpleType>
    </xsd:element>
    <xsd:element name="MediaServiceBillingMetadata" ma:index="26" nillable="true" ma:displayName="MediaServiceBillingMetadata" ma:hidden="true" ma:internalName="MediaServiceBillingMetadata" ma:readOnly="true">
      <xsd:simpleType>
        <xsd:restriction base="dms:Note"/>
      </xsd:simpleType>
    </xsd:element>
  </xsd:schema>
  <xsd:schema xmlns:xsd="http://www.w3.org/2001/XMLSchema" xmlns:xs="http://www.w3.org/2001/XMLSchema" xmlns:dms="http://schemas.microsoft.com/office/2006/documentManagement/types" xmlns:pc="http://schemas.microsoft.com/office/infopath/2007/PartnerControls" targetNamespace="ab90e5c9-10d8-4476-84ba-6005a25f4984" elementFormDefault="qualified">
    <xsd:import namespace="http://schemas.microsoft.com/office/2006/documentManagement/types"/>
    <xsd:import namespace="http://schemas.microsoft.com/office/infopath/2007/PartnerControls"/>
    <xsd:element name="SharedWithUsers" ma:index="12"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3" nillable="true" ma:displayName="Shared With Details" ma:internalName="SharedWithDetails" ma:readOnly="true">
      <xsd:simpleType>
        <xsd:restriction base="dms:Note">
          <xsd:maxLength value="255"/>
        </xsd:restriction>
      </xsd:simpleType>
    </xsd:element>
    <xsd:element name="TaxCatchAll" ma:index="22" nillable="true" ma:displayName="Taxonomy Catch All Column" ma:hidden="true" ma:list="{f45fae84-f8a8-4d35-b240-8a5cf95bb259}" ma:internalName="TaxCatchAll" ma:showField="CatchAllData" ma:web="ab90e5c9-10d8-4476-84ba-6005a25f4984">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5F615F30-55BC-4400-8171-49B6C1A1BF75}">
  <ds:schemaRefs>
    <ds:schemaRef ds:uri="http://schemas.microsoft.com/office/2006/metadata/properties"/>
    <ds:schemaRef ds:uri="http://schemas.microsoft.com/office/infopath/2007/PartnerControls"/>
    <ds:schemaRef ds:uri="http://schemas.microsoft.com/sharepoint/v3"/>
    <ds:schemaRef ds:uri="ed7f0f61-51dd-499b-8f04-7c837a526382"/>
    <ds:schemaRef ds:uri="ab90e5c9-10d8-4476-84ba-6005a25f4984"/>
  </ds:schemaRefs>
</ds:datastoreItem>
</file>

<file path=customXml/itemProps2.xml><?xml version="1.0" encoding="utf-8"?>
<ds:datastoreItem xmlns:ds="http://schemas.openxmlformats.org/officeDocument/2006/customXml" ds:itemID="{A48191B6-3A4E-47E8-99A3-94A5982E1B43}">
  <ds:schemaRefs>
    <ds:schemaRef ds:uri="http://schemas.microsoft.com/sharepoint/v3/contenttype/forms"/>
  </ds:schemaRefs>
</ds:datastoreItem>
</file>

<file path=customXml/itemProps3.xml><?xml version="1.0" encoding="utf-8"?>
<ds:datastoreItem xmlns:ds="http://schemas.openxmlformats.org/officeDocument/2006/customXml" ds:itemID="{68C4513F-118C-4668-805A-58D1CE3FDA87}">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ed7f0f61-51dd-499b-8f04-7c837a526382"/>
    <ds:schemaRef ds:uri="ab90e5c9-10d8-4476-84ba-6005a25f4984"/>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docProps/app.xml><?xml version="1.0" encoding="utf-8"?>
<Properties xmlns="http://schemas.openxmlformats.org/officeDocument/2006/extended-properties" xmlns:vt="http://schemas.openxmlformats.org/officeDocument/2006/docPropsVTypes">
  <Template>ITU_Powerpoint_standard_template_16x9__July_2022</Template>
  <TotalTime>462</TotalTime>
  <Words>2240</Words>
  <Application>Microsoft Office PowerPoint</Application>
  <PresentationFormat>Widescreen</PresentationFormat>
  <Paragraphs>473</Paragraphs>
  <Slides>38</Slides>
  <Notes>20</Notes>
  <HiddenSlides>0</HiddenSlides>
  <MMClips>0</MMClips>
  <ScaleCrop>false</ScaleCrop>
  <HeadingPairs>
    <vt:vector size="6" baseType="variant">
      <vt:variant>
        <vt:lpstr>Fonts Used</vt:lpstr>
      </vt:variant>
      <vt:variant>
        <vt:i4>6</vt:i4>
      </vt:variant>
      <vt:variant>
        <vt:lpstr>Theme</vt:lpstr>
      </vt:variant>
      <vt:variant>
        <vt:i4>4</vt:i4>
      </vt:variant>
      <vt:variant>
        <vt:lpstr>Slide Titles</vt:lpstr>
      </vt:variant>
      <vt:variant>
        <vt:i4>38</vt:i4>
      </vt:variant>
    </vt:vector>
  </HeadingPairs>
  <TitlesOfParts>
    <vt:vector size="48" baseType="lpstr">
      <vt:lpstr>Arial</vt:lpstr>
      <vt:lpstr>Avenir Next LT Pro</vt:lpstr>
      <vt:lpstr>Calibri</vt:lpstr>
      <vt:lpstr>Georgia</vt:lpstr>
      <vt:lpstr>Lato Light</vt:lpstr>
      <vt:lpstr>Roboto</vt:lpstr>
      <vt:lpstr>ITU Theme - White bg</vt:lpstr>
      <vt:lpstr>Big text</vt:lpstr>
      <vt:lpstr>Quote Slide</vt:lpstr>
      <vt:lpstr>ITU Theme light blue bg</vt:lpstr>
      <vt:lpstr>PowerPoint Presentation</vt:lpstr>
      <vt:lpstr>PowerPoint Presentation</vt:lpstr>
      <vt:lpstr>Slide title text Arial Bold 28pt</vt:lpstr>
      <vt:lpstr>PowerPoint Presentation</vt:lpstr>
      <vt:lpstr>Long slide title  goes here second line here</vt:lpstr>
      <vt:lpstr>Slide title goes here second line of slide title goes here </vt:lpstr>
      <vt:lpstr>Long slide title goes here second line here</vt:lpstr>
      <vt:lpstr>Long slide title goes here second line of slide title here third line goes here</vt:lpstr>
      <vt:lpstr>Long slide title goes here second line of slide title here third line goes here</vt:lpstr>
      <vt:lpstr>Slide title goes here</vt:lpstr>
      <vt:lpstr>PowerPoint Presentation</vt:lpstr>
      <vt:lpstr>Click to add slide title here  </vt:lpstr>
      <vt:lpstr>Click to add slide title here </vt:lpstr>
      <vt:lpstr>PowerPoint Presentation</vt:lpstr>
      <vt:lpstr>PowerPoint Presentation</vt:lpstr>
      <vt:lpstr>PowerPoint Presentation</vt:lpstr>
      <vt:lpstr>PowerPoint Presentation</vt:lpstr>
      <vt:lpstr>Placeholder text for slide title</vt:lpstr>
      <vt:lpstr>Simple table</vt:lpstr>
      <vt:lpstr>PowerPoint Presentation</vt:lpstr>
      <vt:lpstr>Figure 1: Figure title</vt:lpstr>
      <vt:lpstr>Graphics</vt:lpstr>
      <vt:lpstr>PowerPoint Presentation</vt:lpstr>
      <vt:lpstr>PowerPoint Presentation</vt:lpstr>
      <vt:lpstr>PowerPoint Presentation</vt:lpstr>
      <vt:lpstr>PowerPoint Presentation</vt:lpstr>
      <vt:lpstr>PowerPoint Presentation</vt:lpstr>
      <vt:lpstr>Figure Title</vt:lpstr>
      <vt:lpstr>Figure Title</vt:lpstr>
      <vt:lpstr>Figure Title</vt:lpstr>
      <vt:lpstr>Key figures</vt:lpstr>
      <vt:lpstr>PowerPoint Presentation</vt:lpstr>
      <vt:lpstr>Timeline title</vt:lpstr>
      <vt:lpstr>Timeline title</vt:lpstr>
      <vt:lpstr>Timeline title</vt:lpstr>
      <vt:lpstr>PowerPoint Presentation</vt:lpstr>
      <vt:lpstr>ITU Blue</vt:lpstr>
      <vt:lpstr>PowerPoint Presentation</vt:lpstr>
    </vt:vector>
  </TitlesOfParts>
  <Company>ITU</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CHIMA HERNANDEZ, Maria Fernanda</dc:creator>
  <cp:lastModifiedBy>Anselmino, Carolina</cp:lastModifiedBy>
  <cp:revision>1</cp:revision>
  <dcterms:created xsi:type="dcterms:W3CDTF">2026-05-08T11:19:41Z</dcterms:created>
  <dcterms:modified xsi:type="dcterms:W3CDTF">2026-07-22T19:37:40Z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0x01010053A3A08329EEE04EB33D96A577905A26</vt:lpwstr>
  </property>
  <property fmtid="{D5CDD505-2E9C-101B-9397-08002B2CF9AE}" pid="3" name="MediaServiceImageTags">
    <vt:lpwstr/>
  </property>
</Properties>
</file>