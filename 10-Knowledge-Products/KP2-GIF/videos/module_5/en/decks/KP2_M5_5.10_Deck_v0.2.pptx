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8" r:id="rId90"/>
    <p:sldId id="2769" r:id="rId91"/>
    <p:sldId id="2770" r:id="rId92"/>
    <p:sldId id="2771" r:id="rId93"/>
    <p:sldId id="2772" r:id="rId94"/>
    <p:sldId id="2773" r:id="rId95"/>
    <p:sldId id="2774"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costs a fraction of the first.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at a fraction of the cost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costs a fraction of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