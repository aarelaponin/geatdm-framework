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1" r:id="rId83"/>
    <p:sldId id="2762" r:id="rId84"/>
    <p:sldId id="2763" r:id="rId85"/>
    <p:sldId id="2764" r:id="rId86"/>
    <p:sldId id="2765" r:id="rId87"/>
    <p:sldId id="2766"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running bus is not finished — it is operating, every day. Every call it carries leaves a record in the bus's operational monitoring data: which agency called which service, whether the call worked, and how long it took. Reading those records by hand does not scale past a few services. The monitoring play points Claude at that data and turns it into a plain-language picture of the bus's health, with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data shows three things. Which exchanges failed, and how often. Whether calls are getting slower — a sign of a service under strain. And unusual patterns — a sudden spike, an agency calling a service it never called before, a surge of activity at three in the morning. The play writes a plain-language health report and flags what deserves a human's attention this week. That is early warning: a failing service is fixed before it becomes a complaint, and a slowdown is addressed before it becomes an outage. The same reading feeds a slower loop. Each quarter, the Operating Authority tells the Steering Committee which members show sustained failures that call for a conformance re-check. Monitoring that reaches a governance table is accountability; the rest is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First, the AI flags and a human investigates: an anomaly is a question to look into, not a verdict to act on automatically. Second, only the traffic goes into the prompt, never the cargo. Every server on the bus keeps two records. The operational monitoring data says which service was called, whether it worked, and how fast. The message log keeps the messages themselves — and the citizen data they carried. Only the first belongs anywhere near an AI. Even then, check the request addresses: when a service looks a person up by their ID number, that number can sit in the address itself. Remove it before the data leaves the server.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records how it is doing in its monitoring data; the AI play makes that legible; the Operating Authority acts on the flags; and the messages themselves never enter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bus's operational monitoring data — never its message log — to spot a failing or unusual exchange early.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record in the bus's monitoring data.</a:t>
            </a:r>
          </a:p>
          <a:p>
            <a:pPr>
              <a:spcAft>
                <a:spcPts val="800"/>
              </a:spcAft>
            </a:pPr>
            <a:r>
              <a:rPr sz="1700" b="0" i="0">
                <a:solidFill>
                  <a:srgbClr val="595959"/>
                </a:solidFill>
                <a:latin typeface="Arial"/>
              </a:rPr>
              <a:t>Reading it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monitoring data shows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Which exchanges failed</a:t>
            </a:r>
          </a:p>
          <a:p>
            <a:pPr>
              <a:spcAft>
                <a:spcPts val="300"/>
              </a:spcAft>
            </a:pPr>
            <a:r>
              <a:rPr sz="1550" b="0" i="0">
                <a:solidFill>
                  <a:srgbClr val="595959"/>
                </a:solidFill>
                <a:latin typeface="Arial"/>
              </a:rPr>
              <a:t>And how often, service by service.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Read daily for health. Summarised each quarter for the Steering Committee.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TRAFFIC, NEVER THE CARGO</a:t>
            </a:r>
          </a:p>
          <a:p>
            <a:pPr>
              <a:spcAft>
                <a:spcPts val="700"/>
              </a:spcAft>
            </a:pPr>
            <a:r>
              <a:rPr sz="1600" b="0" i="0">
                <a:solidFill>
                  <a:srgbClr val="1A1A1A"/>
                </a:solidFill>
                <a:latin typeface="Arial"/>
              </a:rPr>
              <a:t>Monitoring data: which service, whether it worked, how fast.</a:t>
            </a:r>
          </a:p>
          <a:p>
            <a:pPr>
              <a:spcAft>
                <a:spcPts val="700"/>
              </a:spcAft>
            </a:pPr>
            <a:r>
              <a:rPr sz="1600" b="0" i="0">
                <a:solidFill>
                  <a:srgbClr val="1A1A1A"/>
                </a:solidFill>
                <a:latin typeface="Arial"/>
              </a:rPr>
              <a:t>Never the message log — it keeps the messages themselves.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monitoring data holds the bus's health — the AI makes it legible, a human acts on the flags, and the cargo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monitoring data.</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operational monitoring (niis.org)</a:t>
            </a:r>
          </a:p>
          <a:p>
            <a:pPr>
              <a:spcAft>
                <a:spcPts val="1200"/>
              </a:spcAft>
            </a:pPr>
            <a:r>
              <a:rPr sz="1700" b="0" i="0">
                <a:solidFill>
                  <a:srgbClr val="1A1A1A"/>
                </a:solidFill>
                <a:latin typeface="Arial"/>
              </a:rPr>
              <a:t>•  NIIS X-Road message log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