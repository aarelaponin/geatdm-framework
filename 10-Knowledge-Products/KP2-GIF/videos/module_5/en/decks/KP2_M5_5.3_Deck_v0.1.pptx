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1" r:id="rId33"/>
    <p:sldId id="2712" r:id="rId34"/>
    <p:sldId id="2713" r:id="rId35"/>
    <p:sldId id="2714" r:id="rId36"/>
    <p:sldId id="2715" r:id="rId37"/>
    <p:sldId id="2716" r:id="rId38"/>
    <p:sldId id="271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rule of fairness, and it is the rule that actually gets SLAs signed: set the numbers with the provider, not for them. A target the provider cannot meet is a target the provider will quietly ignore, and an SLA everyone ignores is worse than none. Agree numbers the provider can genuinely hit — and raise them over time as the platform matures — and the SLA becomes real rather than decorative. The template then makes it fast: fill in the targets for each service, agree them with the provider, sign, and reuse the same template for every service on the bus.</a:t>
            </a:r>
          </a:p>
          <a:p/>
          <a:p>
            <a:r>
              <a:t>Production cue: the pivotal slide of this video.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SLA operationalises the member obligations from the governance module. Those obligations said, in principle, that a member meets service levels; the SLA is where the service levels become specific numbers, agreed and signed. Without the SLA, 'meets service levels' is a wish. With it, it is a commitment the Operating Authority can hold a member to — and a number a consumer can plan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member being connected is not the same as a member being dependable. A service that is up most of the time, answers slowly, and has no one to call when it breaks is connected but useless to a consumer who needs the data at the moment a citizen is standing at the counter. The Service-Level Agreement is what turns connected into dependable — and a template turns writing one from a negotiation into a fill-in.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SLA sets the numbers a consumer can rely on. Availability — the uptime the provider commits to. Response time — how fast a call returns. Support hours — when there is someone to help. Incident response — who to call when the service fails, and how quickly they will respond. And change notice — how much warning a provider gives before changing the service, so consumers are not broken by a surprise. These are the numbers that turn a connection into a dependency a consumer can build a real citizen service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Service-Level Agreement is what turns a connected member into a dependable one. Availability, response time, support, incident response, change notice — the numbers a consumer can rely on, made specific from the governance obligations, agreed with the provider so they are real, and captured in a template you reuse for every service. That is the difference between a bus that works in a demonstration and one a country can run citizen services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KP2 · MODULE 5 · VIDEO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Make 'connected' mean 'dependable' — the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 Service-Level Agreement turns 'connected' into 'dependable' — the template makes it a fill-in, not a negotiation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Connected is not the same as dependable.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Up most of the time, slow to answer, and nobody to call when it breaks.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Service-Level Agreement turns connected into dependable.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SLA sets five numbers a consumer can rely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Availability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uptime the provider commits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8142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22576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Response time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fast a call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40963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82111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Support hours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When there is someone to help.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00050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Incident response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Who to call when it fails — and how fast they respond.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86003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01183"/>
            <a:ext cx="10984687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Change notice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much warning before the service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numbers that turn a connection into a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SLA makes the member obligations specific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OBLIGATION SAYS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"A member meets service levels."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 principle — a wish.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SLA SAYS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Specific numbers, agreed and signed.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commitment the Operating Authority can hold a member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And a number a consumer can plan around.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Set the numbers with the provider, not for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 target the provider cannot meet is a target it will quietly ignore.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Agree numbers it can genuinely hit, raise them as the platform matures — and reuse the template for every service on the bus.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An SLA everyone ignores is worse than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The SLA is the numbers that make a connection dependable — agreed with the provider, signed, and reused for every service.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the Service-Level Agreement template.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an SLA template with pilot and production targets per service.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service-level guidance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member obligations — Module 3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EU European Interoperability Framework (EIF)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5.3 · Make 'connected' mean 'dependable' — the SLA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