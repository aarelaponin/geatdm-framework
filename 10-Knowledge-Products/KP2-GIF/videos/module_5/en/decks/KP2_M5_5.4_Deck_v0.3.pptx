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20" r:id="rId42"/>
    <p:sldId id="2721" r:id="rId43"/>
    <p:sldId id="2722" r:id="rId44"/>
    <p:sldId id="2723" r:id="rId45"/>
    <p:sldId id="2724" r:id="rId17"/>
    <p:sldId id="2725" r:id="rId16"/>
    <p:sldId id="2726" r:id="rId15"/>
    <p:sldId id="2727" r:id="rId14"/>
    <p:sldId id="2728" r:id="rId13"/>
    <p:sldId id="2729" r:id="rId12"/>
    <p:sldId id="2730" r:id="rId11"/>
    <p:sldId id="2731" r:id="rId10"/>
    <p:sldId id="273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0" Type="http://schemas.openxmlformats.org/officeDocument/2006/relationships/slide" Target="slides/slide38.xml"/><Relationship Id="rId11" Type="http://schemas.openxmlformats.org/officeDocument/2006/relationships/slide" Target="slides/slide37.xml"/><Relationship Id="rId12" Type="http://schemas.openxmlformats.org/officeDocument/2006/relationships/slide" Target="slides/slide36.xml"/><Relationship Id="rId13" Type="http://schemas.openxmlformats.org/officeDocument/2006/relationships/slide" Target="slides/slide35.xml"/><Relationship Id="rId14" Type="http://schemas.openxmlformats.org/officeDocument/2006/relationships/slide" Target="slides/slide3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Everything so far has been preparation — the plan, the Member Requirements, the Service-Level Agreement. This step admits an agency to the bus. It produces real configuration, and nobody types that configuration by hand: the agency applies, the operator admits it, and the join runs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Admitting a member produces two configuration artefacts. The subsystem is the member's identity on the bus — its member class, member code and subsystem code, the identifiers a call is routed by. The access-control list says which other members may call each of its services. Being on the bus does not mean everyone may call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same pattern admits every member, wrapped in a repeatable process. The Member Requirements confirm the agency is ready. The RACI names the body that approves. Admission records that decision. Registration writes the configuration. A conformance test is the gate, and then the first service goes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a join request whose member code has a space in it. The validator refuses it before anything reaches the bus, and says which characters a member key may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Second, the corrected request from the tertiary scholarship board, PTSB. The screen shows the exact files the join would write — its member configuration and the federation manifest — and nothing is written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Third, the operator tries to approve it with the decision reference left empty. Refused: admission is a committee decision, and the join cannot run ahead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CLIP: J3-join.mp4</a:t>
            </a:r>
          </a:p>
          <a:p/>
          <a:p>
            <a:r>
              <a:t>VO: Fourth, the operator enters the committee's minute reference and approves. The steps run themselves — the member and its server registered, its certificate, its service published, its access granted — and then a real call proves the backend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Fifth, the admission record the join leaves behind: the request, the decision reference that admitted it,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Sixth, the proof. The scholarship board is listed as a joined member, hosted on the learner registry's server. And the acceptance checks pass: the examination authority reaches its service, every other caller is refused, the response carries exactly the contract's fields, and the service is listed on the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Registration is not the last gate. Before its first service goes live, the member proves conformance against the standards portfolio: a self-assessment for routine services, a third-party check for high-risk ones, or the operator's own test suite. And it is re-tested every two years, and whenever a binding standard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admitting a member is where onboarding becomes configuration: a validated request, an approval that cites the committee's decision, a join that runs itself and proves itself with a real call, and a conformance test before the first service goes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Admit a member to the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An agency is admitted by a validated request and a recorded committee decision — then the join runs itself and proves itself with a real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 and a recorded demonstration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Everything so far was preparation. This step admits an agency.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agency applies, a validator checks it, the operator admits it by citing a decision.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Then the join runs itself — and proves itself with a real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Admission produces two configuration artefacts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SUBSYSTEM — WHO IT IS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member's registered identity on the bus.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Member class, member code, subsystem code — what the bus routes a call by.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ACCESS-CONTROL LIST — WHO MAY CALL IT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Which other members may call its services.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Granted deliberately, service by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Being on the bus does not mean everyone may call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pattern for every member, wrapped in a repeatable process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660" y="306324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99560" y="3063240"/>
            <a:ext cx="265175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66460" y="306324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33359" y="306324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00260" y="3063240"/>
            <a:ext cx="265176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6E96"/>
                </a:solidFill>
                <a:latin typeface="Arial"/>
              </a:rPr>
              <a:t>REQUIREMENTS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Is the agency ready?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154686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video 5.2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5268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6E9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RACI names who 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5268" y="4572000"/>
            <a:ext cx="154686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Module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2167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ADMISSION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The decision, recorded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2167" y="4572000"/>
            <a:ext cx="154686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video 5.4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9068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6E96"/>
                </a:solidFill>
                <a:latin typeface="Arial"/>
              </a:rPr>
              <a:t>REGISTRATION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configuration, written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068" y="4572000"/>
            <a:ext cx="154686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video 5.4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6E96"/>
                </a:solidFill>
                <a:latin typeface="Arial"/>
              </a:rPr>
              <a:t>CONFORMANCE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gate before going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5968" y="4572000"/>
            <a:ext cx="1546860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video 5.4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92868" y="1645920"/>
            <a:ext cx="1546860" cy="2834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6E96"/>
                </a:solidFill>
                <a:latin typeface="Arial"/>
              </a:rPr>
              <a:t>FIRST SERVICE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74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twentieth agency is admitted as cleanly as the second.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First: a member code with a space is refused</a:t>
            </a:r>
          </a:p>
        </p:txBody>
      </p:sp>
      <p:pic>
        <p:nvPicPr>
          <p:cNvPr id="4" name="kp-demo-evidence" descr="J0-re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14025"/>
            <a:ext cx="11247120" cy="1201349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member code with a space: refused before anything reaches the 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Second: the request, and the diff it would write</a:t>
            </a:r>
          </a:p>
        </p:txBody>
      </p:sp>
      <p:pic>
        <p:nvPicPr>
          <p:cNvPr id="4" name="kp-demo-evidence" descr="J1-subm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315902"/>
            <a:ext cx="11247120" cy="3997595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request and the exact diff it would write — nothing written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Third: approve without a minute — refused</a:t>
            </a:r>
          </a:p>
        </p:txBody>
      </p:sp>
      <p:pic>
        <p:nvPicPr>
          <p:cNvPr id="4" name="kp-demo-evidence" descr="J2-no-min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22581"/>
            <a:ext cx="11247120" cy="4384236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Approve without a minute reference: refused. Admission is a committee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Fourth: the join runs itself, then proves the backend answers</a:t>
            </a:r>
          </a:p>
        </p:txBody>
      </p:sp>
      <p:pic>
        <p:nvPicPr>
          <p:cNvPr id="4" name="kp-demo-evidence" descr="J3-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69" y="1097280"/>
            <a:ext cx="9664156" cy="4434840"/>
          </a:xfrm>
          <a:prstGeom prst="rect">
            <a:avLst/>
          </a:prstGeom>
          <a:ln w="12700">
            <a:solidFill>
              <a:srgbClr val="DDECF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Minute RIHA-2026-001 recorded: the steps run themselves, then a real call proves the backend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Fifth: the admission record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ourier New"/>
              </a:rPr>
              <a:t>$ cat onboarding/ptsb/01-admission.md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# Admission -- G1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The admission decision itself is taken outside this system (Ref Model §5.3's Steering Committee) -- this f…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Field | Value |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--- | --- |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Join request id | `2zNu5ioIviU` |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Decision reference | RIHA-2026-001 |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Approved at | 2026-09-30T18:11:08.786950+00:00 |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| Approving role | operator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admission record: which decision admitted PTSB, and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Sixth: on the bus, hosted, and proved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ourier New"/>
              </a:rPr>
              <a:t>$ scripts/member.sh list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KEY      ORIGIN     SERVER     UI              REST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plr      canonical  ss-plr     127.0.0.1:3000   127.0.0.1:3080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pnea     canonical  ss-pnea    127.0.0.1:2000   127.0.0.1:2080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pnia     canonical  ss-pnia    127.0.0.1:5100   127.0.0.1:5180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ptsb     joined     ss-plr     127.0.0.1:3000   127.0.0.1:3080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$ scripts/acceptance.sh --summary --only 2.7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2.7.1  PASS  join-api deploys and reports healthy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2.7.2  PASS  spec-fetcher reachable from join-api, admin :4000 (cs) NOT reachable from spec-fetcher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2.7.r1(PTSB.awards-api)  PASS  PROGRESSA/GOV/PNEA/EXAMS r1 call to awards-api reaches the backend (no X-Ro…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2.7.deny(PTSB.awards-api)  PASS  PROGRESSA/GOV/PNIA/IDENTITY (via its own SS ss-pnia) denied by the provid…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2.7.fields(PTSB.awards-api)  PASS  PROGRESSA/GOV/PNEA/EXAMS r1 call to awards-api carries exactly its cont…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2.7.catalogue(PTSB.awards-api)  PASS  PTSB's awards-api appears in GET /catalogue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Reachable by PNEA, refused to everyone else, exactly the contract's fields, listed on the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Conformance is the gate between registration and going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It proves it meets the standards portfolio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Its server, its certificates and its services do what the framework requires.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8544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895600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Checked in proportion to the risk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Self-assessment for the routine, a third-party check for high-risk, the operator's test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287011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328159"/>
            <a:ext cx="10984687" cy="1386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Not a certificate for life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Re-tested every two years, and on every change to a binding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step programmes skip in a hurry — and discover when one member's data breaks everyone's.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An agency is admitted by a validated request and a recorded decision — then the join runs itself, proves itself, and a conformance test gates its first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Generate the X-Road member registration (subsystem + ACL).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the subsystem registration and access-control list with [confirm] placeholders, and an onboarding checklist.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member and subsystem registration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X-Road access-control list configuration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Linkup demonstration federation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Admit a member to the 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