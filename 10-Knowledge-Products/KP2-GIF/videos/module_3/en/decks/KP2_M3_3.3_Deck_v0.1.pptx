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hangesInfos/changesInfo1.xml" ContentType="application/vnd.ms-powerpoint.changesinfo+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theme/theme5.xml" ContentType="application/vnd.openxmlformats-officedocument.theme+xml"/>
  <Override PartName="/ppt/theme/theme6.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48" r:id="rId4"/>
    <p:sldMasterId id="2147483709" r:id="rId5"/>
    <p:sldMasterId id="2147483713" r:id="rId6"/>
    <p:sldMasterId id="2147483691" r:id="rId7"/>
  </p:sldMasterIdLst>
  <p:notesMasterIdLst>
    <p:notesMasterId r:id="rId46"/>
  </p:notesMasterIdLst>
  <p:handoutMasterIdLst>
    <p:handoutMasterId r:id="rId47"/>
  </p:handoutMasterIdLst>
  <p:sldIdLst>
    <p:sldId id="2713" r:id="rId35"/>
    <p:sldId id="2714" r:id="rId36"/>
    <p:sldId id="2715" r:id="rId37"/>
    <p:sldId id="2716" r:id="rId38"/>
    <p:sldId id="2717" r:id="rId39"/>
    <p:sldId id="2718" r:id="rId40"/>
    <p:sldId id="2719" r:id="rId41"/>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A6A6A6"/>
    <a:srgbClr val="0083B3"/>
    <a:srgbClr val="9D26FF"/>
    <a:srgbClr val="0076A1"/>
    <a:srgbClr val="FFFFFF"/>
    <a:srgbClr val="009CD6"/>
    <a:srgbClr val="A5A5A5"/>
    <a:srgbClr val="757070"/>
    <a:srgbClr val="6F6F6E"/>
    <a:srgbClr val="F5FAFC"/>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BCBC4942-2EA4-48B8-A075-B5F2ABFFFDF6}" v="10" dt="2026-07-22T19:37:31.024"/>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995" autoAdjust="0"/>
    <p:restoredTop sz="94660"/>
  </p:normalViewPr>
  <p:slideViewPr>
    <p:cSldViewPr snapToGrid="0">
      <p:cViewPr varScale="1">
        <p:scale>
          <a:sx n="71" d="100"/>
          <a:sy n="71" d="100"/>
        </p:scale>
        <p:origin x="412" y="44"/>
      </p:cViewPr>
      <p:guideLst>
        <p:guide orient="horz" pos="2160"/>
        <p:guide pos="3840"/>
      </p:guideLst>
    </p:cSldViewPr>
  </p:slideViewPr>
  <p:notesTextViewPr>
    <p:cViewPr>
      <p:scale>
        <a:sx n="1" d="1"/>
        <a:sy n="1" d="1"/>
      </p:scale>
      <p:origin x="0" y="0"/>
    </p:cViewPr>
  </p:notesTextViewPr>
  <p:notesViewPr>
    <p:cSldViewPr snapToGrid="0">
      <p:cViewPr varScale="1">
        <p:scale>
          <a:sx n="124" d="100"/>
          <a:sy n="124" d="100"/>
        </p:scale>
        <p:origin x="4188" y="88"/>
      </p:cViewPr>
      <p:guideLst/>
    </p:cSldViewPr>
  </p:notes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Master" Target="slideMasters/slideMaster2.xml"/><Relationship Id="rId6" Type="http://schemas.openxmlformats.org/officeDocument/2006/relationships/slideMaster" Target="slideMasters/slideMaster3.xml"/><Relationship Id="rId7" Type="http://schemas.openxmlformats.org/officeDocument/2006/relationships/slideMaster" Target="slideMasters/slideMaster4.xml"/><Relationship Id="rId35" Type="http://schemas.openxmlformats.org/officeDocument/2006/relationships/slide" Target="slides/slide20.xml"/><Relationship Id="rId36" Type="http://schemas.openxmlformats.org/officeDocument/2006/relationships/slide" Target="slides/slide21.xml"/><Relationship Id="rId37" Type="http://schemas.openxmlformats.org/officeDocument/2006/relationships/slide" Target="slides/slide22.xml"/><Relationship Id="rId38" Type="http://schemas.openxmlformats.org/officeDocument/2006/relationships/slide" Target="slides/slide23.xml"/><Relationship Id="rId39" Type="http://schemas.openxmlformats.org/officeDocument/2006/relationships/slide" Target="slides/slide24.xml"/><Relationship Id="rId40" Type="http://schemas.openxmlformats.org/officeDocument/2006/relationships/slide" Target="slides/slide25.xml"/><Relationship Id="rId41" Type="http://schemas.openxmlformats.org/officeDocument/2006/relationships/slide" Target="slides/slide26.xml"/><Relationship Id="rId46" Type="http://schemas.openxmlformats.org/officeDocument/2006/relationships/notesMaster" Target="notesMasters/notesMaster1.xml"/><Relationship Id="rId47" Type="http://schemas.openxmlformats.org/officeDocument/2006/relationships/handoutMaster" Target="handoutMasters/handoutMaster1.xml"/><Relationship Id="rId48" Type="http://schemas.openxmlformats.org/officeDocument/2006/relationships/presProps" Target="presProps.xml"/><Relationship Id="rId49" Type="http://schemas.openxmlformats.org/officeDocument/2006/relationships/viewProps" Target="viewProps.xml"/><Relationship Id="rId50" Type="http://schemas.openxmlformats.org/officeDocument/2006/relationships/theme" Target="theme/theme1.xml"/><Relationship Id="rId51" Type="http://schemas.openxmlformats.org/officeDocument/2006/relationships/tableStyles" Target="tableStyles.xml"/><Relationship Id="rId52" Type="http://schemas.microsoft.com/office/2016/11/relationships/changesInfo" Target="changesInfos/changesInfo1.xml"/><Relationship Id="rId53" Type="http://schemas.microsoft.com/office/2015/10/relationships/revisionInfo" Target="revisionInfo.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Anselmino, Carolina" userId="5c3f6dd0-fb53-498d-9f5e-392bc2a3ffc7" providerId="ADAL" clId="{E38CDB5B-0F14-49C4-839B-AE81B7033013}"/>
    <pc:docChg chg="undo custSel addSld delSld modSld">
      <pc:chgData name="Anselmino, Carolina" userId="5c3f6dd0-fb53-498d-9f5e-392bc2a3ffc7" providerId="ADAL" clId="{E38CDB5B-0F14-49C4-839B-AE81B7033013}" dt="2026-07-22T19:37:31.024" v="702" actId="164"/>
      <pc:docMkLst>
        <pc:docMk/>
      </pc:docMkLst>
      <pc:sldChg chg="modSp mod">
        <pc:chgData name="Anselmino, Carolina" userId="5c3f6dd0-fb53-498d-9f5e-392bc2a3ffc7" providerId="ADAL" clId="{E38CDB5B-0F14-49C4-839B-AE81B7033013}" dt="2026-07-22T11:43:29.600" v="14" actId="1076"/>
        <pc:sldMkLst>
          <pc:docMk/>
          <pc:sldMk cId="1405143857" sldId="280"/>
        </pc:sldMkLst>
        <pc:spChg chg="mod">
          <ac:chgData name="Anselmino, Carolina" userId="5c3f6dd0-fb53-498d-9f5e-392bc2a3ffc7" providerId="ADAL" clId="{E38CDB5B-0F14-49C4-839B-AE81B7033013}" dt="2026-07-22T11:43:19.760" v="12" actId="1076"/>
          <ac:spMkLst>
            <pc:docMk/>
            <pc:sldMk cId="1405143857" sldId="280"/>
            <ac:spMk id="45" creationId="{1FF21F3A-03EB-4BF7-B952-9FA7182F69DE}"/>
          </ac:spMkLst>
        </pc:spChg>
        <pc:grpChg chg="mod">
          <ac:chgData name="Anselmino, Carolina" userId="5c3f6dd0-fb53-498d-9f5e-392bc2a3ffc7" providerId="ADAL" clId="{E38CDB5B-0F14-49C4-839B-AE81B7033013}" dt="2026-07-22T11:43:29.600" v="14" actId="1076"/>
          <ac:grpSpMkLst>
            <pc:docMk/>
            <pc:sldMk cId="1405143857" sldId="280"/>
            <ac:grpSpMk id="44" creationId="{B8FF808C-B389-4C00-87CD-F61A6779EE7C}"/>
          </ac:grpSpMkLst>
        </pc:grpChg>
      </pc:sldChg>
      <pc:sldChg chg="addSp delSp modSp mod">
        <pc:chgData name="Anselmino, Carolina" userId="5c3f6dd0-fb53-498d-9f5e-392bc2a3ffc7" providerId="ADAL" clId="{E38CDB5B-0F14-49C4-839B-AE81B7033013}" dt="2026-07-22T19:37:31.024" v="702" actId="164"/>
        <pc:sldMkLst>
          <pc:docMk/>
          <pc:sldMk cId="1196800265" sldId="2681"/>
        </pc:sldMkLst>
        <pc:spChg chg="mod">
          <ac:chgData name="Anselmino, Carolina" userId="5c3f6dd0-fb53-498d-9f5e-392bc2a3ffc7" providerId="ADAL" clId="{E38CDB5B-0F14-49C4-839B-AE81B7033013}" dt="2026-07-22T11:44:01.404" v="22" actId="12788"/>
          <ac:spMkLst>
            <pc:docMk/>
            <pc:sldMk cId="1196800265" sldId="2681"/>
            <ac:spMk id="9" creationId="{A74A033E-F2C4-63F1-935E-B0E00C34458D}"/>
          </ac:spMkLst>
        </pc:spChg>
        <pc:spChg chg="mod">
          <ac:chgData name="Anselmino, Carolina" userId="5c3f6dd0-fb53-498d-9f5e-392bc2a3ffc7" providerId="ADAL" clId="{E38CDB5B-0F14-49C4-839B-AE81B7033013}" dt="2026-07-22T11:46:41.299" v="210" actId="20577"/>
          <ac:spMkLst>
            <pc:docMk/>
            <pc:sldMk cId="1196800265" sldId="2681"/>
            <ac:spMk id="12" creationId="{EEB08032-CE0E-4986-AEDF-A41026C0E8B9}"/>
          </ac:spMkLst>
        </pc:spChg>
        <pc:spChg chg="add mod">
          <ac:chgData name="Anselmino, Carolina" userId="5c3f6dd0-fb53-498d-9f5e-392bc2a3ffc7" providerId="ADAL" clId="{E38CDB5B-0F14-49C4-839B-AE81B7033013}" dt="2026-07-22T11:46:31.178" v="195" actId="20577"/>
          <ac:spMkLst>
            <pc:docMk/>
            <pc:sldMk cId="1196800265" sldId="2681"/>
            <ac:spMk id="14" creationId="{B5087B80-3EE4-1881-0130-ED58CA625092}"/>
          </ac:spMkLst>
        </pc:spChg>
        <pc:spChg chg="add mod">
          <ac:chgData name="Anselmino, Carolina" userId="5c3f6dd0-fb53-498d-9f5e-392bc2a3ffc7" providerId="ADAL" clId="{E38CDB5B-0F14-49C4-839B-AE81B7033013}" dt="2026-07-22T11:51:15.375" v="432" actId="20577"/>
          <ac:spMkLst>
            <pc:docMk/>
            <pc:sldMk cId="1196800265" sldId="2681"/>
            <ac:spMk id="17" creationId="{5E8796F7-DD26-D250-5E97-B38B22298E72}"/>
          </ac:spMkLst>
        </pc:spChg>
        <pc:spChg chg="add mod">
          <ac:chgData name="Anselmino, Carolina" userId="5c3f6dd0-fb53-498d-9f5e-392bc2a3ffc7" providerId="ADAL" clId="{E38CDB5B-0F14-49C4-839B-AE81B7033013}" dt="2026-07-22T19:37:31.024" v="702" actId="164"/>
          <ac:spMkLst>
            <pc:docMk/>
            <pc:sldMk cId="1196800265" sldId="2681"/>
            <ac:spMk id="19" creationId="{352ECD8B-4B24-AB9F-BF07-5E33A295F52D}"/>
          </ac:spMkLst>
        </pc:spChg>
        <pc:grpChg chg="add mod">
          <ac:chgData name="Anselmino, Carolina" userId="5c3f6dd0-fb53-498d-9f5e-392bc2a3ffc7" providerId="ADAL" clId="{E38CDB5B-0F14-49C4-839B-AE81B7033013}" dt="2026-07-22T19:37:31.024" v="702" actId="164"/>
          <ac:grpSpMkLst>
            <pc:docMk/>
            <pc:sldMk cId="1196800265" sldId="2681"/>
            <ac:grpSpMk id="8" creationId="{759E7638-035C-C837-D321-A8C06D48B5DC}"/>
          </ac:grpSpMkLst>
        </pc:grpChg>
        <pc:grpChg chg="add mod">
          <ac:chgData name="Anselmino, Carolina" userId="5c3f6dd0-fb53-498d-9f5e-392bc2a3ffc7" providerId="ADAL" clId="{E38CDB5B-0F14-49C4-839B-AE81B7033013}" dt="2026-07-22T19:37:31.024" v="702" actId="164"/>
          <ac:grpSpMkLst>
            <pc:docMk/>
            <pc:sldMk cId="1196800265" sldId="2681"/>
            <ac:grpSpMk id="20" creationId="{0D0761BD-2F2F-6D79-B3EF-A531E092890D}"/>
          </ac:grpSpMkLst>
        </pc:grpChg>
        <pc:picChg chg="add del">
          <ac:chgData name="Anselmino, Carolina" userId="5c3f6dd0-fb53-498d-9f5e-392bc2a3ffc7" providerId="ADAL" clId="{E38CDB5B-0F14-49C4-839B-AE81B7033013}" dt="2026-07-22T11:42:32.545" v="4" actId="478"/>
          <ac:picMkLst>
            <pc:docMk/>
            <pc:sldMk cId="1196800265" sldId="2681"/>
            <ac:picMk id="3" creationId="{49CB780D-15A3-48FD-506A-45097B8C84EF}"/>
          </ac:picMkLst>
        </pc:picChg>
        <pc:picChg chg="add mod">
          <ac:chgData name="Anselmino, Carolina" userId="5c3f6dd0-fb53-498d-9f5e-392bc2a3ffc7" providerId="ADAL" clId="{E38CDB5B-0F14-49C4-839B-AE81B7033013}" dt="2026-07-22T11:42:43.855" v="6" actId="1076"/>
          <ac:picMkLst>
            <pc:docMk/>
            <pc:sldMk cId="1196800265" sldId="2681"/>
            <ac:picMk id="4" creationId="{69007BE6-4165-6B9F-CABD-19BC8B326D8F}"/>
          </ac:picMkLst>
        </pc:picChg>
        <pc:picChg chg="add del mod">
          <ac:chgData name="Anselmino, Carolina" userId="5c3f6dd0-fb53-498d-9f5e-392bc2a3ffc7" providerId="ADAL" clId="{E38CDB5B-0F14-49C4-839B-AE81B7033013}" dt="2026-07-22T11:43:03.472" v="10" actId="478"/>
          <ac:picMkLst>
            <pc:docMk/>
            <pc:sldMk cId="1196800265" sldId="2681"/>
            <ac:picMk id="6" creationId="{7BDA84B0-A315-5710-DC3F-3108F335D58B}"/>
          </ac:picMkLst>
        </pc:picChg>
        <pc:picChg chg="mod modCrop">
          <ac:chgData name="Anselmino, Carolina" userId="5c3f6dd0-fb53-498d-9f5e-392bc2a3ffc7" providerId="ADAL" clId="{E38CDB5B-0F14-49C4-839B-AE81B7033013}" dt="2026-07-22T11:36:58.998" v="2" actId="732"/>
          <ac:picMkLst>
            <pc:docMk/>
            <pc:sldMk cId="1196800265" sldId="2681"/>
            <ac:picMk id="7" creationId="{A2066351-C569-4C4C-A096-308777FCDC32}"/>
          </ac:picMkLst>
        </pc:picChg>
        <pc:picChg chg="mod">
          <ac:chgData name="Anselmino, Carolina" userId="5c3f6dd0-fb53-498d-9f5e-392bc2a3ffc7" providerId="ADAL" clId="{E38CDB5B-0F14-49C4-839B-AE81B7033013}" dt="2026-07-22T11:44:01.404" v="22" actId="12788"/>
          <ac:picMkLst>
            <pc:docMk/>
            <pc:sldMk cId="1196800265" sldId="2681"/>
            <ac:picMk id="10" creationId="{D4EAC1CC-FDEC-CB2B-4814-426FB9337D67}"/>
          </ac:picMkLst>
        </pc:picChg>
        <pc:cxnChg chg="mod">
          <ac:chgData name="Anselmino, Carolina" userId="5c3f6dd0-fb53-498d-9f5e-392bc2a3ffc7" providerId="ADAL" clId="{E38CDB5B-0F14-49C4-839B-AE81B7033013}" dt="2026-07-22T11:46:16.310" v="179" actId="14100"/>
          <ac:cxnSpMkLst>
            <pc:docMk/>
            <pc:sldMk cId="1196800265" sldId="2681"/>
            <ac:cxnSpMk id="11" creationId="{D9AD66F2-F7C0-4D03-9150-D28F17AC561D}"/>
          </ac:cxnSpMkLst>
        </pc:cxnChg>
      </pc:sldChg>
      <pc:sldChg chg="del">
        <pc:chgData name="Anselmino, Carolina" userId="5c3f6dd0-fb53-498d-9f5e-392bc2a3ffc7" providerId="ADAL" clId="{E38CDB5B-0F14-49C4-839B-AE81B7033013}" dt="2026-07-22T19:26:38.574" v="665" actId="47"/>
        <pc:sldMkLst>
          <pc:docMk/>
          <pc:sldMk cId="1763900471" sldId="2682"/>
        </pc:sldMkLst>
      </pc:sldChg>
      <pc:sldChg chg="del">
        <pc:chgData name="Anselmino, Carolina" userId="5c3f6dd0-fb53-498d-9f5e-392bc2a3ffc7" providerId="ADAL" clId="{E38CDB5B-0F14-49C4-839B-AE81B7033013}" dt="2026-07-22T19:26:35.304" v="664" actId="47"/>
        <pc:sldMkLst>
          <pc:docMk/>
          <pc:sldMk cId="1891845127" sldId="2685"/>
        </pc:sldMkLst>
      </pc:sldChg>
      <pc:sldChg chg="add del">
        <pc:chgData name="Anselmino, Carolina" userId="5c3f6dd0-fb53-498d-9f5e-392bc2a3ffc7" providerId="ADAL" clId="{E38CDB5B-0F14-49C4-839B-AE81B7033013}" dt="2026-07-22T15:50:00.267" v="434" actId="47"/>
        <pc:sldMkLst>
          <pc:docMk/>
          <pc:sldMk cId="2459501262" sldId="2695"/>
        </pc:sldMkLst>
      </pc:sldChg>
      <pc:sldChg chg="modSp add mod">
        <pc:chgData name="Anselmino, Carolina" userId="5c3f6dd0-fb53-498d-9f5e-392bc2a3ffc7" providerId="ADAL" clId="{E38CDB5B-0F14-49C4-839B-AE81B7033013}" dt="2026-07-22T19:17:50.009" v="663" actId="14100"/>
        <pc:sldMkLst>
          <pc:docMk/>
          <pc:sldMk cId="2895905977" sldId="2695"/>
        </pc:sldMkLst>
        <pc:spChg chg="mod">
          <ac:chgData name="Anselmino, Carolina" userId="5c3f6dd0-fb53-498d-9f5e-392bc2a3ffc7" providerId="ADAL" clId="{E38CDB5B-0F14-49C4-839B-AE81B7033013}" dt="2026-07-22T15:51:46.203" v="494" actId="20577"/>
          <ac:spMkLst>
            <pc:docMk/>
            <pc:sldMk cId="2895905977" sldId="2695"/>
            <ac:spMk id="5" creationId="{05ECEA81-427F-77E6-3A96-077D430CC49C}"/>
          </ac:spMkLst>
        </pc:spChg>
        <pc:spChg chg="mod">
          <ac:chgData name="Anselmino, Carolina" userId="5c3f6dd0-fb53-498d-9f5e-392bc2a3ffc7" providerId="ADAL" clId="{E38CDB5B-0F14-49C4-839B-AE81B7033013}" dt="2026-07-22T19:17:50.009" v="663" actId="14100"/>
          <ac:spMkLst>
            <pc:docMk/>
            <pc:sldMk cId="2895905977" sldId="2695"/>
            <ac:spMk id="6" creationId="{F5AB7147-07E3-D061-CD69-902D615A346F}"/>
          </ac:spMkLst>
        </pc:spChg>
        <pc:spChg chg="mod">
          <ac:chgData name="Anselmino, Carolina" userId="5c3f6dd0-fb53-498d-9f5e-392bc2a3ffc7" providerId="ADAL" clId="{E38CDB5B-0F14-49C4-839B-AE81B7033013}" dt="2026-07-22T15:52:40.119" v="519" actId="14100"/>
          <ac:spMkLst>
            <pc:docMk/>
            <pc:sldMk cId="2895905977" sldId="2695"/>
            <ac:spMk id="7" creationId="{645C8C6B-29A8-B1C0-3772-5822CAB07F15}"/>
          </ac:spMkLst>
        </pc:spChg>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6.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6BE192EA-4FB5-417A-96F6-B3058A54ABC4}"/>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875D5479-0008-4BFD-BE18-7442B169130D}"/>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A472114D-3A05-4B20-822E-8261653B33D2}" type="datetimeFigureOut">
              <a:rPr lang="en-US" smtClean="0"/>
              <a:t>7/22/2026</a:t>
            </a:fld>
            <a:endParaRPr lang="en-US"/>
          </a:p>
        </p:txBody>
      </p:sp>
      <p:sp>
        <p:nvSpPr>
          <p:cNvPr id="4" name="Footer Placeholder 3">
            <a:extLst>
              <a:ext uri="{FF2B5EF4-FFF2-40B4-BE49-F238E27FC236}">
                <a16:creationId xmlns:a16="http://schemas.microsoft.com/office/drawing/2014/main" id="{EABD4BE7-9FD8-4D10-87DD-2B2BC23B46EC}"/>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F10342B2-B657-4BF5-B0C4-8D3FD65073D3}"/>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91E5079B-D1F0-49DB-8DFB-E06CD09EC17E}" type="slidenum">
              <a:rPr lang="en-US" smtClean="0"/>
              <a:t>‹#›</a:t>
            </a:fld>
            <a:endParaRPr lang="en-US"/>
          </a:p>
        </p:txBody>
      </p:sp>
    </p:spTree>
    <p:extLst>
      <p:ext uri="{BB962C8B-B14F-4D97-AF65-F5344CB8AC3E}">
        <p14:creationId xmlns:p14="http://schemas.microsoft.com/office/powerpoint/2010/main" val="4200547298"/>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5.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14F008D2-43B4-45EB-8E80-36DCF9CD046D}" type="datetimeFigureOut">
              <a:rPr lang="en-US" smtClean="0"/>
              <a:t>7/22/2026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6A8591F-50F3-4C40-9DA2-D793276CC051}" type="slidenum">
              <a:rPr lang="en-US" smtClean="0"/>
              <a:t>‹#›</a:t>
            </a:fld>
            <a:endParaRPr lang="en-US"/>
          </a:p>
        </p:txBody>
      </p:sp>
    </p:spTree>
    <p:extLst>
      <p:ext uri="{BB962C8B-B14F-4D97-AF65-F5344CB8AC3E}">
        <p14:creationId xmlns:p14="http://schemas.microsoft.com/office/powerpoint/2010/main" val="77999493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RACI names four roles for any decision. Responsible — who does the work. Accountable — who owns the decision; and the iron rule is exactly one Accountable, never two. Consulted — who must be asked before the decision. Informed — who is told after. The whole discipline rests on that one rule: one Accountable per decision. The most common governance failure is two bodies both thinking they are Accountable, which produces deadlock, or none, which produces drift.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With three governing tiers, an Operating Authority and many member agencies, the question that derails interoperability is rarely 'can we do this technically?'. It is 'who decides?'. Two bodies both believe they are in charge of admitting a new member, or no one is, and a simple onboarding becomes a three-month turf fight. The RACI matrix is the cheap insurance against exactly that. It is one page that says, for each kind of decision, who decides and who does what.</a:t>
            </a:r>
          </a:p>
          <a:p/>
          <a:p>
            <a:r>
              <a:t>Retrieval prompt — ask before playing on: when a new agency joins, the Operating Authority does the onboarding work. Does that make it the body Accountable for the decision? Answer on the worked-row slide: no — it is Responsible; the Steering Committee is Accountable.</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Title card — the cold open. The hosts name the module, the video number, the title and the single message on this slide; no scripted narration. Hold until the opener begins; the opener is narrated on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You do not map every decision — just the handful that recur and cause friction. Admitting a new member. Approving a technical standard. Authorising a new data exchange. Resolving a dispute between two members. Changing or retiring a standard. Suspending a member that breaks the rules. For each of these, write down which body is Accountable, who is Responsible, who must be Consulted, and who is Informed. And two rows the regulator-operator split makes visible: publishing the reference architecture and the compliance checklist — the regulator is Accountable and Responsible, the operator Consulted, the members Informed — and, its mirror image, operating the platform and onboarding members, where the operator is Accountable and the regulator merely Consulted. Write both, and the split is no longer a principle but a matrix.</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Take one row, worked through. Admitting a new member: the Operating Authority is Responsible — it does the onboarding. The Steering Committee is Accountable — it approves. The relevant Technical Working Group is Consulted — it checks the agency is ready. The Strategic Council is Informed. Write that single row down once, agree it, and the next agency that wants to join follows a known process instead of starting a fresh negotiation about who is allowed to say yes.</a:t>
            </a:r>
          </a:p>
          <a:p/>
          <a:p>
            <a:r>
              <a:t>VO: The value of the matrix is that you settle these questions before the dispute, not during it. A turf fight resolved by pointing at an agreed matrix is a five-minute conversation. The same fight with no matrix is a months-long escalation that burns the political capital you needed for harder things. A RACI is only words on a page — but it is the words that stop the fights.</a:t>
            </a:r>
          </a:p>
          <a:p/>
          <a:p>
            <a:r>
              <a:t>Production cue: the pivotal slide of this video, and it answers the retrieval prompt set on the opener. Reveal the cells left to right. Hold it a beat longer.</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PRACTICE BOX (on-screen only — never read it, never paraphrase it, never point at it). It replaces the narrated handoff: this video ends on the recap and the Sources slide.</a:t>
            </a:r>
          </a:p>
          <a:p/>
          <a:p>
            <a:r>
              <a:t>VO: So the RACI matrix is the third piece of the Governance Pack. Map the handful of recurring decisions, give each exactly one Accountable body, and record who is Responsible, Consulted and Informed. It is quick to draft and it prevents the slow, expensive disputes that quietly stall interoperability frameworks. Agree it before the first member joins, while it is still abstract and uncontested.</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slide, held ~5 seconds at the end of the video. Links are compiled into the YouTube description per ITU convention; no URLs read aloud.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Grey margin-Content with Caption (White bg)">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2CF752D4-D41F-48C8-BC93-770A10B9CEFC}"/>
              </a:ext>
            </a:extLst>
          </p:cNvPr>
          <p:cNvSpPr>
            <a:spLocks noGrp="1"/>
          </p:cNvSpPr>
          <p:nvPr>
            <p:ph type="body" sz="half" idx="2" hasCustomPrompt="1"/>
          </p:nvPr>
        </p:nvSpPr>
        <p:spPr>
          <a:xfrm>
            <a:off x="728691" y="1959151"/>
            <a:ext cx="4090872" cy="4200245"/>
          </a:xfrm>
        </p:spPr>
        <p:txBody>
          <a:bodyPr>
            <a:noAutofit/>
          </a:bodyPr>
          <a:lstStyle>
            <a:lvl1pPr marL="0" indent="0">
              <a:lnSpc>
                <a:spcPts val="2400"/>
              </a:lnSpc>
              <a:buNone/>
              <a:defRPr sz="1800" spc="20" baseline="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
        <p:nvSpPr>
          <p:cNvPr id="13" name="Text Placeholder 3">
            <a:extLst>
              <a:ext uri="{FF2B5EF4-FFF2-40B4-BE49-F238E27FC236}">
                <a16:creationId xmlns:a16="http://schemas.microsoft.com/office/drawing/2014/main" id="{3E0F6D26-4165-4298-B9DF-69A0CA57C654}"/>
              </a:ext>
            </a:extLst>
          </p:cNvPr>
          <p:cNvSpPr>
            <a:spLocks noGrp="1"/>
          </p:cNvSpPr>
          <p:nvPr>
            <p:ph type="body" sz="half" idx="14" hasCustomPrompt="1"/>
          </p:nvPr>
        </p:nvSpPr>
        <p:spPr>
          <a:xfrm>
            <a:off x="5018432" y="1959150"/>
            <a:ext cx="4090872" cy="4200245"/>
          </a:xfrm>
        </p:spPr>
        <p:txBody>
          <a:bodyPr>
            <a:noAutofit/>
          </a:bodyPr>
          <a:lstStyle>
            <a:lvl1pPr marL="0" indent="0">
              <a:lnSpc>
                <a:spcPts val="2400"/>
              </a:lnSpc>
              <a:buNone/>
              <a:defRPr sz="1800" spc="20" baseline="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
        <p:nvSpPr>
          <p:cNvPr id="17" name="Title 1">
            <a:extLst>
              <a:ext uri="{FF2B5EF4-FFF2-40B4-BE49-F238E27FC236}">
                <a16:creationId xmlns:a16="http://schemas.microsoft.com/office/drawing/2014/main" id="{CED336FC-6E45-4A2D-A5AB-BE24E693E093}"/>
              </a:ext>
            </a:extLst>
          </p:cNvPr>
          <p:cNvSpPr>
            <a:spLocks noGrp="1"/>
          </p:cNvSpPr>
          <p:nvPr>
            <p:ph type="title" hasCustomPrompt="1"/>
          </p:nvPr>
        </p:nvSpPr>
        <p:spPr>
          <a:xfrm>
            <a:off x="728691" y="1265849"/>
            <a:ext cx="9051731" cy="502882"/>
          </a:xfrm>
          <a:prstGeom prst="rect">
            <a:avLst/>
          </a:prstGeom>
        </p:spPr>
        <p:txBody>
          <a:bodyPr>
            <a:noAutofit/>
          </a:bodyPr>
          <a:lstStyle>
            <a:lvl1pPr>
              <a:defRPr sz="2800"/>
            </a:lvl1pPr>
          </a:lstStyle>
          <a:p>
            <a:pPr lvl="0"/>
            <a:r>
              <a:rPr lang="en-US" dirty="0"/>
              <a:t>Click to edit Master text styles</a:t>
            </a:r>
          </a:p>
        </p:txBody>
      </p:sp>
      <p:cxnSp>
        <p:nvCxnSpPr>
          <p:cNvPr id="8" name="Straight Connector 7">
            <a:extLst>
              <a:ext uri="{FF2B5EF4-FFF2-40B4-BE49-F238E27FC236}">
                <a16:creationId xmlns:a16="http://schemas.microsoft.com/office/drawing/2014/main" id="{20EB37B9-0614-41D6-8AFE-EB91B451A9F5}"/>
              </a:ext>
            </a:extLst>
          </p:cNvPr>
          <p:cNvCxnSpPr/>
          <p:nvPr userDrawn="1"/>
        </p:nvCxnSpPr>
        <p:spPr>
          <a:xfrm>
            <a:off x="614783"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9" name="Text Placeholder 3">
            <a:extLst>
              <a:ext uri="{FF2B5EF4-FFF2-40B4-BE49-F238E27FC236}">
                <a16:creationId xmlns:a16="http://schemas.microsoft.com/office/drawing/2014/main" id="{CFE8CDBB-5A4D-4444-85CC-7578EF050F69}"/>
              </a:ext>
            </a:extLst>
          </p:cNvPr>
          <p:cNvSpPr>
            <a:spLocks noGrp="1"/>
          </p:cNvSpPr>
          <p:nvPr>
            <p:ph type="body" sz="quarter" idx="12" hasCustomPrompt="1"/>
          </p:nvPr>
        </p:nvSpPr>
        <p:spPr>
          <a:xfrm>
            <a:off x="614783"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718176021"/>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wo column - Title column">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A8D6A0DE-A965-4E02-8A8B-981E2FDE590E}"/>
              </a:ext>
            </a:extLst>
          </p:cNvPr>
          <p:cNvSpPr>
            <a:spLocks noGrp="1"/>
          </p:cNvSpPr>
          <p:nvPr>
            <p:ph type="body" idx="1"/>
          </p:nvPr>
        </p:nvSpPr>
        <p:spPr>
          <a:xfrm>
            <a:off x="728687" y="1994663"/>
            <a:ext cx="4860830" cy="496095"/>
          </a:xfrm>
        </p:spPr>
        <p:txBody>
          <a:bodyPr anchor="t">
            <a:noAutofit/>
          </a:bodyPr>
          <a:lstStyle>
            <a:lvl1pPr marL="0" indent="0">
              <a:lnSpc>
                <a:spcPts val="2400"/>
              </a:lnSpc>
              <a:buNone/>
              <a:defRPr sz="1800" b="0" spc="30"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2B820F59-7539-405E-B005-C5C92782E908}"/>
              </a:ext>
            </a:extLst>
          </p:cNvPr>
          <p:cNvSpPr>
            <a:spLocks noGrp="1"/>
          </p:cNvSpPr>
          <p:nvPr>
            <p:ph sz="half" idx="2" hasCustomPrompt="1"/>
          </p:nvPr>
        </p:nvSpPr>
        <p:spPr>
          <a:xfrm>
            <a:off x="728687" y="2490758"/>
            <a:ext cx="4860830" cy="3445987"/>
          </a:xfrm>
        </p:spPr>
        <p:txBody>
          <a:bodyPr>
            <a:noAutofit/>
          </a:bodyPr>
          <a:lstStyle>
            <a:lvl1pPr marL="228600" indent="-137160">
              <a:lnSpc>
                <a:spcPts val="2400"/>
              </a:lnSpc>
              <a:buClr>
                <a:srgbClr val="009CD6"/>
              </a:buClr>
              <a:buSzPct val="104000"/>
              <a:buFont typeface="Arial" panose="020B0604020202020204" pitchFamily="34" charset="0"/>
              <a:buChar char="•"/>
              <a:defRPr sz="1800" spc="30" baseline="0"/>
            </a:lvl1pPr>
            <a:lvl2pPr marL="685800" indent="-137160">
              <a:lnSpc>
                <a:spcPts val="2400"/>
              </a:lnSpc>
              <a:buClr>
                <a:srgbClr val="009CD6"/>
              </a:buClr>
              <a:buFont typeface="Arial" panose="020B0604020202020204" pitchFamily="34" charset="0"/>
              <a:buChar char="•"/>
              <a:defRPr sz="1800" spc="30" baseline="0"/>
            </a:lvl2pPr>
          </a:lstStyle>
          <a:p>
            <a:pPr lvl="0"/>
            <a:r>
              <a:rPr lang="en-US" dirty="0"/>
              <a:t>Second level</a:t>
            </a:r>
          </a:p>
          <a:p>
            <a:pPr lvl="1"/>
            <a:r>
              <a:rPr lang="en-US" dirty="0"/>
              <a:t>Third level</a:t>
            </a:r>
          </a:p>
        </p:txBody>
      </p:sp>
      <p:sp>
        <p:nvSpPr>
          <p:cNvPr id="17" name="Text Placeholder 2">
            <a:extLst>
              <a:ext uri="{FF2B5EF4-FFF2-40B4-BE49-F238E27FC236}">
                <a16:creationId xmlns:a16="http://schemas.microsoft.com/office/drawing/2014/main" id="{9AE6D208-1F00-412A-86E9-1A7081F56572}"/>
              </a:ext>
            </a:extLst>
          </p:cNvPr>
          <p:cNvSpPr>
            <a:spLocks noGrp="1"/>
          </p:cNvSpPr>
          <p:nvPr>
            <p:ph type="body" idx="10"/>
          </p:nvPr>
        </p:nvSpPr>
        <p:spPr>
          <a:xfrm>
            <a:off x="5892510" y="1994663"/>
            <a:ext cx="4751106" cy="496095"/>
          </a:xfrm>
        </p:spPr>
        <p:txBody>
          <a:bodyPr anchor="t">
            <a:noAutofit/>
          </a:bodyPr>
          <a:lstStyle>
            <a:lvl1pPr marL="0" indent="0">
              <a:lnSpc>
                <a:spcPts val="2400"/>
              </a:lnSpc>
              <a:buNone/>
              <a:defRPr sz="1800" b="0" spc="30"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8" name="Content Placeholder 3">
            <a:extLst>
              <a:ext uri="{FF2B5EF4-FFF2-40B4-BE49-F238E27FC236}">
                <a16:creationId xmlns:a16="http://schemas.microsoft.com/office/drawing/2014/main" id="{B8B83478-806A-4C07-A7A7-0CDF7E621EB5}"/>
              </a:ext>
            </a:extLst>
          </p:cNvPr>
          <p:cNvSpPr>
            <a:spLocks noGrp="1"/>
          </p:cNvSpPr>
          <p:nvPr>
            <p:ph sz="half" idx="11" hasCustomPrompt="1"/>
          </p:nvPr>
        </p:nvSpPr>
        <p:spPr>
          <a:xfrm>
            <a:off x="5892510" y="2490758"/>
            <a:ext cx="4751106" cy="3445987"/>
          </a:xfrm>
        </p:spPr>
        <p:txBody>
          <a:bodyPr>
            <a:noAutofit/>
          </a:bodyPr>
          <a:lstStyle>
            <a:lvl1pPr marL="228600" indent="-137160">
              <a:lnSpc>
                <a:spcPts val="2400"/>
              </a:lnSpc>
              <a:buClr>
                <a:srgbClr val="009CD6"/>
              </a:buClr>
              <a:buSzPct val="104000"/>
              <a:buFont typeface="Arial" panose="020B0604020202020204" pitchFamily="34" charset="0"/>
              <a:buChar char="•"/>
              <a:defRPr sz="1800" spc="30" baseline="0"/>
            </a:lvl1pPr>
            <a:lvl2pPr marL="685800" indent="-137160">
              <a:lnSpc>
                <a:spcPts val="2400"/>
              </a:lnSpc>
              <a:buClr>
                <a:srgbClr val="009CD6"/>
              </a:buClr>
              <a:buFont typeface="Arial" panose="020B0604020202020204" pitchFamily="34" charset="0"/>
              <a:buChar char="•"/>
              <a:defRPr sz="1800" spc="30" baseline="0"/>
            </a:lvl2pPr>
          </a:lstStyle>
          <a:p>
            <a:pPr lvl="0"/>
            <a:r>
              <a:rPr lang="en-US" dirty="0"/>
              <a:t>Second level</a:t>
            </a:r>
          </a:p>
          <a:p>
            <a:pPr lvl="1"/>
            <a:r>
              <a:rPr lang="en-US" dirty="0"/>
              <a:t>Third level</a:t>
            </a:r>
          </a:p>
        </p:txBody>
      </p:sp>
      <p:sp>
        <p:nvSpPr>
          <p:cNvPr id="13" name="Title 1">
            <a:extLst>
              <a:ext uri="{FF2B5EF4-FFF2-40B4-BE49-F238E27FC236}">
                <a16:creationId xmlns:a16="http://schemas.microsoft.com/office/drawing/2014/main" id="{20A48B77-BCF1-4349-8EF0-B33A1789375A}"/>
              </a:ext>
            </a:extLst>
          </p:cNvPr>
          <p:cNvSpPr>
            <a:spLocks noGrp="1"/>
          </p:cNvSpPr>
          <p:nvPr>
            <p:ph type="title" hasCustomPrompt="1"/>
          </p:nvPr>
        </p:nvSpPr>
        <p:spPr>
          <a:xfrm>
            <a:off x="728687" y="1238515"/>
            <a:ext cx="9914929" cy="635902"/>
          </a:xfrm>
          <a:prstGeom prst="rect">
            <a:avLst/>
          </a:prstGeom>
        </p:spPr>
        <p:txBody>
          <a:bodyPr>
            <a:noAutofit/>
          </a:bodyPr>
          <a:lstStyle>
            <a:lvl1pPr>
              <a:defRPr sz="2800"/>
            </a:lvl1pPr>
          </a:lstStyle>
          <a:p>
            <a:pPr lvl="0"/>
            <a:r>
              <a:rPr lang="en-US" dirty="0"/>
              <a:t>Click to edit Master text styles</a:t>
            </a:r>
          </a:p>
        </p:txBody>
      </p:sp>
      <p:cxnSp>
        <p:nvCxnSpPr>
          <p:cNvPr id="11" name="Straight Connector 10">
            <a:extLst>
              <a:ext uri="{FF2B5EF4-FFF2-40B4-BE49-F238E27FC236}">
                <a16:creationId xmlns:a16="http://schemas.microsoft.com/office/drawing/2014/main" id="{CCE4054A-3251-41A6-8BA5-67C64EF3E610}"/>
              </a:ext>
            </a:extLst>
          </p:cNvPr>
          <p:cNvCxnSpPr/>
          <p:nvPr userDrawn="1"/>
        </p:nvCxnSpPr>
        <p:spPr>
          <a:xfrm>
            <a:off x="614780"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2" name="Text Placeholder 3">
            <a:extLst>
              <a:ext uri="{FF2B5EF4-FFF2-40B4-BE49-F238E27FC236}">
                <a16:creationId xmlns:a16="http://schemas.microsoft.com/office/drawing/2014/main" id="{F8E1AD81-2712-4CFB-B585-60CDC561D6F4}"/>
              </a:ext>
            </a:extLst>
          </p:cNvPr>
          <p:cNvSpPr>
            <a:spLocks noGrp="1"/>
          </p:cNvSpPr>
          <p:nvPr>
            <p:ph type="body" sz="quarter" idx="12" hasCustomPrompt="1"/>
          </p:nvPr>
        </p:nvSpPr>
        <p:spPr>
          <a:xfrm>
            <a:off x="614780"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88038879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wo column bullet list">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DC078E5A-AB76-4634-8AD9-64C991C6FC02}"/>
              </a:ext>
            </a:extLst>
          </p:cNvPr>
          <p:cNvSpPr>
            <a:spLocks noGrp="1"/>
          </p:cNvSpPr>
          <p:nvPr>
            <p:ph sz="half" idx="1" hasCustomPrompt="1"/>
          </p:nvPr>
        </p:nvSpPr>
        <p:spPr>
          <a:xfrm>
            <a:off x="721372" y="2040524"/>
            <a:ext cx="4393315" cy="4125355"/>
          </a:xfrm>
        </p:spPr>
        <p:txBody>
          <a:bodyPr>
            <a:noAutofit/>
          </a:bodyPr>
          <a:lstStyle>
            <a:lvl1pPr marL="228600" indent="-137160">
              <a:buClr>
                <a:srgbClr val="009CD6"/>
              </a:buClr>
              <a:buFont typeface="Arial" panose="020B0604020202020204" pitchFamily="34" charset="0"/>
              <a:buChar char="•"/>
              <a:defRPr lang="en-US" spc="20" dirty="0"/>
            </a:lvl1pPr>
            <a:lvl2pPr marL="685800" indent="-137160">
              <a:buClr>
                <a:srgbClr val="009CD6"/>
              </a:buClr>
              <a:buFont typeface="Arial" panose="020B0604020202020204" pitchFamily="34" charset="0"/>
              <a:buChar char="•"/>
              <a:defRPr lang="en-US" spc="20" dirty="0"/>
            </a:lvl2pPr>
            <a:lvl3pPr marL="1143000" indent="-137160">
              <a:buClr>
                <a:srgbClr val="009CD6"/>
              </a:buClr>
              <a:buFont typeface="Arial" panose="020B0604020202020204" pitchFamily="34" charset="0"/>
              <a:buChar char="•"/>
              <a:defRPr lang="en-US" spc="20" dirty="0"/>
            </a:lvl3pPr>
            <a:lvl4pPr marL="1600200" indent="-137160">
              <a:buClr>
                <a:srgbClr val="009CD6"/>
              </a:buClr>
              <a:buFont typeface="Arial" panose="020B0604020202020204" pitchFamily="34" charset="0"/>
              <a:buChar char="•"/>
              <a:defRPr lang="en-US" spc="20" dirty="0"/>
            </a:lvl4pPr>
            <a:lvl5pPr>
              <a:buClr>
                <a:srgbClr val="5B9BD5"/>
              </a:buClr>
              <a:defRPr spc="0"/>
            </a:lvl5p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4" name="Content Placeholder 3">
            <a:extLst>
              <a:ext uri="{FF2B5EF4-FFF2-40B4-BE49-F238E27FC236}">
                <a16:creationId xmlns:a16="http://schemas.microsoft.com/office/drawing/2014/main" id="{4198F227-A22B-432C-84DE-6E0A3BE38D63}"/>
              </a:ext>
            </a:extLst>
          </p:cNvPr>
          <p:cNvSpPr>
            <a:spLocks noGrp="1"/>
          </p:cNvSpPr>
          <p:nvPr>
            <p:ph sz="half" idx="2" hasCustomPrompt="1"/>
          </p:nvPr>
        </p:nvSpPr>
        <p:spPr>
          <a:xfrm>
            <a:off x="5460255" y="2040523"/>
            <a:ext cx="4393316" cy="4126191"/>
          </a:xfrm>
        </p:spPr>
        <p:txBody>
          <a:bodyPr>
            <a:noAutofit/>
          </a:bodyPr>
          <a:lstStyle>
            <a:lvl1pPr marL="228600" indent="-137160">
              <a:buClr>
                <a:srgbClr val="009CD6"/>
              </a:buClr>
              <a:buFont typeface="Arial" panose="020B0604020202020204" pitchFamily="34" charset="0"/>
              <a:buChar char="•"/>
              <a:defRPr lang="en-US" spc="20" dirty="0"/>
            </a:lvl1pPr>
            <a:lvl2pPr marL="685800" indent="-137160">
              <a:buClr>
                <a:srgbClr val="009CD6"/>
              </a:buClr>
              <a:buFont typeface="Arial" panose="020B0604020202020204" pitchFamily="34" charset="0"/>
              <a:buChar char="•"/>
              <a:defRPr lang="en-US" spc="20" dirty="0"/>
            </a:lvl2pPr>
            <a:lvl3pPr marL="1143000" indent="-137160">
              <a:buClr>
                <a:srgbClr val="009CD6"/>
              </a:buClr>
              <a:buFont typeface="Arial" panose="020B0604020202020204" pitchFamily="34" charset="0"/>
              <a:buChar char="•"/>
              <a:defRPr lang="en-US" spc="20" dirty="0"/>
            </a:lvl3pPr>
            <a:lvl4pPr marL="1600200" indent="-137160">
              <a:buClr>
                <a:srgbClr val="009CD6"/>
              </a:buClr>
              <a:buFont typeface="Arial" panose="020B0604020202020204" pitchFamily="34" charset="0"/>
              <a:buChar char="•"/>
              <a:defRPr lang="en-US" spc="20" dirty="0"/>
            </a:lvl4pPr>
            <a:lvl5pPr>
              <a:buClr>
                <a:srgbClr val="5B9BD5"/>
              </a:buClr>
              <a:defRPr spc="0"/>
            </a:lvl5p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10" name="Title 1">
            <a:extLst>
              <a:ext uri="{FF2B5EF4-FFF2-40B4-BE49-F238E27FC236}">
                <a16:creationId xmlns:a16="http://schemas.microsoft.com/office/drawing/2014/main" id="{D346557F-F9B0-433A-9FC1-56C38B19DE9B}"/>
              </a:ext>
            </a:extLst>
          </p:cNvPr>
          <p:cNvSpPr>
            <a:spLocks noGrp="1"/>
          </p:cNvSpPr>
          <p:nvPr>
            <p:ph type="title" hasCustomPrompt="1"/>
          </p:nvPr>
        </p:nvSpPr>
        <p:spPr>
          <a:xfrm>
            <a:off x="721373" y="1251017"/>
            <a:ext cx="9132198" cy="565079"/>
          </a:xfrm>
          <a:prstGeom prst="rect">
            <a:avLst/>
          </a:prstGeom>
        </p:spPr>
        <p:txBody>
          <a:bodyPr>
            <a:noAutofit/>
          </a:bodyPr>
          <a:lstStyle>
            <a:lvl1pPr>
              <a:defRPr sz="2800"/>
            </a:lvl1pPr>
          </a:lstStyle>
          <a:p>
            <a:pPr lvl="0"/>
            <a:r>
              <a:rPr lang="en-US" dirty="0"/>
              <a:t>Click to edit Master text styles</a:t>
            </a:r>
          </a:p>
        </p:txBody>
      </p:sp>
      <p:cxnSp>
        <p:nvCxnSpPr>
          <p:cNvPr id="12" name="Straight Connector 11">
            <a:extLst>
              <a:ext uri="{FF2B5EF4-FFF2-40B4-BE49-F238E27FC236}">
                <a16:creationId xmlns:a16="http://schemas.microsoft.com/office/drawing/2014/main" id="{56157FF2-E1F2-41A6-A3CB-3DE59785DD4D}"/>
              </a:ext>
            </a:extLst>
          </p:cNvPr>
          <p:cNvCxnSpPr/>
          <p:nvPr userDrawn="1"/>
        </p:nvCxnSpPr>
        <p:spPr>
          <a:xfrm>
            <a:off x="614780"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3" name="Text Placeholder 3">
            <a:extLst>
              <a:ext uri="{FF2B5EF4-FFF2-40B4-BE49-F238E27FC236}">
                <a16:creationId xmlns:a16="http://schemas.microsoft.com/office/drawing/2014/main" id="{E8A78C8E-6713-4582-84CE-8C8A0FE572A4}"/>
              </a:ext>
            </a:extLst>
          </p:cNvPr>
          <p:cNvSpPr>
            <a:spLocks noGrp="1"/>
          </p:cNvSpPr>
          <p:nvPr>
            <p:ph type="body" sz="quarter" idx="12" hasCustomPrompt="1"/>
          </p:nvPr>
        </p:nvSpPr>
        <p:spPr>
          <a:xfrm>
            <a:off x="614780"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95137490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One column text">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2CF752D4-D41F-48C8-BC93-770A10B9CEFC}"/>
              </a:ext>
            </a:extLst>
          </p:cNvPr>
          <p:cNvSpPr>
            <a:spLocks noGrp="1"/>
          </p:cNvSpPr>
          <p:nvPr>
            <p:ph type="body" sz="half" idx="2" hasCustomPrompt="1"/>
          </p:nvPr>
        </p:nvSpPr>
        <p:spPr>
          <a:xfrm>
            <a:off x="737226" y="1975104"/>
            <a:ext cx="6256106" cy="4210543"/>
          </a:xfrm>
        </p:spPr>
        <p:txBody>
          <a:bodyPr>
            <a:noAutofit/>
          </a:bodyPr>
          <a:lstStyle>
            <a:lvl1pPr marL="0" indent="0">
              <a:lnSpc>
                <a:spcPts val="2400"/>
              </a:lnSpc>
              <a:buNone/>
              <a:defRPr sz="1800" spc="20" baseline="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
        <p:nvSpPr>
          <p:cNvPr id="10" name="Title 1">
            <a:extLst>
              <a:ext uri="{FF2B5EF4-FFF2-40B4-BE49-F238E27FC236}">
                <a16:creationId xmlns:a16="http://schemas.microsoft.com/office/drawing/2014/main" id="{3F01D386-9240-4F38-9F1C-4325351B05E1}"/>
              </a:ext>
            </a:extLst>
          </p:cNvPr>
          <p:cNvSpPr>
            <a:spLocks noGrp="1"/>
          </p:cNvSpPr>
          <p:nvPr>
            <p:ph type="title" hasCustomPrompt="1"/>
          </p:nvPr>
        </p:nvSpPr>
        <p:spPr>
          <a:xfrm>
            <a:off x="737225" y="1261501"/>
            <a:ext cx="7177821" cy="542146"/>
          </a:xfrm>
          <a:prstGeom prst="rect">
            <a:avLst/>
          </a:prstGeom>
        </p:spPr>
        <p:txBody>
          <a:bodyPr>
            <a:noAutofit/>
          </a:bodyPr>
          <a:lstStyle>
            <a:lvl1pPr>
              <a:defRPr sz="2800"/>
            </a:lvl1pPr>
          </a:lstStyle>
          <a:p>
            <a:pPr lvl="0"/>
            <a:r>
              <a:rPr lang="en-US" dirty="0"/>
              <a:t>Click to edit Master text styles</a:t>
            </a:r>
          </a:p>
        </p:txBody>
      </p:sp>
      <p:cxnSp>
        <p:nvCxnSpPr>
          <p:cNvPr id="8" name="Straight Connector 7">
            <a:extLst>
              <a:ext uri="{FF2B5EF4-FFF2-40B4-BE49-F238E27FC236}">
                <a16:creationId xmlns:a16="http://schemas.microsoft.com/office/drawing/2014/main" id="{015B0268-1877-4B50-85FE-85F64126C828}"/>
              </a:ext>
            </a:extLst>
          </p:cNvPr>
          <p:cNvCxnSpPr/>
          <p:nvPr userDrawn="1"/>
        </p:nvCxnSpPr>
        <p:spPr>
          <a:xfrm>
            <a:off x="607468"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9" name="Text Placeholder 3">
            <a:extLst>
              <a:ext uri="{FF2B5EF4-FFF2-40B4-BE49-F238E27FC236}">
                <a16:creationId xmlns:a16="http://schemas.microsoft.com/office/drawing/2014/main" id="{716C6763-4EEE-47FB-A7AD-A329AC03860D}"/>
              </a:ext>
            </a:extLst>
          </p:cNvPr>
          <p:cNvSpPr>
            <a:spLocks noGrp="1"/>
          </p:cNvSpPr>
          <p:nvPr>
            <p:ph type="body" sz="quarter" idx="10" hasCustomPrompt="1"/>
          </p:nvPr>
        </p:nvSpPr>
        <p:spPr>
          <a:xfrm>
            <a:off x="607468"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144347215"/>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itle + Large image">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AA9A3B-CF71-48AC-B4B0-550E5EC772C1}"/>
              </a:ext>
            </a:extLst>
          </p:cNvPr>
          <p:cNvSpPr>
            <a:spLocks noGrp="1"/>
          </p:cNvSpPr>
          <p:nvPr>
            <p:ph type="title"/>
          </p:nvPr>
        </p:nvSpPr>
        <p:spPr>
          <a:xfrm>
            <a:off x="716483" y="1234865"/>
            <a:ext cx="10313024" cy="635902"/>
          </a:xfrm>
          <a:prstGeom prst="rect">
            <a:avLst/>
          </a:prstGeom>
        </p:spPr>
        <p:txBody>
          <a:bodyPr anchor="t"/>
          <a:lstStyle>
            <a:lvl1pPr>
              <a:defRPr sz="2800"/>
            </a:lvl1pPr>
          </a:lstStyle>
          <a:p>
            <a:r>
              <a:rPr lang="en-US"/>
              <a:t>Click to edit Master title style</a:t>
            </a:r>
            <a:endParaRPr lang="en-US" dirty="0"/>
          </a:p>
        </p:txBody>
      </p:sp>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733313" y="1927476"/>
            <a:ext cx="10700345" cy="4218130"/>
          </a:xfrm>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cxnSp>
        <p:nvCxnSpPr>
          <p:cNvPr id="6" name="Straight Connector 5">
            <a:extLst>
              <a:ext uri="{FF2B5EF4-FFF2-40B4-BE49-F238E27FC236}">
                <a16:creationId xmlns:a16="http://schemas.microsoft.com/office/drawing/2014/main" id="{9B8B0405-4014-43E6-B303-902A4F998E13}"/>
              </a:ext>
            </a:extLst>
          </p:cNvPr>
          <p:cNvCxnSpPr/>
          <p:nvPr userDrawn="1"/>
        </p:nvCxnSpPr>
        <p:spPr>
          <a:xfrm>
            <a:off x="614783"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7" name="Text Placeholder 3">
            <a:extLst>
              <a:ext uri="{FF2B5EF4-FFF2-40B4-BE49-F238E27FC236}">
                <a16:creationId xmlns:a16="http://schemas.microsoft.com/office/drawing/2014/main" id="{B69F8470-F06D-4D52-9A69-30EBD8DA6096}"/>
              </a:ext>
            </a:extLst>
          </p:cNvPr>
          <p:cNvSpPr>
            <a:spLocks noGrp="1"/>
          </p:cNvSpPr>
          <p:nvPr>
            <p:ph type="body" sz="quarter" idx="10" hasCustomPrompt="1"/>
          </p:nvPr>
        </p:nvSpPr>
        <p:spPr>
          <a:xfrm>
            <a:off x="614783"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4139101432"/>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Left image - S">
    <p:spTree>
      <p:nvGrpSpPr>
        <p:cNvPr id="1" name=""/>
        <p:cNvGrpSpPr/>
        <p:nvPr/>
      </p:nvGrpSpPr>
      <p:grpSpPr>
        <a:xfrm>
          <a:off x="0" y="0"/>
          <a:ext cx="0" cy="0"/>
          <a:chOff x="0" y="0"/>
          <a:chExt cx="0" cy="0"/>
        </a:xfrm>
      </p:grpSpPr>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0" y="-1"/>
            <a:ext cx="5165650" cy="6858000"/>
          </a:xfrm>
          <a:solidFill>
            <a:srgbClr val="F7F7F7"/>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11" name="Title 1">
            <a:extLst>
              <a:ext uri="{FF2B5EF4-FFF2-40B4-BE49-F238E27FC236}">
                <a16:creationId xmlns:a16="http://schemas.microsoft.com/office/drawing/2014/main" id="{A421150D-F679-4DFA-93CF-0E5480CC490F}"/>
              </a:ext>
            </a:extLst>
          </p:cNvPr>
          <p:cNvSpPr>
            <a:spLocks noGrp="1"/>
          </p:cNvSpPr>
          <p:nvPr>
            <p:ph type="title" hasCustomPrompt="1"/>
          </p:nvPr>
        </p:nvSpPr>
        <p:spPr>
          <a:xfrm>
            <a:off x="5593557" y="1241625"/>
            <a:ext cx="6000749" cy="480131"/>
          </a:xfrm>
          <a:prstGeom prst="rect">
            <a:avLst/>
          </a:prstGeom>
        </p:spPr>
        <p:txBody>
          <a:bodyPr wrap="square">
            <a:spAutoFit/>
          </a:bodyPr>
          <a:lstStyle>
            <a:lvl1pPr>
              <a:defRPr sz="2800"/>
            </a:lvl1pPr>
          </a:lstStyle>
          <a:p>
            <a:pPr lvl="0"/>
            <a:r>
              <a:rPr lang="en-US" dirty="0"/>
              <a:t>Click to edit Master text styles</a:t>
            </a:r>
          </a:p>
        </p:txBody>
      </p:sp>
      <p:cxnSp>
        <p:nvCxnSpPr>
          <p:cNvPr id="17" name="Straight Connector 16">
            <a:extLst>
              <a:ext uri="{FF2B5EF4-FFF2-40B4-BE49-F238E27FC236}">
                <a16:creationId xmlns:a16="http://schemas.microsoft.com/office/drawing/2014/main" id="{7F1DE310-EEBE-4571-9348-190C69629E15}"/>
              </a:ext>
            </a:extLst>
          </p:cNvPr>
          <p:cNvCxnSpPr/>
          <p:nvPr userDrawn="1"/>
        </p:nvCxnSpPr>
        <p:spPr>
          <a:xfrm>
            <a:off x="5500046"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4C777EF-FC93-4970-9186-9F729BE94473}"/>
              </a:ext>
            </a:extLst>
          </p:cNvPr>
          <p:cNvSpPr>
            <a:spLocks noGrp="1"/>
          </p:cNvSpPr>
          <p:nvPr>
            <p:ph type="body" sz="quarter" idx="10" hasCustomPrompt="1"/>
          </p:nvPr>
        </p:nvSpPr>
        <p:spPr>
          <a:xfrm>
            <a:off x="5500046"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3" name="Text Placeholder 3">
            <a:extLst>
              <a:ext uri="{FF2B5EF4-FFF2-40B4-BE49-F238E27FC236}">
                <a16:creationId xmlns:a16="http://schemas.microsoft.com/office/drawing/2014/main" id="{BD03799A-7C35-4CAA-BE06-C4A99AE98261}"/>
              </a:ext>
            </a:extLst>
          </p:cNvPr>
          <p:cNvSpPr>
            <a:spLocks noGrp="1"/>
          </p:cNvSpPr>
          <p:nvPr>
            <p:ph type="body" sz="half" idx="2" hasCustomPrompt="1"/>
          </p:nvPr>
        </p:nvSpPr>
        <p:spPr>
          <a:xfrm>
            <a:off x="5593546" y="1796208"/>
            <a:ext cx="6000749" cy="3820167"/>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2652770387"/>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Left image - M">
    <p:spTree>
      <p:nvGrpSpPr>
        <p:cNvPr id="1" name=""/>
        <p:cNvGrpSpPr/>
        <p:nvPr/>
      </p:nvGrpSpPr>
      <p:grpSpPr>
        <a:xfrm>
          <a:off x="0" y="0"/>
          <a:ext cx="0" cy="0"/>
          <a:chOff x="0" y="0"/>
          <a:chExt cx="0" cy="0"/>
        </a:xfrm>
      </p:grpSpPr>
      <p:sp>
        <p:nvSpPr>
          <p:cNvPr id="9" name="Picture Placeholder 2">
            <a:extLst>
              <a:ext uri="{FF2B5EF4-FFF2-40B4-BE49-F238E27FC236}">
                <a16:creationId xmlns:a16="http://schemas.microsoft.com/office/drawing/2014/main" id="{E364E913-4A6A-4F3B-B209-831A75170B72}"/>
              </a:ext>
            </a:extLst>
          </p:cNvPr>
          <p:cNvSpPr>
            <a:spLocks noGrp="1"/>
          </p:cNvSpPr>
          <p:nvPr>
            <p:ph type="pic" idx="1" hasCustomPrompt="1"/>
          </p:nvPr>
        </p:nvSpPr>
        <p:spPr>
          <a:xfrm>
            <a:off x="0" y="-1"/>
            <a:ext cx="6092751" cy="6858000"/>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8" name="Title 1">
            <a:extLst>
              <a:ext uri="{FF2B5EF4-FFF2-40B4-BE49-F238E27FC236}">
                <a16:creationId xmlns:a16="http://schemas.microsoft.com/office/drawing/2014/main" id="{E30453B6-BE94-4D10-99CD-4F6557992EA0}"/>
              </a:ext>
            </a:extLst>
          </p:cNvPr>
          <p:cNvSpPr>
            <a:spLocks noGrp="1"/>
          </p:cNvSpPr>
          <p:nvPr>
            <p:ph type="title" hasCustomPrompt="1"/>
          </p:nvPr>
        </p:nvSpPr>
        <p:spPr>
          <a:xfrm>
            <a:off x="6561735" y="1241625"/>
            <a:ext cx="5018228" cy="867930"/>
          </a:xfrm>
          <a:prstGeom prst="rect">
            <a:avLst/>
          </a:prstGeom>
        </p:spPr>
        <p:txBody>
          <a:bodyPr wrap="square">
            <a:spAutoFit/>
          </a:bodyPr>
          <a:lstStyle>
            <a:lvl1pPr>
              <a:defRPr sz="2800"/>
            </a:lvl1pPr>
          </a:lstStyle>
          <a:p>
            <a:pPr lvl="0"/>
            <a:r>
              <a:rPr lang="en-US" dirty="0"/>
              <a:t>Click to edit Master text styles  </a:t>
            </a:r>
          </a:p>
        </p:txBody>
      </p:sp>
      <p:cxnSp>
        <p:nvCxnSpPr>
          <p:cNvPr id="11" name="Straight Connector 10">
            <a:extLst>
              <a:ext uri="{FF2B5EF4-FFF2-40B4-BE49-F238E27FC236}">
                <a16:creationId xmlns:a16="http://schemas.microsoft.com/office/drawing/2014/main" id="{076CAFA7-68AE-4EAD-BE3A-A5B16D9D3552}"/>
              </a:ext>
            </a:extLst>
          </p:cNvPr>
          <p:cNvCxnSpPr/>
          <p:nvPr userDrawn="1"/>
        </p:nvCxnSpPr>
        <p:spPr>
          <a:xfrm>
            <a:off x="646823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4" name="Text Placeholder 3">
            <a:extLst>
              <a:ext uri="{FF2B5EF4-FFF2-40B4-BE49-F238E27FC236}">
                <a16:creationId xmlns:a16="http://schemas.microsoft.com/office/drawing/2014/main" id="{A8F2FE0A-3A4C-445D-8290-44FCEA3F5955}"/>
              </a:ext>
            </a:extLst>
          </p:cNvPr>
          <p:cNvSpPr>
            <a:spLocks noGrp="1"/>
          </p:cNvSpPr>
          <p:nvPr>
            <p:ph type="body" sz="quarter" idx="10" hasCustomPrompt="1"/>
          </p:nvPr>
        </p:nvSpPr>
        <p:spPr>
          <a:xfrm>
            <a:off x="6468234"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5" name="Text Placeholder 3">
            <a:extLst>
              <a:ext uri="{FF2B5EF4-FFF2-40B4-BE49-F238E27FC236}">
                <a16:creationId xmlns:a16="http://schemas.microsoft.com/office/drawing/2014/main" id="{C9AD2564-EF06-46B2-95AF-0FC81EEDCC98}"/>
              </a:ext>
            </a:extLst>
          </p:cNvPr>
          <p:cNvSpPr>
            <a:spLocks noGrp="1"/>
          </p:cNvSpPr>
          <p:nvPr>
            <p:ph type="body" sz="half" idx="2" hasCustomPrompt="1"/>
          </p:nvPr>
        </p:nvSpPr>
        <p:spPr>
          <a:xfrm>
            <a:off x="6561734" y="2245766"/>
            <a:ext cx="5018229" cy="3920948"/>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3255004176"/>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Left image - L">
    <p:bg>
      <p:bgPr>
        <a:solidFill>
          <a:schemeClr val="bg1"/>
        </a:solidFill>
        <a:effectLst/>
      </p:bgPr>
    </p:bg>
    <p:spTree>
      <p:nvGrpSpPr>
        <p:cNvPr id="1" name=""/>
        <p:cNvGrpSpPr/>
        <p:nvPr/>
      </p:nvGrpSpPr>
      <p:grpSpPr>
        <a:xfrm>
          <a:off x="0" y="0"/>
          <a:ext cx="0" cy="0"/>
          <a:chOff x="0" y="0"/>
          <a:chExt cx="0" cy="0"/>
        </a:xfrm>
      </p:grpSpPr>
      <p:sp>
        <p:nvSpPr>
          <p:cNvPr id="3" name="Picture Placeholder 2">
            <a:extLst>
              <a:ext uri="{FF2B5EF4-FFF2-40B4-BE49-F238E27FC236}">
                <a16:creationId xmlns:a16="http://schemas.microsoft.com/office/drawing/2014/main" id="{2CB99501-2A5A-45F8-BACF-23701FE68337}"/>
              </a:ext>
            </a:extLst>
          </p:cNvPr>
          <p:cNvSpPr>
            <a:spLocks noGrp="1"/>
          </p:cNvSpPr>
          <p:nvPr>
            <p:ph type="pic" idx="1" hasCustomPrompt="1"/>
          </p:nvPr>
        </p:nvSpPr>
        <p:spPr>
          <a:xfrm>
            <a:off x="0" y="0"/>
            <a:ext cx="6997698" cy="6857999"/>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picture here</a:t>
            </a:r>
          </a:p>
        </p:txBody>
      </p:sp>
      <p:sp>
        <p:nvSpPr>
          <p:cNvPr id="4" name="Text Placeholder 3">
            <a:extLst>
              <a:ext uri="{FF2B5EF4-FFF2-40B4-BE49-F238E27FC236}">
                <a16:creationId xmlns:a16="http://schemas.microsoft.com/office/drawing/2014/main" id="{4CE260B5-3078-4CFA-A43A-D57EA4E988F4}"/>
              </a:ext>
            </a:extLst>
          </p:cNvPr>
          <p:cNvSpPr>
            <a:spLocks noGrp="1"/>
          </p:cNvSpPr>
          <p:nvPr>
            <p:ph type="body" sz="half" idx="2"/>
          </p:nvPr>
        </p:nvSpPr>
        <p:spPr>
          <a:xfrm>
            <a:off x="7404579" y="2228472"/>
            <a:ext cx="4204643" cy="3936800"/>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9" name="Title 1">
            <a:extLst>
              <a:ext uri="{FF2B5EF4-FFF2-40B4-BE49-F238E27FC236}">
                <a16:creationId xmlns:a16="http://schemas.microsoft.com/office/drawing/2014/main" id="{6147FA91-C242-46DD-BE23-48F41CC2970C}"/>
              </a:ext>
            </a:extLst>
          </p:cNvPr>
          <p:cNvSpPr>
            <a:spLocks noGrp="1"/>
          </p:cNvSpPr>
          <p:nvPr>
            <p:ph type="title" hasCustomPrompt="1"/>
          </p:nvPr>
        </p:nvSpPr>
        <p:spPr>
          <a:xfrm>
            <a:off x="7404579" y="1218965"/>
            <a:ext cx="4255850" cy="933507"/>
          </a:xfrm>
          <a:prstGeom prst="rect">
            <a:avLst/>
          </a:prstGeom>
        </p:spPr>
        <p:txBody>
          <a:bodyPr anchor="t">
            <a:noAutofit/>
          </a:bodyPr>
          <a:lstStyle>
            <a:lvl1pPr>
              <a:defRPr sz="2800"/>
            </a:lvl1pPr>
          </a:lstStyle>
          <a:p>
            <a:pPr lvl="0"/>
            <a:r>
              <a:rPr lang="en-US" dirty="0"/>
              <a:t>Click to edit Master text styles</a:t>
            </a:r>
          </a:p>
        </p:txBody>
      </p:sp>
      <p:cxnSp>
        <p:nvCxnSpPr>
          <p:cNvPr id="7" name="Straight Connector 6">
            <a:extLst>
              <a:ext uri="{FF2B5EF4-FFF2-40B4-BE49-F238E27FC236}">
                <a16:creationId xmlns:a16="http://schemas.microsoft.com/office/drawing/2014/main" id="{20EEAF69-B649-4DD9-BE4A-CC1FC2864BDE}"/>
              </a:ext>
            </a:extLst>
          </p:cNvPr>
          <p:cNvCxnSpPr/>
          <p:nvPr userDrawn="1"/>
        </p:nvCxnSpPr>
        <p:spPr>
          <a:xfrm>
            <a:off x="735337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8" name="Text Placeholder 3">
            <a:extLst>
              <a:ext uri="{FF2B5EF4-FFF2-40B4-BE49-F238E27FC236}">
                <a16:creationId xmlns:a16="http://schemas.microsoft.com/office/drawing/2014/main" id="{822686E3-ED91-4402-ABE9-E10A74CBDBB8}"/>
              </a:ext>
            </a:extLst>
          </p:cNvPr>
          <p:cNvSpPr>
            <a:spLocks noGrp="1"/>
          </p:cNvSpPr>
          <p:nvPr>
            <p:ph type="body" sz="quarter" idx="10" hasCustomPrompt="1"/>
          </p:nvPr>
        </p:nvSpPr>
        <p:spPr>
          <a:xfrm>
            <a:off x="7353375" y="313371"/>
            <a:ext cx="4307054"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425363925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Right image - S ">
    <p:spTree>
      <p:nvGrpSpPr>
        <p:cNvPr id="1" name=""/>
        <p:cNvGrpSpPr/>
        <p:nvPr/>
      </p:nvGrpSpPr>
      <p:grpSpPr>
        <a:xfrm>
          <a:off x="0" y="0"/>
          <a:ext cx="0" cy="0"/>
          <a:chOff x="0" y="0"/>
          <a:chExt cx="0" cy="0"/>
        </a:xfrm>
      </p:grpSpPr>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7026350" y="-1"/>
            <a:ext cx="5165650" cy="6858000"/>
          </a:xfrm>
          <a:solidFill>
            <a:srgbClr val="F7F7F7"/>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11" name="Title 1">
            <a:extLst>
              <a:ext uri="{FF2B5EF4-FFF2-40B4-BE49-F238E27FC236}">
                <a16:creationId xmlns:a16="http://schemas.microsoft.com/office/drawing/2014/main" id="{A421150D-F679-4DFA-93CF-0E5480CC490F}"/>
              </a:ext>
            </a:extLst>
          </p:cNvPr>
          <p:cNvSpPr>
            <a:spLocks noGrp="1"/>
          </p:cNvSpPr>
          <p:nvPr>
            <p:ph type="title" hasCustomPrompt="1"/>
          </p:nvPr>
        </p:nvSpPr>
        <p:spPr>
          <a:xfrm>
            <a:off x="692373" y="1241625"/>
            <a:ext cx="6000749" cy="480131"/>
          </a:xfrm>
          <a:prstGeom prst="rect">
            <a:avLst/>
          </a:prstGeom>
        </p:spPr>
        <p:txBody>
          <a:bodyPr wrap="square">
            <a:spAutoFit/>
          </a:bodyPr>
          <a:lstStyle>
            <a:lvl1pPr>
              <a:defRPr sz="2800"/>
            </a:lvl1pPr>
          </a:lstStyle>
          <a:p>
            <a:pPr lvl="0"/>
            <a:r>
              <a:rPr lang="en-US" dirty="0"/>
              <a:t>Click to edit Master text styles</a:t>
            </a:r>
          </a:p>
        </p:txBody>
      </p:sp>
      <p:cxnSp>
        <p:nvCxnSpPr>
          <p:cNvPr id="17" name="Straight Connector 16">
            <a:extLst>
              <a:ext uri="{FF2B5EF4-FFF2-40B4-BE49-F238E27FC236}">
                <a16:creationId xmlns:a16="http://schemas.microsoft.com/office/drawing/2014/main" id="{7F1DE310-EEBE-4571-9348-190C69629E15}"/>
              </a:ext>
            </a:extLst>
          </p:cNvPr>
          <p:cNvCxnSpPr/>
          <p:nvPr userDrawn="1"/>
        </p:nvCxnSpPr>
        <p:spPr>
          <a:xfrm>
            <a:off x="598862"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4C777EF-FC93-4970-9186-9F729BE94473}"/>
              </a:ext>
            </a:extLst>
          </p:cNvPr>
          <p:cNvSpPr>
            <a:spLocks noGrp="1"/>
          </p:cNvSpPr>
          <p:nvPr>
            <p:ph type="body" sz="quarter" idx="10" hasCustomPrompt="1"/>
          </p:nvPr>
        </p:nvSpPr>
        <p:spPr>
          <a:xfrm>
            <a:off x="598862"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3" name="Text Placeholder 3">
            <a:extLst>
              <a:ext uri="{FF2B5EF4-FFF2-40B4-BE49-F238E27FC236}">
                <a16:creationId xmlns:a16="http://schemas.microsoft.com/office/drawing/2014/main" id="{BD03799A-7C35-4CAA-BE06-C4A99AE98261}"/>
              </a:ext>
            </a:extLst>
          </p:cNvPr>
          <p:cNvSpPr>
            <a:spLocks noGrp="1"/>
          </p:cNvSpPr>
          <p:nvPr>
            <p:ph type="body" sz="half" idx="2" hasCustomPrompt="1"/>
          </p:nvPr>
        </p:nvSpPr>
        <p:spPr>
          <a:xfrm>
            <a:off x="692362" y="1796208"/>
            <a:ext cx="6000749" cy="3820167"/>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2682314598"/>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Right image - M">
    <p:spTree>
      <p:nvGrpSpPr>
        <p:cNvPr id="1" name=""/>
        <p:cNvGrpSpPr/>
        <p:nvPr/>
      </p:nvGrpSpPr>
      <p:grpSpPr>
        <a:xfrm>
          <a:off x="0" y="0"/>
          <a:ext cx="0" cy="0"/>
          <a:chOff x="0" y="0"/>
          <a:chExt cx="0" cy="0"/>
        </a:xfrm>
      </p:grpSpPr>
      <p:sp>
        <p:nvSpPr>
          <p:cNvPr id="9" name="Picture Placeholder 2">
            <a:extLst>
              <a:ext uri="{FF2B5EF4-FFF2-40B4-BE49-F238E27FC236}">
                <a16:creationId xmlns:a16="http://schemas.microsoft.com/office/drawing/2014/main" id="{E364E913-4A6A-4F3B-B209-831A75170B72}"/>
              </a:ext>
            </a:extLst>
          </p:cNvPr>
          <p:cNvSpPr>
            <a:spLocks noGrp="1"/>
          </p:cNvSpPr>
          <p:nvPr>
            <p:ph type="pic" idx="1" hasCustomPrompt="1"/>
          </p:nvPr>
        </p:nvSpPr>
        <p:spPr>
          <a:xfrm>
            <a:off x="6096000" y="-1"/>
            <a:ext cx="6092751" cy="6858000"/>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8" name="Title 1">
            <a:extLst>
              <a:ext uri="{FF2B5EF4-FFF2-40B4-BE49-F238E27FC236}">
                <a16:creationId xmlns:a16="http://schemas.microsoft.com/office/drawing/2014/main" id="{E30453B6-BE94-4D10-99CD-4F6557992EA0}"/>
              </a:ext>
            </a:extLst>
          </p:cNvPr>
          <p:cNvSpPr>
            <a:spLocks noGrp="1"/>
          </p:cNvSpPr>
          <p:nvPr>
            <p:ph type="title" hasCustomPrompt="1"/>
          </p:nvPr>
        </p:nvSpPr>
        <p:spPr>
          <a:xfrm>
            <a:off x="709575" y="1241625"/>
            <a:ext cx="5018228" cy="867930"/>
          </a:xfrm>
          <a:prstGeom prst="rect">
            <a:avLst/>
          </a:prstGeom>
        </p:spPr>
        <p:txBody>
          <a:bodyPr wrap="square">
            <a:spAutoFit/>
          </a:bodyPr>
          <a:lstStyle>
            <a:lvl1pPr>
              <a:defRPr sz="2800"/>
            </a:lvl1pPr>
          </a:lstStyle>
          <a:p>
            <a:pPr lvl="0"/>
            <a:r>
              <a:rPr lang="en-US" dirty="0"/>
              <a:t>Click to edit Master text styles  </a:t>
            </a:r>
          </a:p>
        </p:txBody>
      </p:sp>
      <p:cxnSp>
        <p:nvCxnSpPr>
          <p:cNvPr id="11" name="Straight Connector 10">
            <a:extLst>
              <a:ext uri="{FF2B5EF4-FFF2-40B4-BE49-F238E27FC236}">
                <a16:creationId xmlns:a16="http://schemas.microsoft.com/office/drawing/2014/main" id="{076CAFA7-68AE-4EAD-BE3A-A5B16D9D3552}"/>
              </a:ext>
            </a:extLst>
          </p:cNvPr>
          <p:cNvCxnSpPr/>
          <p:nvPr userDrawn="1"/>
        </p:nvCxnSpPr>
        <p:spPr>
          <a:xfrm>
            <a:off x="61607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4" name="Text Placeholder 3">
            <a:extLst>
              <a:ext uri="{FF2B5EF4-FFF2-40B4-BE49-F238E27FC236}">
                <a16:creationId xmlns:a16="http://schemas.microsoft.com/office/drawing/2014/main" id="{A8F2FE0A-3A4C-445D-8290-44FCEA3F5955}"/>
              </a:ext>
            </a:extLst>
          </p:cNvPr>
          <p:cNvSpPr>
            <a:spLocks noGrp="1"/>
          </p:cNvSpPr>
          <p:nvPr>
            <p:ph type="body" sz="quarter" idx="10" hasCustomPrompt="1"/>
          </p:nvPr>
        </p:nvSpPr>
        <p:spPr>
          <a:xfrm>
            <a:off x="616074"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5" name="Text Placeholder 3">
            <a:extLst>
              <a:ext uri="{FF2B5EF4-FFF2-40B4-BE49-F238E27FC236}">
                <a16:creationId xmlns:a16="http://schemas.microsoft.com/office/drawing/2014/main" id="{C9AD2564-EF06-46B2-95AF-0FC81EEDCC98}"/>
              </a:ext>
            </a:extLst>
          </p:cNvPr>
          <p:cNvSpPr>
            <a:spLocks noGrp="1"/>
          </p:cNvSpPr>
          <p:nvPr>
            <p:ph type="body" sz="half" idx="2" hasCustomPrompt="1"/>
          </p:nvPr>
        </p:nvSpPr>
        <p:spPr>
          <a:xfrm>
            <a:off x="709574" y="2245766"/>
            <a:ext cx="5018229" cy="3920948"/>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3864113316"/>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1_Left image-L (White bg)">
    <p:bg>
      <p:bgPr>
        <a:solidFill>
          <a:schemeClr val="bg1"/>
        </a:solidFill>
        <a:effectLst/>
      </p:bgPr>
    </p:bg>
    <p:spTree>
      <p:nvGrpSpPr>
        <p:cNvPr id="1" name=""/>
        <p:cNvGrpSpPr/>
        <p:nvPr/>
      </p:nvGrpSpPr>
      <p:grpSpPr>
        <a:xfrm>
          <a:off x="0" y="0"/>
          <a:ext cx="0" cy="0"/>
          <a:chOff x="0" y="0"/>
          <a:chExt cx="0" cy="0"/>
        </a:xfrm>
      </p:grpSpPr>
      <p:sp>
        <p:nvSpPr>
          <p:cNvPr id="3" name="Picture Placeholder 2">
            <a:extLst>
              <a:ext uri="{FF2B5EF4-FFF2-40B4-BE49-F238E27FC236}">
                <a16:creationId xmlns:a16="http://schemas.microsoft.com/office/drawing/2014/main" id="{2CB99501-2A5A-45F8-BACF-23701FE68337}"/>
              </a:ext>
            </a:extLst>
          </p:cNvPr>
          <p:cNvSpPr>
            <a:spLocks noGrp="1"/>
          </p:cNvSpPr>
          <p:nvPr>
            <p:ph type="pic" idx="1" hasCustomPrompt="1"/>
          </p:nvPr>
        </p:nvSpPr>
        <p:spPr>
          <a:xfrm>
            <a:off x="5194302" y="0"/>
            <a:ext cx="6997698" cy="6857999"/>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picture here</a:t>
            </a:r>
          </a:p>
        </p:txBody>
      </p:sp>
      <p:sp>
        <p:nvSpPr>
          <p:cNvPr id="4" name="Text Placeholder 3">
            <a:extLst>
              <a:ext uri="{FF2B5EF4-FFF2-40B4-BE49-F238E27FC236}">
                <a16:creationId xmlns:a16="http://schemas.microsoft.com/office/drawing/2014/main" id="{4CE260B5-3078-4CFA-A43A-D57EA4E988F4}"/>
              </a:ext>
            </a:extLst>
          </p:cNvPr>
          <p:cNvSpPr>
            <a:spLocks noGrp="1"/>
          </p:cNvSpPr>
          <p:nvPr>
            <p:ph type="body" sz="half" idx="2"/>
          </p:nvPr>
        </p:nvSpPr>
        <p:spPr>
          <a:xfrm>
            <a:off x="652649" y="2228472"/>
            <a:ext cx="4204643" cy="3936800"/>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9" name="Title 1">
            <a:extLst>
              <a:ext uri="{FF2B5EF4-FFF2-40B4-BE49-F238E27FC236}">
                <a16:creationId xmlns:a16="http://schemas.microsoft.com/office/drawing/2014/main" id="{6147FA91-C242-46DD-BE23-48F41CC2970C}"/>
              </a:ext>
            </a:extLst>
          </p:cNvPr>
          <p:cNvSpPr>
            <a:spLocks noGrp="1"/>
          </p:cNvSpPr>
          <p:nvPr>
            <p:ph type="title" hasCustomPrompt="1"/>
          </p:nvPr>
        </p:nvSpPr>
        <p:spPr>
          <a:xfrm>
            <a:off x="652649" y="1218965"/>
            <a:ext cx="4255850" cy="933507"/>
          </a:xfrm>
          <a:prstGeom prst="rect">
            <a:avLst/>
          </a:prstGeom>
        </p:spPr>
        <p:txBody>
          <a:bodyPr anchor="t">
            <a:noAutofit/>
          </a:bodyPr>
          <a:lstStyle>
            <a:lvl1pPr>
              <a:defRPr sz="2800"/>
            </a:lvl1pPr>
          </a:lstStyle>
          <a:p>
            <a:pPr lvl="0"/>
            <a:r>
              <a:rPr lang="en-US" dirty="0"/>
              <a:t>Click to edit Master text styles</a:t>
            </a:r>
          </a:p>
        </p:txBody>
      </p:sp>
      <p:cxnSp>
        <p:nvCxnSpPr>
          <p:cNvPr id="7" name="Straight Connector 6">
            <a:extLst>
              <a:ext uri="{FF2B5EF4-FFF2-40B4-BE49-F238E27FC236}">
                <a16:creationId xmlns:a16="http://schemas.microsoft.com/office/drawing/2014/main" id="{20EEAF69-B649-4DD9-BE4A-CC1FC2864BDE}"/>
              </a:ext>
            </a:extLst>
          </p:cNvPr>
          <p:cNvCxnSpPr/>
          <p:nvPr userDrawn="1"/>
        </p:nvCxnSpPr>
        <p:spPr>
          <a:xfrm>
            <a:off x="60144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8" name="Text Placeholder 3">
            <a:extLst>
              <a:ext uri="{FF2B5EF4-FFF2-40B4-BE49-F238E27FC236}">
                <a16:creationId xmlns:a16="http://schemas.microsoft.com/office/drawing/2014/main" id="{822686E3-ED91-4402-ABE9-E10A74CBDBB8}"/>
              </a:ext>
            </a:extLst>
          </p:cNvPr>
          <p:cNvSpPr>
            <a:spLocks noGrp="1"/>
          </p:cNvSpPr>
          <p:nvPr>
            <p:ph type="body" sz="quarter" idx="10" hasCustomPrompt="1"/>
          </p:nvPr>
        </p:nvSpPr>
        <p:spPr>
          <a:xfrm>
            <a:off x="601445" y="313371"/>
            <a:ext cx="4307054"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278066116"/>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blank" preserve="1">
  <p:cSld name="Blank - Footer (white bg) ">
    <p:spTree>
      <p:nvGrpSpPr>
        <p:cNvPr id="1" name=""/>
        <p:cNvGrpSpPr/>
        <p:nvPr/>
      </p:nvGrpSpPr>
      <p:grpSpPr>
        <a:xfrm>
          <a:off x="0" y="0"/>
          <a:ext cx="0" cy="0"/>
          <a:chOff x="0" y="0"/>
          <a:chExt cx="0" cy="0"/>
        </a:xfrm>
      </p:grpSpPr>
    </p:spTree>
    <p:extLst>
      <p:ext uri="{BB962C8B-B14F-4D97-AF65-F5344CB8AC3E}">
        <p14:creationId xmlns:p14="http://schemas.microsoft.com/office/powerpoint/2010/main" val="943554320"/>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blank" preserve="1">
  <p:cSld name="Blank (white bg) ">
    <p:bg>
      <p:bgPr>
        <a:solidFill>
          <a:schemeClr val="bg1"/>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336622E0-A137-429D-BE75-779E322CE694}"/>
              </a:ext>
            </a:extLst>
          </p:cNvPr>
          <p:cNvSpPr/>
          <p:nvPr userDrawn="1"/>
        </p:nvSpPr>
        <p:spPr>
          <a:xfrm>
            <a:off x="-30161" y="0"/>
            <a:ext cx="12222161"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 </a:t>
            </a:r>
          </a:p>
        </p:txBody>
      </p:sp>
    </p:spTree>
    <p:extLst>
      <p:ext uri="{BB962C8B-B14F-4D97-AF65-F5344CB8AC3E}">
        <p14:creationId xmlns:p14="http://schemas.microsoft.com/office/powerpoint/2010/main" val="3216082533"/>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blank" preserve="1">
  <p:cSld name="Blank (blue bg) ">
    <p:bg>
      <p:bgPr>
        <a:solidFill>
          <a:schemeClr val="bg1"/>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0B0641AD-3AD5-4F67-A775-821CB3080BD2}"/>
              </a:ext>
            </a:extLst>
          </p:cNvPr>
          <p:cNvSpPr/>
          <p:nvPr userDrawn="1"/>
        </p:nvSpPr>
        <p:spPr>
          <a:xfrm>
            <a:off x="-30161" y="0"/>
            <a:ext cx="12222161" cy="6858000"/>
          </a:xfrm>
          <a:prstGeom prst="rect">
            <a:avLst/>
          </a:prstGeom>
          <a:solidFill>
            <a:srgbClr val="F5FAF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 </a:t>
            </a:r>
          </a:p>
        </p:txBody>
      </p:sp>
    </p:spTree>
    <p:extLst>
      <p:ext uri="{BB962C8B-B14F-4D97-AF65-F5344CB8AC3E}">
        <p14:creationId xmlns:p14="http://schemas.microsoft.com/office/powerpoint/2010/main" val="1418022755"/>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2_Thank you Slide">
    <p:bg>
      <p:bgPr>
        <a:solidFill>
          <a:srgbClr val="F5FAFC"/>
        </a:solidFill>
        <a:effectLst/>
      </p:bgPr>
    </p:bg>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E3F35E03-ED1F-4BA6-A9DB-BAA193266DF0}"/>
              </a:ext>
            </a:extLst>
          </p:cNvPr>
          <p:cNvSpPr txBox="1"/>
          <p:nvPr userDrawn="1"/>
        </p:nvSpPr>
        <p:spPr>
          <a:xfrm>
            <a:off x="3457462" y="2905780"/>
            <a:ext cx="5246914" cy="584775"/>
          </a:xfrm>
          <a:prstGeom prst="rect">
            <a:avLst/>
          </a:prstGeom>
          <a:noFill/>
        </p:spPr>
        <p:txBody>
          <a:bodyPr wrap="square" rtlCol="0">
            <a:spAutoFit/>
          </a:bodyPr>
          <a:lstStyle/>
          <a:p>
            <a:pPr algn="ctr"/>
            <a:r>
              <a:rPr lang="en-US" sz="3200" b="1" dirty="0">
                <a:solidFill>
                  <a:schemeClr val="tx1"/>
                </a:solidFill>
                <a:cs typeface="Arial" panose="020B0604020202020204" pitchFamily="34" charset="0"/>
              </a:rPr>
              <a:t>Thank you!</a:t>
            </a:r>
          </a:p>
        </p:txBody>
      </p:sp>
      <p:sp>
        <p:nvSpPr>
          <p:cNvPr id="7" name="Rectangle 6">
            <a:extLst>
              <a:ext uri="{FF2B5EF4-FFF2-40B4-BE49-F238E27FC236}">
                <a16:creationId xmlns:a16="http://schemas.microsoft.com/office/drawing/2014/main" id="{D95BEDD7-9550-46FC-AAD4-3BCDC60161D9}"/>
              </a:ext>
            </a:extLst>
          </p:cNvPr>
          <p:cNvSpPr/>
          <p:nvPr userDrawn="1"/>
        </p:nvSpPr>
        <p:spPr>
          <a:xfrm>
            <a:off x="0" y="6115986"/>
            <a:ext cx="12192000" cy="742013"/>
          </a:xfrm>
          <a:prstGeom prst="rect">
            <a:avLst/>
          </a:prstGeom>
          <a:solidFill>
            <a:srgbClr val="F5FAF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009CD6"/>
              </a:solidFill>
            </a:endParaRPr>
          </a:p>
        </p:txBody>
      </p:sp>
    </p:spTree>
    <p:extLst>
      <p:ext uri="{BB962C8B-B14F-4D97-AF65-F5344CB8AC3E}">
        <p14:creationId xmlns:p14="http://schemas.microsoft.com/office/powerpoint/2010/main" val="697607840"/>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userDrawn="1">
  <p:cSld name="3_Title and Content">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7CD000AF-B921-43E9-B432-355A07B6E46E}"/>
              </a:ext>
            </a:extLst>
          </p:cNvPr>
          <p:cNvSpPr/>
          <p:nvPr userDrawn="1"/>
        </p:nvSpPr>
        <p:spPr>
          <a:xfrm>
            <a:off x="0" y="6115986"/>
            <a:ext cx="10028420" cy="742013"/>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689536496"/>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userDrawn="1">
  <p:cSld name="Big text aligned right + Italic">
    <p:spTree>
      <p:nvGrpSpPr>
        <p:cNvPr id="1" name=""/>
        <p:cNvGrpSpPr/>
        <p:nvPr/>
      </p:nvGrpSpPr>
      <p:grpSpPr>
        <a:xfrm>
          <a:off x="0" y="0"/>
          <a:ext cx="0" cy="0"/>
          <a:chOff x="0" y="0"/>
          <a:chExt cx="0" cy="0"/>
        </a:xfrm>
      </p:grpSpPr>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a:t>Click to edit section name</a:t>
            </a:r>
            <a:endParaRPr lang="en-US" dirty="0"/>
          </a:p>
        </p:txBody>
      </p:sp>
      <p:sp>
        <p:nvSpPr>
          <p:cNvPr id="6" name="Shape 610" hidden="1">
            <a:extLst>
              <a:ext uri="{FF2B5EF4-FFF2-40B4-BE49-F238E27FC236}">
                <a16:creationId xmlns:a16="http://schemas.microsoft.com/office/drawing/2014/main" id="{C5B068B2-AEB9-41E6-AB3C-EA87FFB0FE76}"/>
              </a:ext>
            </a:extLst>
          </p:cNvPr>
          <p:cNvSpPr/>
          <p:nvPr userDrawn="1"/>
        </p:nvSpPr>
        <p:spPr>
          <a:xfrm>
            <a:off x="510238" y="2132869"/>
            <a:ext cx="6303518" cy="3103212"/>
          </a:xfrm>
          <a:prstGeom prst="rect">
            <a:avLst/>
          </a:prstGeom>
          <a:noFill/>
          <a:ln>
            <a:noFill/>
          </a:ln>
        </p:spPr>
        <p:txBody>
          <a:bodyPr lIns="91412" tIns="45700" rIns="91412" bIns="45700" anchor="t" anchorCtr="0">
            <a:noAutofit/>
          </a:bodyPr>
          <a:lstStyle/>
          <a:p>
            <a:pPr algn="r">
              <a:buSzPct val="25000"/>
            </a:pPr>
            <a:r>
              <a:rPr lang="en-GB" sz="2800" dirty="0">
                <a:latin typeface="Arial" panose="020B0604020202020204" pitchFamily="34" charset="0"/>
                <a:ea typeface="Roboto"/>
                <a:cs typeface="Arial" panose="020B0604020202020204" pitchFamily="34" charset="0"/>
                <a:sym typeface="Roboto"/>
              </a:rPr>
              <a:t>We have focused on </a:t>
            </a:r>
            <a:r>
              <a:rPr lang="en-GB" sz="2800" b="1" dirty="0">
                <a:latin typeface="Arial" panose="020B0604020202020204" pitchFamily="34" charset="0"/>
                <a:ea typeface="Roboto"/>
                <a:cs typeface="Arial" panose="020B0604020202020204" pitchFamily="34" charset="0"/>
                <a:sym typeface="Roboto"/>
              </a:rPr>
              <a:t>preparing and empowering BDT staff</a:t>
            </a:r>
            <a:r>
              <a:rPr lang="en-GB" sz="2800" dirty="0">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p:txBody>
      </p:sp>
      <p:sp>
        <p:nvSpPr>
          <p:cNvPr id="7" name="Subtitle 8">
            <a:extLst>
              <a:ext uri="{FF2B5EF4-FFF2-40B4-BE49-F238E27FC236}">
                <a16:creationId xmlns:a16="http://schemas.microsoft.com/office/drawing/2014/main" id="{A4620858-2872-44F6-B072-7E678A260322}"/>
              </a:ext>
            </a:extLst>
          </p:cNvPr>
          <p:cNvSpPr txBox="1">
            <a:spLocks/>
          </p:cNvSpPr>
          <p:nvPr userDrawn="1"/>
        </p:nvSpPr>
        <p:spPr>
          <a:xfrm>
            <a:off x="7295839" y="2132869"/>
            <a:ext cx="4663323" cy="4303496"/>
          </a:xfrm>
          <a:prstGeom prst="rect">
            <a:avLst/>
          </a:prstGeom>
        </p:spPr>
        <p:txBody>
          <a:bodyPr>
            <a:no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Arial" panose="020B0604020202020204" pitchFamily="34" charset="0"/>
                <a:ea typeface="+mn-ea"/>
                <a:cs typeface="Arial" panose="020B0604020202020204" pitchFamily="34" charset="0"/>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lnSpc>
                <a:spcPct val="100000"/>
              </a:lnSpc>
              <a:spcBef>
                <a:spcPts val="1800"/>
              </a:spcBef>
            </a:pPr>
            <a:endParaRPr lang="en-US" i="1" dirty="0">
              <a:solidFill>
                <a:schemeClr val="bg2">
                  <a:lumMod val="25000"/>
                </a:schemeClr>
              </a:solidFill>
              <a:latin typeface="Georgia" panose="02040502050405020303" pitchFamily="18" charset="0"/>
            </a:endParaRPr>
          </a:p>
        </p:txBody>
      </p:sp>
      <p:cxnSp>
        <p:nvCxnSpPr>
          <p:cNvPr id="11" name="Straight Connector 10">
            <a:extLst>
              <a:ext uri="{FF2B5EF4-FFF2-40B4-BE49-F238E27FC236}">
                <a16:creationId xmlns:a16="http://schemas.microsoft.com/office/drawing/2014/main" id="{BE0E510D-A28B-40D0-90A9-897A15E93F85}"/>
              </a:ext>
            </a:extLst>
          </p:cNvPr>
          <p:cNvCxnSpPr>
            <a:cxnSpLocks/>
          </p:cNvCxnSpPr>
          <p:nvPr userDrawn="1"/>
        </p:nvCxnSpPr>
        <p:spPr>
          <a:xfrm>
            <a:off x="7069545" y="2248302"/>
            <a:ext cx="0" cy="3133725"/>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4" name="Text Placeholder 3">
            <a:extLst>
              <a:ext uri="{FF2B5EF4-FFF2-40B4-BE49-F238E27FC236}">
                <a16:creationId xmlns:a16="http://schemas.microsoft.com/office/drawing/2014/main" id="{5B885EC5-B7E9-4FBB-A4AE-A260C8DCB031}"/>
              </a:ext>
            </a:extLst>
          </p:cNvPr>
          <p:cNvSpPr>
            <a:spLocks noGrp="1"/>
          </p:cNvSpPr>
          <p:nvPr>
            <p:ph type="body" sz="quarter" idx="11" hasCustomPrompt="1"/>
          </p:nvPr>
        </p:nvSpPr>
        <p:spPr>
          <a:xfrm>
            <a:off x="503238" y="2133600"/>
            <a:ext cx="6297612" cy="3079750"/>
          </a:xfrm>
        </p:spPr>
        <p:txBody>
          <a:bodyPr/>
          <a:lstStyle>
            <a:lvl1pPr marL="0" marR="0" indent="0" algn="r" defTabSz="914400" rtl="0" eaLnBrk="1" fontAlgn="auto" latinLnBrk="0" hangingPunct="1">
              <a:lnSpc>
                <a:spcPct val="100000"/>
              </a:lnSpc>
              <a:spcBef>
                <a:spcPts val="0"/>
              </a:spcBef>
              <a:spcAft>
                <a:spcPts val="0"/>
              </a:spcAft>
              <a:buClrTx/>
              <a:buSzPct val="25000"/>
              <a:buFontTx/>
              <a:buNone/>
              <a:tabLst/>
              <a:defRPr/>
            </a:lvl1pPr>
          </a:lstStyle>
          <a:p>
            <a:pPr marL="0" marR="0" lvl="0" indent="0" algn="r" defTabSz="914400" rtl="0" eaLnBrk="1" fontAlgn="auto" latinLnBrk="0" hangingPunct="1">
              <a:lnSpc>
                <a:spcPct val="100000"/>
              </a:lnSpc>
              <a:spcBef>
                <a:spcPts val="0"/>
              </a:spcBef>
              <a:spcAft>
                <a:spcPts val="0"/>
              </a:spcAft>
              <a:buClrTx/>
              <a:buSzPct val="25000"/>
              <a:buFontTx/>
              <a:buNone/>
              <a:tabLst/>
              <a:defRPr/>
            </a:pP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We have focused on </a:t>
            </a:r>
            <a:r>
              <a:rPr kumimoji="0" lang="en-GB" sz="2800" b="1"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preparing and empowering BDT staff</a:t>
            </a: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a:p>
            <a:pPr lvl="0"/>
            <a:endParaRPr lang="en-US" dirty="0"/>
          </a:p>
        </p:txBody>
      </p:sp>
      <p:sp>
        <p:nvSpPr>
          <p:cNvPr id="12" name="Text Placeholder 11">
            <a:extLst>
              <a:ext uri="{FF2B5EF4-FFF2-40B4-BE49-F238E27FC236}">
                <a16:creationId xmlns:a16="http://schemas.microsoft.com/office/drawing/2014/main" id="{2EFC6EC8-B366-4C1C-9E18-04E70FF727B4}"/>
              </a:ext>
            </a:extLst>
          </p:cNvPr>
          <p:cNvSpPr>
            <a:spLocks noGrp="1"/>
          </p:cNvSpPr>
          <p:nvPr>
            <p:ph type="body" sz="quarter" idx="12" hasCustomPrompt="1"/>
          </p:nvPr>
        </p:nvSpPr>
        <p:spPr>
          <a:xfrm>
            <a:off x="7296150" y="2133600"/>
            <a:ext cx="4683125" cy="3856038"/>
          </a:xfrm>
        </p:spPr>
        <p:txBody>
          <a:bodyPr/>
          <a:lstStyle>
            <a:lvl1pPr marL="0" marR="0" indent="0" algn="l" defTabSz="914400" rtl="0" eaLnBrk="1" fontAlgn="auto" latinLnBrk="0" hangingPunct="1">
              <a:lnSpc>
                <a:spcPct val="100000"/>
              </a:lnSpc>
              <a:spcBef>
                <a:spcPts val="1800"/>
              </a:spcBef>
              <a:spcAft>
                <a:spcPts val="0"/>
              </a:spcAft>
              <a:buClrTx/>
              <a:buSzTx/>
              <a:buFontTx/>
              <a:buNone/>
              <a:tabLst/>
              <a:defRPr sz="2400">
                <a:solidFill>
                  <a:schemeClr val="bg2">
                    <a:lumMod val="25000"/>
                  </a:schemeClr>
                </a:solidFill>
              </a:defRPr>
            </a:lvl1pPr>
          </a:lstStyle>
          <a:p>
            <a:pPr algn="l">
              <a:lnSpc>
                <a:spcPct val="100000"/>
              </a:lnSpc>
              <a:spcBef>
                <a:spcPts val="1800"/>
              </a:spcBef>
            </a:pPr>
            <a:r>
              <a:rPr lang="en-GB" i="1" dirty="0">
                <a:solidFill>
                  <a:schemeClr val="bg2">
                    <a:lumMod val="25000"/>
                  </a:schemeClr>
                </a:solidFill>
                <a:latin typeface="Georgia" panose="02040502050405020303" pitchFamily="18" charset="0"/>
              </a:rPr>
              <a:t>Multiple RBM workshops for</a:t>
            </a:r>
            <a:br>
              <a:rPr lang="en-GB" i="1" dirty="0">
                <a:solidFill>
                  <a:schemeClr val="bg2">
                    <a:lumMod val="25000"/>
                  </a:schemeClr>
                </a:solidFill>
                <a:latin typeface="Georgia" panose="02040502050405020303" pitchFamily="18" charset="0"/>
              </a:rPr>
            </a:br>
            <a:r>
              <a:rPr lang="en-GB" i="1" dirty="0">
                <a:solidFill>
                  <a:schemeClr val="bg2">
                    <a:lumMod val="25000"/>
                  </a:schemeClr>
                </a:solidFill>
                <a:latin typeface="Georgia" panose="02040502050405020303" pitchFamily="18" charset="0"/>
              </a:rPr>
              <a:t>all HQ-based teams and Regional Offices </a:t>
            </a:r>
          </a:p>
          <a:p>
            <a:pPr algn="l">
              <a:lnSpc>
                <a:spcPct val="100000"/>
              </a:lnSpc>
              <a:spcBef>
                <a:spcPts val="1800"/>
              </a:spcBef>
            </a:pPr>
            <a:r>
              <a:rPr lang="en-GB" i="1" dirty="0">
                <a:solidFill>
                  <a:schemeClr val="bg2">
                    <a:lumMod val="25000"/>
                  </a:schemeClr>
                </a:solidFill>
                <a:latin typeface="Georgia" panose="02040502050405020303" pitchFamily="18" charset="0"/>
              </a:rPr>
              <a:t>Project Management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Communication for Development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Procurement training</a:t>
            </a:r>
            <a:endParaRPr lang="en-US" i="1" dirty="0">
              <a:solidFill>
                <a:schemeClr val="bg2">
                  <a:lumMod val="25000"/>
                </a:schemeClr>
              </a:solidFill>
              <a:latin typeface="Georgia" panose="02040502050405020303" pitchFamily="18" charset="0"/>
            </a:endParaRPr>
          </a:p>
          <a:p>
            <a:pPr lvl="0"/>
            <a:endParaRPr lang="en-US" dirty="0"/>
          </a:p>
        </p:txBody>
      </p:sp>
    </p:spTree>
    <p:extLst>
      <p:ext uri="{BB962C8B-B14F-4D97-AF65-F5344CB8AC3E}">
        <p14:creationId xmlns:p14="http://schemas.microsoft.com/office/powerpoint/2010/main" val="244508481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Big text two columns">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725414" y="2033625"/>
            <a:ext cx="8999926" cy="4067251"/>
          </a:xfrm>
        </p:spPr>
        <p:txBody>
          <a:bodyPr numCol="2" spcCol="274320">
            <a:noAutofit/>
          </a:bodyPr>
          <a:lstStyle>
            <a:lvl1pPr marL="91440" marR="0" indent="0" algn="l" defTabSz="914400" rtl="0" eaLnBrk="1" fontAlgn="auto" latinLnBrk="0" hangingPunct="1">
              <a:lnSpc>
                <a:spcPct val="100000"/>
              </a:lnSpc>
              <a:spcBef>
                <a:spcPts val="1000"/>
              </a:spcBef>
              <a:spcAft>
                <a:spcPts val="0"/>
              </a:spcAft>
              <a:buClr>
                <a:srgbClr val="009CD6"/>
              </a:buClr>
              <a:buSzPct val="110000"/>
              <a:buFontTx/>
              <a:buNone/>
              <a:tabLst/>
              <a:defRPr sz="2400" spc="20"/>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Donec </a:t>
            </a:r>
            <a:r>
              <a:rPr lang="en-US" dirty="0" err="1"/>
              <a:t>quam</a:t>
            </a:r>
            <a:r>
              <a:rPr lang="en-US" dirty="0"/>
              <a:t> </a:t>
            </a:r>
            <a:r>
              <a:rPr lang="en-US" dirty="0" err="1"/>
              <a:t>felis</a:t>
            </a:r>
            <a:r>
              <a:rPr lang="en-US" dirty="0"/>
              <a:t>, </a:t>
            </a:r>
            <a:r>
              <a:rPr lang="en-US" dirty="0" err="1"/>
              <a:t>ultricies</a:t>
            </a:r>
            <a:r>
              <a:rPr lang="en-US" dirty="0"/>
              <a:t> </a:t>
            </a:r>
            <a:r>
              <a:rPr lang="en-US" dirty="0" err="1"/>
              <a:t>nec</a:t>
            </a:r>
            <a:r>
              <a:rPr lang="en-US" dirty="0"/>
              <a:t>, </a:t>
            </a:r>
            <a:r>
              <a:rPr lang="en-US" dirty="0" err="1"/>
              <a:t>pellentesque</a:t>
            </a:r>
            <a:r>
              <a:rPr lang="en-US" dirty="0"/>
              <a:t> </a:t>
            </a:r>
            <a:r>
              <a:rPr lang="en-US" dirty="0" err="1"/>
              <a:t>eu</a:t>
            </a:r>
            <a:r>
              <a:rPr lang="en-US" dirty="0"/>
              <a:t>, </a:t>
            </a:r>
            <a:r>
              <a:rPr lang="en-US" dirty="0" err="1"/>
              <a:t>pretium</a:t>
            </a:r>
            <a:r>
              <a:rPr lang="en-US" dirty="0"/>
              <a:t> </a:t>
            </a:r>
            <a:r>
              <a:rPr lang="en-US" dirty="0" err="1"/>
              <a:t>quis</a:t>
            </a:r>
            <a:r>
              <a:rPr lang="en-US" dirty="0"/>
              <a:t>, sem. </a:t>
            </a:r>
          </a:p>
          <a:p>
            <a:pPr lvl="0"/>
            <a:r>
              <a:rPr lang="en-US" dirty="0" err="1"/>
              <a:t>Nulla</a:t>
            </a:r>
            <a:r>
              <a:rPr lang="en-US" dirty="0"/>
              <a:t> </a:t>
            </a:r>
            <a:r>
              <a:rPr lang="en-US" dirty="0" err="1"/>
              <a:t>consequat</a:t>
            </a:r>
            <a:r>
              <a:rPr lang="en-US" dirty="0"/>
              <a:t> </a:t>
            </a:r>
            <a:r>
              <a:rPr lang="en-US" dirty="0" err="1"/>
              <a:t>massa</a:t>
            </a:r>
            <a:r>
              <a:rPr lang="en-US" dirty="0"/>
              <a:t> </a:t>
            </a:r>
            <a:r>
              <a:rPr lang="en-US" dirty="0" err="1"/>
              <a:t>quis</a:t>
            </a:r>
            <a:r>
              <a:rPr lang="en-US" dirty="0"/>
              <a:t> </a:t>
            </a:r>
            <a:r>
              <a:rPr lang="en-US" dirty="0" err="1"/>
              <a:t>enim</a:t>
            </a:r>
            <a:r>
              <a:rPr lang="en-US" dirty="0"/>
              <a:t>. Donec </a:t>
            </a:r>
            <a:r>
              <a:rPr lang="en-US" dirty="0" err="1"/>
              <a:t>pede</a:t>
            </a:r>
            <a:r>
              <a:rPr lang="en-US" dirty="0"/>
              <a:t> </a:t>
            </a:r>
            <a:r>
              <a:rPr lang="en-US" dirty="0" err="1"/>
              <a:t>justo</a:t>
            </a:r>
            <a:r>
              <a:rPr lang="en-US" dirty="0"/>
              <a:t>, </a:t>
            </a:r>
            <a:r>
              <a:rPr lang="en-US" dirty="0" err="1"/>
              <a:t>fringilla</a:t>
            </a:r>
            <a:r>
              <a:rPr lang="en-US" dirty="0"/>
              <a:t> vel, </a:t>
            </a:r>
            <a:r>
              <a:rPr lang="en-US" dirty="0" err="1"/>
              <a:t>aliquet</a:t>
            </a:r>
            <a:r>
              <a:rPr lang="en-US" dirty="0"/>
              <a:t> </a:t>
            </a:r>
            <a:r>
              <a:rPr lang="en-US" dirty="0" err="1"/>
              <a:t>nec</a:t>
            </a:r>
            <a:r>
              <a:rPr lang="en-US" dirty="0"/>
              <a:t>.</a:t>
            </a:r>
          </a:p>
          <a:p>
            <a:pPr marL="91440" marR="0" lvl="0" indent="0" algn="l" defTabSz="914400" rtl="0" eaLnBrk="1" fontAlgn="auto" latinLnBrk="0" hangingPunct="1">
              <a:lnSpc>
                <a:spcPct val="100000"/>
              </a:lnSpc>
              <a:spcBef>
                <a:spcPts val="1000"/>
              </a:spcBef>
              <a:spcAft>
                <a:spcPts val="0"/>
              </a:spcAft>
              <a:buClr>
                <a:srgbClr val="009CD6"/>
              </a:buClr>
              <a:buSzPct val="110000"/>
              <a:buFontTx/>
              <a:buNone/>
              <a:tabLst/>
              <a:defRPr/>
            </a:pPr>
            <a:r>
              <a:rPr lang="en-US" dirty="0"/>
              <a:t>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Donec </a:t>
            </a:r>
            <a:r>
              <a:rPr lang="en-US" dirty="0" err="1"/>
              <a:t>quam</a:t>
            </a:r>
            <a:r>
              <a:rPr lang="en-US" dirty="0"/>
              <a:t> </a:t>
            </a:r>
            <a:r>
              <a:rPr lang="en-US" dirty="0" err="1"/>
              <a:t>felis</a:t>
            </a:r>
            <a:r>
              <a:rPr lang="en-US" dirty="0"/>
              <a:t>, </a:t>
            </a:r>
            <a:r>
              <a:rPr lang="en-US" dirty="0" err="1"/>
              <a:t>ultricies</a:t>
            </a:r>
            <a:r>
              <a:rPr lang="en-US" dirty="0"/>
              <a:t> </a:t>
            </a:r>
            <a:r>
              <a:rPr lang="en-US" dirty="0" err="1"/>
              <a:t>nec</a:t>
            </a:r>
            <a:r>
              <a:rPr lang="en-US" dirty="0"/>
              <a:t>, </a:t>
            </a:r>
            <a:r>
              <a:rPr lang="en-US" dirty="0" err="1"/>
              <a:t>pellentesque</a:t>
            </a:r>
            <a:r>
              <a:rPr lang="en-US" dirty="0"/>
              <a:t> </a:t>
            </a:r>
            <a:r>
              <a:rPr lang="en-US" dirty="0" err="1"/>
              <a:t>eu</a:t>
            </a:r>
            <a:r>
              <a:rPr lang="en-US" dirty="0"/>
              <a:t>, </a:t>
            </a:r>
            <a:r>
              <a:rPr lang="en-US" dirty="0" err="1"/>
              <a:t>pretium</a:t>
            </a:r>
            <a:r>
              <a:rPr lang="en-US" dirty="0"/>
              <a:t> </a:t>
            </a:r>
            <a:r>
              <a:rPr lang="en-US" dirty="0" err="1"/>
              <a:t>quis</a:t>
            </a:r>
            <a:r>
              <a:rPr lang="en-US" dirty="0"/>
              <a:t>, sem.</a:t>
            </a:r>
          </a:p>
        </p:txBody>
      </p:sp>
      <p:sp>
        <p:nvSpPr>
          <p:cNvPr id="8" name="Title 1">
            <a:extLst>
              <a:ext uri="{FF2B5EF4-FFF2-40B4-BE49-F238E27FC236}">
                <a16:creationId xmlns:a16="http://schemas.microsoft.com/office/drawing/2014/main" id="{2068AA50-AAA8-4842-ABF3-40CA7CFE97D8}"/>
              </a:ext>
            </a:extLst>
          </p:cNvPr>
          <p:cNvSpPr>
            <a:spLocks noGrp="1"/>
          </p:cNvSpPr>
          <p:nvPr>
            <p:ph type="title" hasCustomPrompt="1"/>
          </p:nvPr>
        </p:nvSpPr>
        <p:spPr>
          <a:xfrm>
            <a:off x="719358" y="685156"/>
            <a:ext cx="8999926" cy="597012"/>
          </a:xfrm>
          <a:prstGeom prst="rect">
            <a:avLst/>
          </a:prstGeom>
        </p:spPr>
        <p:txBody>
          <a:bodyPr>
            <a:noAutofit/>
          </a:bodyPr>
          <a:lstStyle>
            <a:lvl1pPr>
              <a:defRPr sz="2800"/>
            </a:lvl1pPr>
          </a:lstStyle>
          <a:p>
            <a:pPr lvl="0"/>
            <a:r>
              <a:rPr lang="en-US" dirty="0"/>
              <a:t>Click to edit Master text styles</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506702601"/>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Big text 1 column">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725414" y="2033625"/>
            <a:ext cx="6297178" cy="4067251"/>
          </a:xfrm>
        </p:spPr>
        <p:txBody>
          <a:bodyPr numCol="1" spcCol="274320">
            <a:noAutofit/>
          </a:bodyPr>
          <a:lstStyle>
            <a:lvl1pPr marL="91440" marR="0" indent="0" algn="l" defTabSz="914400" rtl="0" eaLnBrk="1" fontAlgn="auto" latinLnBrk="0" hangingPunct="1">
              <a:lnSpc>
                <a:spcPct val="100000"/>
              </a:lnSpc>
              <a:spcBef>
                <a:spcPts val="1000"/>
              </a:spcBef>
              <a:spcAft>
                <a:spcPts val="0"/>
              </a:spcAft>
              <a:buClr>
                <a:srgbClr val="009CD6"/>
              </a:buClr>
              <a:buSzPct val="110000"/>
              <a:buFontTx/>
              <a:buNone/>
              <a:tabLst/>
              <a:defRPr sz="2400" spc="20"/>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Donec </a:t>
            </a:r>
            <a:r>
              <a:rPr lang="en-US" dirty="0" err="1"/>
              <a:t>quam</a:t>
            </a:r>
            <a:r>
              <a:rPr lang="en-US" dirty="0"/>
              <a:t> </a:t>
            </a:r>
            <a:r>
              <a:rPr lang="en-US" dirty="0" err="1"/>
              <a:t>felis</a:t>
            </a:r>
            <a:r>
              <a:rPr lang="en-US" dirty="0"/>
              <a:t>, </a:t>
            </a:r>
            <a:r>
              <a:rPr lang="en-US" dirty="0" err="1"/>
              <a:t>ultricies</a:t>
            </a:r>
            <a:r>
              <a:rPr lang="en-US" dirty="0"/>
              <a:t> </a:t>
            </a:r>
            <a:r>
              <a:rPr lang="en-US" dirty="0" err="1"/>
              <a:t>nec</a:t>
            </a:r>
            <a:r>
              <a:rPr lang="en-US" dirty="0"/>
              <a:t>, </a:t>
            </a:r>
            <a:r>
              <a:rPr lang="en-US" dirty="0" err="1"/>
              <a:t>pellentesque</a:t>
            </a:r>
            <a:r>
              <a:rPr lang="en-US" dirty="0"/>
              <a:t> </a:t>
            </a:r>
            <a:r>
              <a:rPr lang="en-US" dirty="0" err="1"/>
              <a:t>eu</a:t>
            </a:r>
            <a:r>
              <a:rPr lang="en-US" dirty="0"/>
              <a:t>, </a:t>
            </a:r>
            <a:r>
              <a:rPr lang="en-US" dirty="0" err="1"/>
              <a:t>pretium</a:t>
            </a:r>
            <a:r>
              <a:rPr lang="en-US" dirty="0"/>
              <a:t> </a:t>
            </a:r>
            <a:r>
              <a:rPr lang="en-US" dirty="0" err="1"/>
              <a:t>quis</a:t>
            </a:r>
            <a:r>
              <a:rPr lang="en-US" dirty="0"/>
              <a:t>, sem. </a:t>
            </a:r>
          </a:p>
        </p:txBody>
      </p:sp>
      <p:sp>
        <p:nvSpPr>
          <p:cNvPr id="8" name="Title 1">
            <a:extLst>
              <a:ext uri="{FF2B5EF4-FFF2-40B4-BE49-F238E27FC236}">
                <a16:creationId xmlns:a16="http://schemas.microsoft.com/office/drawing/2014/main" id="{2068AA50-AAA8-4842-ABF3-40CA7CFE97D8}"/>
              </a:ext>
            </a:extLst>
          </p:cNvPr>
          <p:cNvSpPr>
            <a:spLocks noGrp="1"/>
          </p:cNvSpPr>
          <p:nvPr>
            <p:ph type="title" hasCustomPrompt="1"/>
          </p:nvPr>
        </p:nvSpPr>
        <p:spPr>
          <a:xfrm>
            <a:off x="719358" y="685156"/>
            <a:ext cx="8999926" cy="597012"/>
          </a:xfrm>
          <a:prstGeom prst="rect">
            <a:avLst/>
          </a:prstGeom>
        </p:spPr>
        <p:txBody>
          <a:bodyPr>
            <a:noAutofit/>
          </a:bodyPr>
          <a:lstStyle>
            <a:lvl1pPr>
              <a:defRPr sz="2800"/>
            </a:lvl1pPr>
          </a:lstStyle>
          <a:p>
            <a:pPr lvl="0"/>
            <a:r>
              <a:rPr lang="en-US" dirty="0"/>
              <a:t>Click to edit Master text styles</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564074321"/>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Big text aligned right + Italic">
    <p:spTree>
      <p:nvGrpSpPr>
        <p:cNvPr id="1" name=""/>
        <p:cNvGrpSpPr/>
        <p:nvPr/>
      </p:nvGrpSpPr>
      <p:grpSpPr>
        <a:xfrm>
          <a:off x="0" y="0"/>
          <a:ext cx="0" cy="0"/>
          <a:chOff x="0" y="0"/>
          <a:chExt cx="0" cy="0"/>
        </a:xfrm>
      </p:grpSpPr>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a:t>Click to edit section name</a:t>
            </a:r>
            <a:endParaRPr lang="en-US" dirty="0"/>
          </a:p>
        </p:txBody>
      </p:sp>
      <p:sp>
        <p:nvSpPr>
          <p:cNvPr id="6" name="Shape 610" hidden="1">
            <a:extLst>
              <a:ext uri="{FF2B5EF4-FFF2-40B4-BE49-F238E27FC236}">
                <a16:creationId xmlns:a16="http://schemas.microsoft.com/office/drawing/2014/main" id="{C5B068B2-AEB9-41E6-AB3C-EA87FFB0FE76}"/>
              </a:ext>
            </a:extLst>
          </p:cNvPr>
          <p:cNvSpPr/>
          <p:nvPr userDrawn="1"/>
        </p:nvSpPr>
        <p:spPr>
          <a:xfrm>
            <a:off x="510238" y="2132869"/>
            <a:ext cx="6303518" cy="3103212"/>
          </a:xfrm>
          <a:prstGeom prst="rect">
            <a:avLst/>
          </a:prstGeom>
          <a:noFill/>
          <a:ln>
            <a:noFill/>
          </a:ln>
        </p:spPr>
        <p:txBody>
          <a:bodyPr lIns="91412" tIns="45700" rIns="91412" bIns="45700" anchor="t" anchorCtr="0">
            <a:noAutofit/>
          </a:bodyPr>
          <a:lstStyle/>
          <a:p>
            <a:pPr algn="r">
              <a:buSzPct val="25000"/>
            </a:pPr>
            <a:r>
              <a:rPr lang="en-GB" sz="2800" dirty="0">
                <a:latin typeface="Arial" panose="020B0604020202020204" pitchFamily="34" charset="0"/>
                <a:ea typeface="Roboto"/>
                <a:cs typeface="Arial" panose="020B0604020202020204" pitchFamily="34" charset="0"/>
                <a:sym typeface="Roboto"/>
              </a:rPr>
              <a:t>We have focused on </a:t>
            </a:r>
            <a:r>
              <a:rPr lang="en-GB" sz="2800" b="1" dirty="0">
                <a:latin typeface="Arial" panose="020B0604020202020204" pitchFamily="34" charset="0"/>
                <a:ea typeface="Roboto"/>
                <a:cs typeface="Arial" panose="020B0604020202020204" pitchFamily="34" charset="0"/>
                <a:sym typeface="Roboto"/>
              </a:rPr>
              <a:t>preparing and empowering BDT staff</a:t>
            </a:r>
            <a:r>
              <a:rPr lang="en-GB" sz="2800" dirty="0">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p:txBody>
      </p:sp>
      <p:sp>
        <p:nvSpPr>
          <p:cNvPr id="7" name="Subtitle 8">
            <a:extLst>
              <a:ext uri="{FF2B5EF4-FFF2-40B4-BE49-F238E27FC236}">
                <a16:creationId xmlns:a16="http://schemas.microsoft.com/office/drawing/2014/main" id="{A4620858-2872-44F6-B072-7E678A260322}"/>
              </a:ext>
            </a:extLst>
          </p:cNvPr>
          <p:cNvSpPr txBox="1">
            <a:spLocks/>
          </p:cNvSpPr>
          <p:nvPr userDrawn="1"/>
        </p:nvSpPr>
        <p:spPr>
          <a:xfrm>
            <a:off x="7295839" y="2132869"/>
            <a:ext cx="4663323" cy="4303496"/>
          </a:xfrm>
          <a:prstGeom prst="rect">
            <a:avLst/>
          </a:prstGeom>
        </p:spPr>
        <p:txBody>
          <a:bodyPr>
            <a:no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Arial" panose="020B0604020202020204" pitchFamily="34" charset="0"/>
                <a:ea typeface="+mn-ea"/>
                <a:cs typeface="Arial" panose="020B0604020202020204" pitchFamily="34" charset="0"/>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lnSpc>
                <a:spcPct val="100000"/>
              </a:lnSpc>
              <a:spcBef>
                <a:spcPts val="1800"/>
              </a:spcBef>
            </a:pPr>
            <a:endParaRPr lang="en-US" i="1" dirty="0">
              <a:solidFill>
                <a:schemeClr val="bg2">
                  <a:lumMod val="25000"/>
                </a:schemeClr>
              </a:solidFill>
              <a:latin typeface="Georgia" panose="02040502050405020303" pitchFamily="18" charset="0"/>
            </a:endParaRPr>
          </a:p>
        </p:txBody>
      </p:sp>
      <p:cxnSp>
        <p:nvCxnSpPr>
          <p:cNvPr id="11" name="Straight Connector 10">
            <a:extLst>
              <a:ext uri="{FF2B5EF4-FFF2-40B4-BE49-F238E27FC236}">
                <a16:creationId xmlns:a16="http://schemas.microsoft.com/office/drawing/2014/main" id="{BE0E510D-A28B-40D0-90A9-897A15E93F85}"/>
              </a:ext>
            </a:extLst>
          </p:cNvPr>
          <p:cNvCxnSpPr>
            <a:cxnSpLocks/>
          </p:cNvCxnSpPr>
          <p:nvPr userDrawn="1"/>
        </p:nvCxnSpPr>
        <p:spPr>
          <a:xfrm>
            <a:off x="7069545" y="2248302"/>
            <a:ext cx="0" cy="3133725"/>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4" name="Text Placeholder 3">
            <a:extLst>
              <a:ext uri="{FF2B5EF4-FFF2-40B4-BE49-F238E27FC236}">
                <a16:creationId xmlns:a16="http://schemas.microsoft.com/office/drawing/2014/main" id="{5B885EC5-B7E9-4FBB-A4AE-A260C8DCB031}"/>
              </a:ext>
            </a:extLst>
          </p:cNvPr>
          <p:cNvSpPr>
            <a:spLocks noGrp="1"/>
          </p:cNvSpPr>
          <p:nvPr>
            <p:ph type="body" sz="quarter" idx="11" hasCustomPrompt="1"/>
          </p:nvPr>
        </p:nvSpPr>
        <p:spPr>
          <a:xfrm>
            <a:off x="503238" y="2133600"/>
            <a:ext cx="6297612" cy="3079750"/>
          </a:xfrm>
        </p:spPr>
        <p:txBody>
          <a:bodyPr/>
          <a:lstStyle>
            <a:lvl1pPr marL="0" marR="0" indent="0" algn="r" defTabSz="914400" rtl="0" eaLnBrk="1" fontAlgn="auto" latinLnBrk="0" hangingPunct="1">
              <a:lnSpc>
                <a:spcPct val="100000"/>
              </a:lnSpc>
              <a:spcBef>
                <a:spcPts val="0"/>
              </a:spcBef>
              <a:spcAft>
                <a:spcPts val="0"/>
              </a:spcAft>
              <a:buClrTx/>
              <a:buSzPct val="25000"/>
              <a:buFontTx/>
              <a:buNone/>
              <a:tabLst/>
              <a:defRPr/>
            </a:lvl1pPr>
          </a:lstStyle>
          <a:p>
            <a:pPr marL="0" marR="0" lvl="0" indent="0" algn="r" defTabSz="914400" rtl="0" eaLnBrk="1" fontAlgn="auto" latinLnBrk="0" hangingPunct="1">
              <a:lnSpc>
                <a:spcPct val="100000"/>
              </a:lnSpc>
              <a:spcBef>
                <a:spcPts val="0"/>
              </a:spcBef>
              <a:spcAft>
                <a:spcPts val="0"/>
              </a:spcAft>
              <a:buClrTx/>
              <a:buSzPct val="25000"/>
              <a:buFontTx/>
              <a:buNone/>
              <a:tabLst/>
              <a:defRPr/>
            </a:pP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We have focused on </a:t>
            </a:r>
            <a:r>
              <a:rPr kumimoji="0" lang="en-GB" sz="2800" b="1"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preparing and empowering BDT staff</a:t>
            </a: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a:p>
            <a:pPr lvl="0"/>
            <a:endParaRPr lang="en-US" dirty="0"/>
          </a:p>
        </p:txBody>
      </p:sp>
      <p:sp>
        <p:nvSpPr>
          <p:cNvPr id="12" name="Text Placeholder 11">
            <a:extLst>
              <a:ext uri="{FF2B5EF4-FFF2-40B4-BE49-F238E27FC236}">
                <a16:creationId xmlns:a16="http://schemas.microsoft.com/office/drawing/2014/main" id="{2EFC6EC8-B366-4C1C-9E18-04E70FF727B4}"/>
              </a:ext>
            </a:extLst>
          </p:cNvPr>
          <p:cNvSpPr>
            <a:spLocks noGrp="1"/>
          </p:cNvSpPr>
          <p:nvPr>
            <p:ph type="body" sz="quarter" idx="12" hasCustomPrompt="1"/>
          </p:nvPr>
        </p:nvSpPr>
        <p:spPr>
          <a:xfrm>
            <a:off x="7296150" y="2133600"/>
            <a:ext cx="4683125" cy="3856038"/>
          </a:xfrm>
        </p:spPr>
        <p:txBody>
          <a:bodyPr/>
          <a:lstStyle>
            <a:lvl1pPr marL="0" marR="0" indent="0" algn="l" defTabSz="914400" rtl="0" eaLnBrk="1" fontAlgn="auto" latinLnBrk="0" hangingPunct="1">
              <a:lnSpc>
                <a:spcPct val="100000"/>
              </a:lnSpc>
              <a:spcBef>
                <a:spcPts val="1800"/>
              </a:spcBef>
              <a:spcAft>
                <a:spcPts val="0"/>
              </a:spcAft>
              <a:buClrTx/>
              <a:buSzTx/>
              <a:buFontTx/>
              <a:buNone/>
              <a:tabLst/>
              <a:defRPr sz="2400">
                <a:solidFill>
                  <a:schemeClr val="bg2">
                    <a:lumMod val="25000"/>
                  </a:schemeClr>
                </a:solidFill>
              </a:defRPr>
            </a:lvl1pPr>
          </a:lstStyle>
          <a:p>
            <a:pPr algn="l">
              <a:lnSpc>
                <a:spcPct val="100000"/>
              </a:lnSpc>
              <a:spcBef>
                <a:spcPts val="1800"/>
              </a:spcBef>
            </a:pPr>
            <a:r>
              <a:rPr lang="en-GB" i="1" dirty="0">
                <a:solidFill>
                  <a:schemeClr val="bg2">
                    <a:lumMod val="25000"/>
                  </a:schemeClr>
                </a:solidFill>
                <a:latin typeface="Georgia" panose="02040502050405020303" pitchFamily="18" charset="0"/>
              </a:rPr>
              <a:t>Multiple RBM workshops for</a:t>
            </a:r>
            <a:br>
              <a:rPr lang="en-GB" i="1" dirty="0">
                <a:solidFill>
                  <a:schemeClr val="bg2">
                    <a:lumMod val="25000"/>
                  </a:schemeClr>
                </a:solidFill>
                <a:latin typeface="Georgia" panose="02040502050405020303" pitchFamily="18" charset="0"/>
              </a:rPr>
            </a:br>
            <a:r>
              <a:rPr lang="en-GB" i="1" dirty="0">
                <a:solidFill>
                  <a:schemeClr val="bg2">
                    <a:lumMod val="25000"/>
                  </a:schemeClr>
                </a:solidFill>
                <a:latin typeface="Georgia" panose="02040502050405020303" pitchFamily="18" charset="0"/>
              </a:rPr>
              <a:t>all HQ-based teams and Regional Offices </a:t>
            </a:r>
          </a:p>
          <a:p>
            <a:pPr algn="l">
              <a:lnSpc>
                <a:spcPct val="100000"/>
              </a:lnSpc>
              <a:spcBef>
                <a:spcPts val="1800"/>
              </a:spcBef>
            </a:pPr>
            <a:r>
              <a:rPr lang="en-GB" i="1" dirty="0">
                <a:solidFill>
                  <a:schemeClr val="bg2">
                    <a:lumMod val="25000"/>
                  </a:schemeClr>
                </a:solidFill>
                <a:latin typeface="Georgia" panose="02040502050405020303" pitchFamily="18" charset="0"/>
              </a:rPr>
              <a:t>Project Management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Communication for Development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Procurement training</a:t>
            </a:r>
            <a:endParaRPr lang="en-US" i="1" dirty="0">
              <a:solidFill>
                <a:schemeClr val="bg2">
                  <a:lumMod val="25000"/>
                </a:schemeClr>
              </a:solidFill>
              <a:latin typeface="Georgia" panose="02040502050405020303" pitchFamily="18" charset="0"/>
            </a:endParaRPr>
          </a:p>
          <a:p>
            <a:pPr lvl="0"/>
            <a:endParaRPr lang="en-US" dirty="0"/>
          </a:p>
        </p:txBody>
      </p:sp>
    </p:spTree>
    <p:extLst>
      <p:ext uri="{BB962C8B-B14F-4D97-AF65-F5344CB8AC3E}">
        <p14:creationId xmlns:p14="http://schemas.microsoft.com/office/powerpoint/2010/main" val="346337627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Quote with big quote marks">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1520946" y="2336800"/>
            <a:ext cx="9150108" cy="3764076"/>
          </a:xfrm>
        </p:spPr>
        <p:txBody>
          <a:bodyPr numCol="1" spcCol="274320">
            <a:noAutofit/>
          </a:bodyPr>
          <a:lstStyle>
            <a:lvl1pPr marL="91440" indent="0">
              <a:lnSpc>
                <a:spcPct val="100000"/>
              </a:lnSpc>
              <a:buClr>
                <a:srgbClr val="009CD6"/>
              </a:buClr>
              <a:buFontTx/>
              <a:buNone/>
              <a:defRPr sz="3200" i="1" spc="20">
                <a:latin typeface="Georgia" panose="02040502050405020303" pitchFamily="18" charset="0"/>
              </a:defRPr>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lgn="l">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987959152"/>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Quote with photo">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1520946" y="2658534"/>
            <a:ext cx="9150108" cy="3764076"/>
          </a:xfrm>
        </p:spPr>
        <p:txBody>
          <a:bodyPr numCol="1" spcCol="274320">
            <a:noAutofit/>
          </a:bodyPr>
          <a:lstStyle>
            <a:lvl1pPr marL="91440" indent="0">
              <a:lnSpc>
                <a:spcPct val="100000"/>
              </a:lnSpc>
              <a:buClr>
                <a:srgbClr val="009CD6"/>
              </a:buClr>
              <a:buFontTx/>
              <a:buNone/>
              <a:defRPr sz="3200" i="1" spc="20">
                <a:latin typeface="Georgia" panose="02040502050405020303" pitchFamily="18" charset="0"/>
              </a:defRPr>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lgn="l">
              <a:buNone/>
              <a:defRPr sz="1600">
                <a:solidFill>
                  <a:schemeClr val="accent2"/>
                </a:solidFill>
              </a:defRPr>
            </a:lvl1pPr>
          </a:lstStyle>
          <a:p>
            <a:pPr lvl="0"/>
            <a:r>
              <a:rPr lang="en-US" dirty="0"/>
              <a:t>Click to edit section name</a:t>
            </a:r>
          </a:p>
        </p:txBody>
      </p:sp>
      <p:sp>
        <p:nvSpPr>
          <p:cNvPr id="6" name="Picture Placeholder 5">
            <a:extLst>
              <a:ext uri="{FF2B5EF4-FFF2-40B4-BE49-F238E27FC236}">
                <a16:creationId xmlns:a16="http://schemas.microsoft.com/office/drawing/2014/main" id="{BE0DB947-B9BF-4F5D-BCB3-A4E551A7C958}"/>
              </a:ext>
            </a:extLst>
          </p:cNvPr>
          <p:cNvSpPr>
            <a:spLocks noGrp="1"/>
          </p:cNvSpPr>
          <p:nvPr>
            <p:ph type="pic" sz="quarter" idx="11" hasCustomPrompt="1"/>
          </p:nvPr>
        </p:nvSpPr>
        <p:spPr>
          <a:xfrm>
            <a:off x="5473700" y="1215232"/>
            <a:ext cx="1244600" cy="1244600"/>
          </a:xfrm>
          <a:prstGeom prst="flowChartConnector">
            <a:avLst/>
          </a:prstGeom>
          <a:solidFill>
            <a:schemeClr val="bg1">
              <a:lumMod val="85000"/>
            </a:schemeClr>
          </a:solidFill>
        </p:spPr>
        <p:txBody>
          <a:bodyPr anchor="ctr"/>
          <a:lstStyle>
            <a:lvl1pPr>
              <a:defRPr sz="1400" b="0"/>
            </a:lvl1pPr>
          </a:lstStyle>
          <a:p>
            <a:r>
              <a:rPr lang="en-US" dirty="0"/>
              <a:t>Insert</a:t>
            </a:r>
            <a:br>
              <a:rPr lang="en-US" dirty="0"/>
            </a:br>
            <a:r>
              <a:rPr lang="en-US" dirty="0"/>
              <a:t>Photo</a:t>
            </a:r>
          </a:p>
        </p:txBody>
      </p:sp>
    </p:spTree>
    <p:extLst>
      <p:ext uri="{BB962C8B-B14F-4D97-AF65-F5344CB8AC3E}">
        <p14:creationId xmlns:p14="http://schemas.microsoft.com/office/powerpoint/2010/main" val="106831931"/>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Title + large image (light blue bg) 2">
    <p:spTree>
      <p:nvGrpSpPr>
        <p:cNvPr id="1" name=""/>
        <p:cNvGrpSpPr/>
        <p:nvPr/>
      </p:nvGrpSpPr>
      <p:grpSpPr>
        <a:xfrm>
          <a:off x="0" y="0"/>
          <a:ext cx="0" cy="0"/>
          <a:chOff x="0" y="0"/>
          <a:chExt cx="0" cy="0"/>
        </a:xfrm>
      </p:grpSpPr>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698526" y="1881427"/>
            <a:ext cx="10976290" cy="3985973"/>
          </a:xfrm>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cxnSp>
        <p:nvCxnSpPr>
          <p:cNvPr id="6" name="Straight Connector 5">
            <a:extLst>
              <a:ext uri="{FF2B5EF4-FFF2-40B4-BE49-F238E27FC236}">
                <a16:creationId xmlns:a16="http://schemas.microsoft.com/office/drawing/2014/main" id="{E7FA0E66-7846-4BCB-AE09-F966602C759F}"/>
              </a:ext>
            </a:extLst>
          </p:cNvPr>
          <p:cNvCxnSpPr/>
          <p:nvPr userDrawn="1"/>
        </p:nvCxnSpPr>
        <p:spPr>
          <a:xfrm>
            <a:off x="607468"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9" name="Text Placeholder 3">
            <a:extLst>
              <a:ext uri="{FF2B5EF4-FFF2-40B4-BE49-F238E27FC236}">
                <a16:creationId xmlns:a16="http://schemas.microsoft.com/office/drawing/2014/main" id="{CF0B2556-6FCF-4306-988D-12A70352A48D}"/>
              </a:ext>
            </a:extLst>
          </p:cNvPr>
          <p:cNvSpPr>
            <a:spLocks noGrp="1"/>
          </p:cNvSpPr>
          <p:nvPr>
            <p:ph type="body" sz="quarter" idx="10"/>
          </p:nvPr>
        </p:nvSpPr>
        <p:spPr>
          <a:xfrm>
            <a:off x="607468" y="313371"/>
            <a:ext cx="4554538" cy="308803"/>
          </a:xfrm>
        </p:spPr>
        <p:txBody>
          <a:bodyPr anchor="ctr"/>
          <a:lstStyle>
            <a:lvl1pPr marL="91440" indent="0">
              <a:buNone/>
              <a:defRPr sz="1600">
                <a:solidFill>
                  <a:schemeClr val="accent2"/>
                </a:solidFill>
              </a:defRPr>
            </a:lvl1pPr>
          </a:lstStyle>
          <a:p>
            <a:pPr lvl="0"/>
            <a:r>
              <a:rPr lang="en-US" dirty="0"/>
              <a:t>Click to edit Master text styles</a:t>
            </a:r>
          </a:p>
        </p:txBody>
      </p:sp>
      <p:sp>
        <p:nvSpPr>
          <p:cNvPr id="10" name="Title Placeholder 1">
            <a:extLst>
              <a:ext uri="{FF2B5EF4-FFF2-40B4-BE49-F238E27FC236}">
                <a16:creationId xmlns:a16="http://schemas.microsoft.com/office/drawing/2014/main" id="{B0DA0626-8521-4B9A-A854-E817A6A1230B}"/>
              </a:ext>
            </a:extLst>
          </p:cNvPr>
          <p:cNvSpPr>
            <a:spLocks noGrp="1"/>
          </p:cNvSpPr>
          <p:nvPr>
            <p:ph type="title"/>
          </p:nvPr>
        </p:nvSpPr>
        <p:spPr>
          <a:xfrm>
            <a:off x="688392" y="1231105"/>
            <a:ext cx="10515600" cy="568434"/>
          </a:xfrm>
          <a:prstGeom prst="rect">
            <a:avLst/>
          </a:prstGeom>
        </p:spPr>
        <p:txBody>
          <a:bodyPr vert="horz" lIns="91440" tIns="45720" rIns="91440" bIns="45720" rtlCol="0" anchor="t">
            <a:noAutofit/>
          </a:bodyPr>
          <a:lstStyle/>
          <a:p>
            <a:r>
              <a:rPr lang="en-US" dirty="0"/>
              <a:t>Click to edit Master title style</a:t>
            </a:r>
          </a:p>
        </p:txBody>
      </p:sp>
    </p:spTree>
    <p:extLst>
      <p:ext uri="{BB962C8B-B14F-4D97-AF65-F5344CB8AC3E}">
        <p14:creationId xmlns:p14="http://schemas.microsoft.com/office/powerpoint/2010/main" val="2362081594"/>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Blank (light blue)">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055F4467-8115-4C34-B39A-8E571F625EA9}"/>
              </a:ext>
            </a:extLst>
          </p:cNvPr>
          <p:cNvSpPr/>
          <p:nvPr userDrawn="1"/>
        </p:nvSpPr>
        <p:spPr>
          <a:xfrm>
            <a:off x="-30161" y="0"/>
            <a:ext cx="12222161" cy="6858000"/>
          </a:xfrm>
          <a:prstGeom prst="rect">
            <a:avLst/>
          </a:prstGeom>
          <a:solidFill>
            <a:srgbClr val="F5FAF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 </a:t>
            </a:r>
          </a:p>
        </p:txBody>
      </p:sp>
    </p:spTree>
    <p:extLst>
      <p:ext uri="{BB962C8B-B14F-4D97-AF65-F5344CB8AC3E}">
        <p14:creationId xmlns:p14="http://schemas.microsoft.com/office/powerpoint/2010/main" val="3067180665"/>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type="blank">
  <p:cSld name="Blank (white bg) ">
    <p:bg>
      <p:bgPr>
        <a:solidFill>
          <a:schemeClr val="bg1"/>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336622E0-A137-429D-BE75-779E322CE694}"/>
              </a:ext>
            </a:extLst>
          </p:cNvPr>
          <p:cNvSpPr/>
          <p:nvPr userDrawn="1"/>
        </p:nvSpPr>
        <p:spPr>
          <a:xfrm>
            <a:off x="-30161" y="0"/>
            <a:ext cx="12222161"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latin typeface="Avenir Next LT Pro" panose="020B0504020202020204" pitchFamily="34" charset="0"/>
              </a:rPr>
              <a:t> </a:t>
            </a:r>
          </a:p>
        </p:txBody>
      </p:sp>
    </p:spTree>
    <p:extLst>
      <p:ext uri="{BB962C8B-B14F-4D97-AF65-F5344CB8AC3E}">
        <p14:creationId xmlns:p14="http://schemas.microsoft.com/office/powerpoint/2010/main" val="105035650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slideLayout" Target="../slideLayouts/slideLayout19.xml"/><Relationship Id="rId3" Type="http://schemas.openxmlformats.org/officeDocument/2006/relationships/slideLayout" Target="../slideLayouts/slideLayout20.xml"/><Relationship Id="rId4" Type="http://schemas.openxmlformats.org/officeDocument/2006/relationships/theme" Target="../theme/theme2.xml"/></Relationships>
</file>

<file path=ppt/slideMasters/_rels/slideMaster3.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slideLayout" Target="../slideLayouts/slideLayout22.xml"/><Relationship Id="rId3" Type="http://schemas.openxmlformats.org/officeDocument/2006/relationships/theme" Target="../theme/theme3.xml"/></Relationships>
</file>

<file path=ppt/slideMasters/_rels/slideMaster4.xml.rels><?xml version='1.0' encoding='UTF-8' standalone='yes'?>
<Relationships xmlns="http://schemas.openxmlformats.org/package/2006/relationships"><Relationship Id="rId1" Type="http://schemas.openxmlformats.org/officeDocument/2006/relationships/slideLayout" Target="../slideLayouts/slideLayout23.xml"/><Relationship Id="rId2" Type="http://schemas.openxmlformats.org/officeDocument/2006/relationships/slideLayout" Target="../slideLayouts/slideLayout24.xml"/><Relationship Id="rId3" Type="http://schemas.openxmlformats.org/officeDocument/2006/relationships/slideLayout" Target="../slideLayouts/slideLayout25.xml"/><Relationship Id="rId4" Type="http://schemas.openxmlformats.org/officeDocument/2006/relationships/theme" Target="../theme/theme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6C4518C-C369-4BCE-93F6-ACF7A0A4563A}"/>
              </a:ext>
            </a:extLst>
          </p:cNvPr>
          <p:cNvSpPr>
            <a:spLocks noGrp="1"/>
          </p:cNvSpPr>
          <p:nvPr>
            <p:ph type="title"/>
          </p:nvPr>
        </p:nvSpPr>
        <p:spPr>
          <a:xfrm>
            <a:off x="688392" y="879975"/>
            <a:ext cx="10515600" cy="746442"/>
          </a:xfrm>
          <a:prstGeom prst="rect">
            <a:avLst/>
          </a:prstGeom>
        </p:spPr>
        <p:txBody>
          <a:bodyPr vert="horz" lIns="91440" tIns="45720" rIns="91440" bIns="45720" rtlCol="0" anchor="t">
            <a:noAutofit/>
          </a:body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6328A0EE-5A32-42C1-8C1D-EA2BEF099C17}"/>
              </a:ext>
            </a:extLst>
          </p:cNvPr>
          <p:cNvSpPr>
            <a:spLocks noGrp="1"/>
          </p:cNvSpPr>
          <p:nvPr>
            <p:ph type="body" idx="1"/>
          </p:nvPr>
        </p:nvSpPr>
        <p:spPr>
          <a:xfrm>
            <a:off x="688392" y="1804342"/>
            <a:ext cx="10515600" cy="4351338"/>
          </a:xfrm>
          <a:prstGeom prst="rect">
            <a:avLst/>
          </a:prstGeom>
        </p:spPr>
        <p:txBody>
          <a:bodyPr vert="horz" lIns="91440" tIns="45720" rIns="91440" bIns="45720" rtlCol="0">
            <a:noAutofit/>
          </a:body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8" name="TextBox 7">
            <a:extLst>
              <a:ext uri="{FF2B5EF4-FFF2-40B4-BE49-F238E27FC236}">
                <a16:creationId xmlns:a16="http://schemas.microsoft.com/office/drawing/2014/main" id="{69A5A063-7EAA-4705-81BD-73270FF5BA28}"/>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9" name="TextBox 8">
            <a:extLst>
              <a:ext uri="{FF2B5EF4-FFF2-40B4-BE49-F238E27FC236}">
                <a16:creationId xmlns:a16="http://schemas.microsoft.com/office/drawing/2014/main" id="{F4ED357C-3FA0-42D4-850C-879BB0BE1875}"/>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3452108936"/>
      </p:ext>
    </p:extLst>
  </p:cSld>
  <p:clrMap bg1="lt1" tx1="dk1" bg2="lt2" tx2="dk2" accent1="accent1" accent2="accent2" accent3="accent3" accent4="accent4" accent5="accent5" accent6="accent6" hlink="hlink" folHlink="folHlink"/>
  <p:sldLayoutIdLst>
    <p:sldLayoutId id="2147483656" r:id="rId1"/>
    <p:sldLayoutId id="2147483653" r:id="rId2"/>
    <p:sldLayoutId id="2147483652" r:id="rId3"/>
    <p:sldLayoutId id="2147483675" r:id="rId4"/>
    <p:sldLayoutId id="2147483676" r:id="rId5"/>
    <p:sldLayoutId id="2147483674" r:id="rId6"/>
    <p:sldLayoutId id="2147483672" r:id="rId7"/>
    <p:sldLayoutId id="2147483657" r:id="rId8"/>
    <p:sldLayoutId id="2147483717" r:id="rId9"/>
    <p:sldLayoutId id="2147483718" r:id="rId10"/>
    <p:sldLayoutId id="2147483719" r:id="rId11"/>
    <p:sldLayoutId id="2147483670" r:id="rId12"/>
    <p:sldLayoutId id="2147483660" r:id="rId13"/>
    <p:sldLayoutId id="2147483687" r:id="rId14"/>
    <p:sldLayoutId id="2147483707" r:id="rId15"/>
    <p:sldLayoutId id="2147483712" r:id="rId16"/>
    <p:sldLayoutId id="2147483721" r:id="rId17"/>
  </p:sldLayoutIdLst>
  <p:hf hdr="0" ftr="0" dt="0"/>
  <p:txStyles>
    <p:titleStyle>
      <a:lvl1pPr algn="l" defTabSz="914400" rtl="0" eaLnBrk="1" latinLnBrk="0" hangingPunct="1">
        <a:lnSpc>
          <a:spcPct val="90000"/>
        </a:lnSpc>
        <a:spcBef>
          <a:spcPct val="0"/>
        </a:spcBef>
        <a:buNone/>
        <a:defRPr sz="2800" b="1" kern="1200">
          <a:solidFill>
            <a:schemeClr val="tx1"/>
          </a:solidFill>
          <a:latin typeface="Arial" panose="020B0604020202020204" pitchFamily="34" charset="0"/>
          <a:ea typeface="+mj-ea"/>
          <a:cs typeface="Arial" panose="020B0604020202020204" pitchFamily="34" charset="0"/>
        </a:defRPr>
      </a:lvl1pPr>
    </p:titleStyle>
    <p:bodyStyle>
      <a:lvl1pPr marL="228600" indent="-137160" algn="l" defTabSz="914400" rtl="0" eaLnBrk="1" latinLnBrk="0" hangingPunct="1">
        <a:lnSpc>
          <a:spcPts val="2200"/>
        </a:lnSpc>
        <a:spcBef>
          <a:spcPts val="1000"/>
        </a:spcBef>
        <a:buClr>
          <a:srgbClr val="009CD6"/>
        </a:buClr>
        <a:buSzPct val="110000"/>
        <a:buFont typeface="Arial" panose="020B0604020202020204" pitchFamily="34" charset="0"/>
        <a:buChar char="•"/>
        <a:defRPr sz="1800" kern="1200" spc="0">
          <a:solidFill>
            <a:schemeClr val="tx1"/>
          </a:solidFill>
          <a:latin typeface="Arial" panose="020B0604020202020204" pitchFamily="34" charset="0"/>
          <a:ea typeface="+mn-ea"/>
          <a:cs typeface="Arial" panose="020B0604020202020204" pitchFamily="34" charset="0"/>
        </a:defRPr>
      </a:lvl1pPr>
      <a:lvl2pPr marL="685800" indent="-137160" algn="l" defTabSz="914400" rtl="0" eaLnBrk="1" latinLnBrk="0" hangingPunct="1">
        <a:lnSpc>
          <a:spcPts val="2200"/>
        </a:lnSpc>
        <a:spcBef>
          <a:spcPts val="500"/>
        </a:spcBef>
        <a:buClr>
          <a:srgbClr val="009CD6"/>
        </a:buClr>
        <a:buSzPct val="110000"/>
        <a:buFont typeface="Arial" panose="020B0604020202020204" pitchFamily="34" charset="0"/>
        <a:buChar char="•"/>
        <a:defRPr sz="1800" kern="1200" spc="0">
          <a:solidFill>
            <a:schemeClr val="tx1"/>
          </a:solidFill>
          <a:latin typeface="Arial" panose="020B0604020202020204" pitchFamily="34" charset="0"/>
          <a:ea typeface="+mn-ea"/>
          <a:cs typeface="Arial" panose="020B0604020202020204" pitchFamily="34" charset="0"/>
        </a:defRPr>
      </a:lvl2pPr>
      <a:lvl3pPr marL="1143000" indent="-137160" algn="l" defTabSz="914400" rtl="0" eaLnBrk="1" latinLnBrk="0" hangingPunct="1">
        <a:lnSpc>
          <a:spcPts val="2200"/>
        </a:lnSpc>
        <a:spcBef>
          <a:spcPts val="500"/>
        </a:spcBef>
        <a:buClr>
          <a:srgbClr val="009CD6"/>
        </a:buClr>
        <a:buSzPct val="110000"/>
        <a:buFont typeface="Arial" panose="020B0604020202020204" pitchFamily="34" charset="0"/>
        <a:buChar char="•"/>
        <a:defRPr sz="1800" kern="1200" spc="0" baseline="0">
          <a:solidFill>
            <a:schemeClr val="tx1"/>
          </a:solidFill>
          <a:latin typeface="Arial" panose="020B0604020202020204" pitchFamily="34" charset="0"/>
          <a:ea typeface="+mn-ea"/>
          <a:cs typeface="Arial" panose="020B0604020202020204" pitchFamily="34" charset="0"/>
        </a:defRPr>
      </a:lvl3pPr>
      <a:lvl4pPr marL="1600200" indent="-137160" algn="l" defTabSz="914400" rtl="0" eaLnBrk="1" latinLnBrk="0" hangingPunct="1">
        <a:lnSpc>
          <a:spcPts val="2200"/>
        </a:lnSpc>
        <a:spcBef>
          <a:spcPts val="500"/>
        </a:spcBef>
        <a:buClr>
          <a:srgbClr val="009CD6"/>
        </a:buClr>
        <a:buSzPct val="110000"/>
        <a:buFont typeface="Arial" panose="020B0604020202020204" pitchFamily="34" charset="0"/>
        <a:buChar char="•"/>
        <a:defRPr sz="1800" kern="1200" spc="0" baseline="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ts val="2200"/>
        </a:lnSpc>
        <a:spcBef>
          <a:spcPts val="500"/>
        </a:spcBef>
        <a:buClr>
          <a:srgbClr val="00B0F0"/>
        </a:buClr>
        <a:buFont typeface="Arial" panose="020B0604020202020204" pitchFamily="34" charset="0"/>
        <a:buChar char="•"/>
        <a:defRPr sz="1800" kern="1200" spc="30" baseline="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6C4518C-C369-4BCE-93F6-ACF7A0A4563A}"/>
              </a:ext>
            </a:extLst>
          </p:cNvPr>
          <p:cNvSpPr>
            <a:spLocks noGrp="1"/>
          </p:cNvSpPr>
          <p:nvPr>
            <p:ph type="title"/>
          </p:nvPr>
        </p:nvSpPr>
        <p:spPr>
          <a:xfrm>
            <a:off x="688392" y="879975"/>
            <a:ext cx="10515600" cy="746442"/>
          </a:xfrm>
          <a:prstGeom prst="rect">
            <a:avLst/>
          </a:prstGeom>
        </p:spPr>
        <p:txBody>
          <a:bodyPr vert="horz" lIns="91440" tIns="45720" rIns="91440" bIns="45720" rtlCol="0" anchor="t">
            <a:noAutofit/>
          </a:bodyPr>
          <a:lstStyle/>
          <a:p>
            <a:r>
              <a:rPr lang="en-US" dirty="0"/>
              <a:t>Click to edit Master title style</a:t>
            </a:r>
          </a:p>
        </p:txBody>
      </p:sp>
      <p:sp>
        <p:nvSpPr>
          <p:cNvPr id="3" name="Text Placeholder 2">
            <a:extLst>
              <a:ext uri="{FF2B5EF4-FFF2-40B4-BE49-F238E27FC236}">
                <a16:creationId xmlns:a16="http://schemas.microsoft.com/office/drawing/2014/main" id="{6328A0EE-5A32-42C1-8C1D-EA2BEF099C17}"/>
              </a:ext>
            </a:extLst>
          </p:cNvPr>
          <p:cNvSpPr>
            <a:spLocks noGrp="1"/>
          </p:cNvSpPr>
          <p:nvPr>
            <p:ph type="body" idx="1"/>
          </p:nvPr>
        </p:nvSpPr>
        <p:spPr>
          <a:xfrm>
            <a:off x="688392" y="1804342"/>
            <a:ext cx="10515600" cy="4351338"/>
          </a:xfrm>
          <a:prstGeom prst="rect">
            <a:avLst/>
          </a:prstGeom>
        </p:spPr>
        <p:txBody>
          <a:bodyPr vert="horz" lIns="91440" tIns="45720" rIns="91440" bIns="45720" rtlCol="0">
            <a:noAutofit/>
          </a:body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6" name="TextBox 5">
            <a:extLst>
              <a:ext uri="{FF2B5EF4-FFF2-40B4-BE49-F238E27FC236}">
                <a16:creationId xmlns:a16="http://schemas.microsoft.com/office/drawing/2014/main" id="{693ABCAB-1B02-4C7B-89B1-A5BB0E479D06}"/>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7" name="TextBox 6">
            <a:extLst>
              <a:ext uri="{FF2B5EF4-FFF2-40B4-BE49-F238E27FC236}">
                <a16:creationId xmlns:a16="http://schemas.microsoft.com/office/drawing/2014/main" id="{77662A7B-D8AC-460A-9C3E-1872390023D8}"/>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1497039940"/>
      </p:ext>
    </p:extLst>
  </p:cSld>
  <p:clrMap bg1="lt1" tx1="dk1" bg2="lt2" tx2="dk2" accent1="accent1" accent2="accent2" accent3="accent3" accent4="accent4" accent5="accent5" accent6="accent6" hlink="hlink" folHlink="folHlink"/>
  <p:sldLayoutIdLst>
    <p:sldLayoutId id="2147483710" r:id="rId1"/>
    <p:sldLayoutId id="2147483716" r:id="rId2"/>
    <p:sldLayoutId id="2147483711" r:id="rId3"/>
  </p:sldLayoutIdLst>
  <p:txStyles>
    <p:titleStyle>
      <a:lvl1pPr algn="l" defTabSz="914400" rtl="0" eaLnBrk="1" latinLnBrk="0" hangingPunct="1">
        <a:lnSpc>
          <a:spcPct val="90000"/>
        </a:lnSpc>
        <a:spcBef>
          <a:spcPct val="0"/>
        </a:spcBef>
        <a:buNone/>
        <a:defRPr sz="2800" b="1" kern="1200">
          <a:solidFill>
            <a:schemeClr val="tx1"/>
          </a:solidFill>
          <a:latin typeface="Arial" panose="020B0604020202020204" pitchFamily="34" charset="0"/>
          <a:ea typeface="+mj-ea"/>
          <a:cs typeface="Arial" panose="020B0604020202020204" pitchFamily="34" charset="0"/>
        </a:defRPr>
      </a:lvl1pPr>
    </p:titleStyle>
    <p:bodyStyle>
      <a:lvl1pPr marL="228600" indent="-137160" algn="l" defTabSz="914400" rtl="0" eaLnBrk="1" latinLnBrk="0" hangingPunct="1">
        <a:lnSpc>
          <a:spcPct val="100000"/>
        </a:lnSpc>
        <a:spcBef>
          <a:spcPts val="1000"/>
        </a:spcBef>
        <a:buClr>
          <a:srgbClr val="009CD6"/>
        </a:buClr>
        <a:buSzPct val="110000"/>
        <a:buFont typeface="Arial" panose="020B0604020202020204" pitchFamily="34" charset="0"/>
        <a:buChar char="•"/>
        <a:defRPr sz="2800" kern="1200" spc="0">
          <a:solidFill>
            <a:schemeClr val="tx1"/>
          </a:solidFill>
          <a:latin typeface="Arial" panose="020B0604020202020204" pitchFamily="34" charset="0"/>
          <a:ea typeface="+mn-ea"/>
          <a:cs typeface="Arial" panose="020B0604020202020204" pitchFamily="34" charset="0"/>
        </a:defRPr>
      </a:lvl1pPr>
      <a:lvl2pPr marL="685800" indent="-137160" algn="l" defTabSz="914400" rtl="0" eaLnBrk="1" latinLnBrk="0" hangingPunct="1">
        <a:lnSpc>
          <a:spcPct val="100000"/>
        </a:lnSpc>
        <a:spcBef>
          <a:spcPts val="500"/>
        </a:spcBef>
        <a:buClr>
          <a:srgbClr val="009CD6"/>
        </a:buClr>
        <a:buSzPct val="110000"/>
        <a:buFont typeface="Arial" panose="020B0604020202020204" pitchFamily="34" charset="0"/>
        <a:buChar char="•"/>
        <a:defRPr sz="2800" kern="1200" spc="0">
          <a:solidFill>
            <a:schemeClr val="tx1"/>
          </a:solidFill>
          <a:latin typeface="Arial" panose="020B0604020202020204" pitchFamily="34" charset="0"/>
          <a:ea typeface="+mn-ea"/>
          <a:cs typeface="Arial" panose="020B0604020202020204" pitchFamily="34" charset="0"/>
        </a:defRPr>
      </a:lvl2pPr>
      <a:lvl3pPr marL="1143000" indent="-137160" algn="l" defTabSz="914400" rtl="0" eaLnBrk="1" latinLnBrk="0" hangingPunct="1">
        <a:lnSpc>
          <a:spcPct val="100000"/>
        </a:lnSpc>
        <a:spcBef>
          <a:spcPts val="500"/>
        </a:spcBef>
        <a:buClr>
          <a:srgbClr val="009CD6"/>
        </a:buClr>
        <a:buSzPct val="110000"/>
        <a:buFont typeface="Arial" panose="020B0604020202020204" pitchFamily="34" charset="0"/>
        <a:buChar char="•"/>
        <a:defRPr sz="2800" kern="1200" spc="0" baseline="0">
          <a:solidFill>
            <a:schemeClr val="tx1"/>
          </a:solidFill>
          <a:latin typeface="Arial" panose="020B0604020202020204" pitchFamily="34" charset="0"/>
          <a:ea typeface="+mn-ea"/>
          <a:cs typeface="Arial" panose="020B0604020202020204" pitchFamily="34" charset="0"/>
        </a:defRPr>
      </a:lvl3pPr>
      <a:lvl4pPr marL="1600200" indent="-137160" algn="l" defTabSz="914400" rtl="0" eaLnBrk="1" latinLnBrk="0" hangingPunct="1">
        <a:lnSpc>
          <a:spcPct val="100000"/>
        </a:lnSpc>
        <a:spcBef>
          <a:spcPts val="500"/>
        </a:spcBef>
        <a:buClr>
          <a:srgbClr val="009CD6"/>
        </a:buClr>
        <a:buSzPct val="110000"/>
        <a:buFont typeface="Arial" panose="020B0604020202020204" pitchFamily="34" charset="0"/>
        <a:buChar char="•"/>
        <a:defRPr sz="2800" kern="1200" spc="0" baseline="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ts val="2200"/>
        </a:lnSpc>
        <a:spcBef>
          <a:spcPts val="500"/>
        </a:spcBef>
        <a:buClr>
          <a:srgbClr val="00B0F0"/>
        </a:buClr>
        <a:buFont typeface="Arial" panose="020B0604020202020204" pitchFamily="34" charset="0"/>
        <a:buChar char="•"/>
        <a:defRPr sz="1800" kern="1200" spc="30" baseline="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6328A0EE-5A32-42C1-8C1D-EA2BEF099C17}"/>
              </a:ext>
            </a:extLst>
          </p:cNvPr>
          <p:cNvSpPr>
            <a:spLocks noGrp="1"/>
          </p:cNvSpPr>
          <p:nvPr>
            <p:ph type="body" idx="1"/>
          </p:nvPr>
        </p:nvSpPr>
        <p:spPr>
          <a:xfrm>
            <a:off x="1816313" y="2209801"/>
            <a:ext cx="8559373" cy="3793066"/>
          </a:xfrm>
          <a:prstGeom prst="rect">
            <a:avLst/>
          </a:prstGeom>
        </p:spPr>
        <p:txBody>
          <a:bodyPr vert="horz" lIns="91440" tIns="45720" rIns="91440" bIns="45720" rtlCol="0">
            <a:noAutofit/>
          </a:bodyPr>
          <a:lstStyle/>
          <a:p>
            <a:pPr algn="ctr"/>
            <a:r>
              <a:rPr lang="en-US" sz="2800" i="1" dirty="0">
                <a:latin typeface="Georgia" panose="02040502050405020303" pitchFamily="18" charset="0"/>
              </a:rPr>
              <a:t>We grew up with the internet. </a:t>
            </a:r>
            <a:br>
              <a:rPr lang="en-US" sz="2800" i="1" dirty="0">
                <a:latin typeface="Georgia" panose="02040502050405020303" pitchFamily="18" charset="0"/>
              </a:rPr>
            </a:br>
            <a:r>
              <a:rPr lang="en-US" sz="2800" i="1" dirty="0">
                <a:latin typeface="Georgia" panose="02040502050405020303" pitchFamily="18" charset="0"/>
              </a:rPr>
              <a:t>I mean, the internet has always been here with us. The grown-ups are like ‘Wow the internet appeared’, while it is perfectly normal for us.” </a:t>
            </a:r>
          </a:p>
        </p:txBody>
      </p:sp>
      <p:sp>
        <p:nvSpPr>
          <p:cNvPr id="8" name="TextBox 7">
            <a:extLst>
              <a:ext uri="{FF2B5EF4-FFF2-40B4-BE49-F238E27FC236}">
                <a16:creationId xmlns:a16="http://schemas.microsoft.com/office/drawing/2014/main" id="{43FB8933-3AE5-487A-8B03-0B68C8923CB0}"/>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9" name="TextBox 8">
            <a:extLst>
              <a:ext uri="{FF2B5EF4-FFF2-40B4-BE49-F238E27FC236}">
                <a16:creationId xmlns:a16="http://schemas.microsoft.com/office/drawing/2014/main" id="{CD9BF5BD-2163-4157-A2AF-C24DDF31C8DA}"/>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157613210"/>
      </p:ext>
    </p:extLst>
  </p:cSld>
  <p:clrMap bg1="lt1" tx1="dk1" bg2="lt2" tx2="dk2" accent1="accent1" accent2="accent2" accent3="accent3" accent4="accent4" accent5="accent5" accent6="accent6" hlink="hlink" folHlink="folHlink"/>
  <p:sldLayoutIdLst>
    <p:sldLayoutId id="2147483714" r:id="rId1"/>
    <p:sldLayoutId id="2147483715" r:id="rId2"/>
  </p:sldLayoutIdLst>
  <p:txStyles>
    <p:titleStyle>
      <a:lvl1pPr algn="l" defTabSz="914400" rtl="0" eaLnBrk="1" latinLnBrk="0" hangingPunct="1">
        <a:lnSpc>
          <a:spcPct val="90000"/>
        </a:lnSpc>
        <a:spcBef>
          <a:spcPct val="0"/>
        </a:spcBef>
        <a:buNone/>
        <a:defRPr sz="2800" b="1" kern="1200">
          <a:solidFill>
            <a:schemeClr val="tx1"/>
          </a:solidFill>
          <a:latin typeface="Arial" panose="020B0604020202020204" pitchFamily="34" charset="0"/>
          <a:ea typeface="+mj-ea"/>
          <a:cs typeface="Arial" panose="020B0604020202020204" pitchFamily="34" charset="0"/>
        </a:defRPr>
      </a:lvl1pPr>
    </p:titleStyle>
    <p:bodyStyle>
      <a:lvl1pPr marL="91440" indent="0" algn="ctr" defTabSz="914400" rtl="0" eaLnBrk="1" latinLnBrk="0" hangingPunct="1">
        <a:lnSpc>
          <a:spcPct val="100000"/>
        </a:lnSpc>
        <a:spcBef>
          <a:spcPts val="1000"/>
        </a:spcBef>
        <a:buClr>
          <a:srgbClr val="009CD6"/>
        </a:buClr>
        <a:buSzPct val="110000"/>
        <a:buFontTx/>
        <a:buNone/>
        <a:defRPr sz="3600" kern="1200" spc="0">
          <a:solidFill>
            <a:schemeClr val="tx1"/>
          </a:solidFill>
          <a:latin typeface="Arial" panose="020B0604020202020204" pitchFamily="34" charset="0"/>
          <a:ea typeface="+mn-ea"/>
          <a:cs typeface="Arial" panose="020B0604020202020204" pitchFamily="34" charset="0"/>
        </a:defRPr>
      </a:lvl1pPr>
      <a:lvl2pPr marL="548640" indent="0" algn="l" defTabSz="914400" rtl="0" eaLnBrk="1" latinLnBrk="0" hangingPunct="1">
        <a:lnSpc>
          <a:spcPct val="100000"/>
        </a:lnSpc>
        <a:spcBef>
          <a:spcPts val="500"/>
        </a:spcBef>
        <a:buClr>
          <a:srgbClr val="009CD6"/>
        </a:buClr>
        <a:buSzPct val="110000"/>
        <a:buFontTx/>
        <a:buNone/>
        <a:defRPr sz="2800" kern="1200" spc="0">
          <a:solidFill>
            <a:schemeClr val="tx1"/>
          </a:solidFill>
          <a:latin typeface="Arial" panose="020B0604020202020204" pitchFamily="34" charset="0"/>
          <a:ea typeface="+mn-ea"/>
          <a:cs typeface="Arial" panose="020B0604020202020204" pitchFamily="34" charset="0"/>
        </a:defRPr>
      </a:lvl2pPr>
      <a:lvl3pPr marL="1005840" indent="0" algn="l" defTabSz="914400" rtl="0" eaLnBrk="1" latinLnBrk="0" hangingPunct="1">
        <a:lnSpc>
          <a:spcPct val="100000"/>
        </a:lnSpc>
        <a:spcBef>
          <a:spcPts val="500"/>
        </a:spcBef>
        <a:buClr>
          <a:srgbClr val="009CD6"/>
        </a:buClr>
        <a:buSzPct val="110000"/>
        <a:buFontTx/>
        <a:buNone/>
        <a:defRPr sz="2800" kern="1200" spc="0" baseline="0">
          <a:solidFill>
            <a:schemeClr val="tx1"/>
          </a:solidFill>
          <a:latin typeface="Arial" panose="020B0604020202020204" pitchFamily="34" charset="0"/>
          <a:ea typeface="+mn-ea"/>
          <a:cs typeface="Arial" panose="020B0604020202020204" pitchFamily="34" charset="0"/>
        </a:defRPr>
      </a:lvl3pPr>
      <a:lvl4pPr marL="1463040" indent="0" algn="l" defTabSz="914400" rtl="0" eaLnBrk="1" latinLnBrk="0" hangingPunct="1">
        <a:lnSpc>
          <a:spcPct val="100000"/>
        </a:lnSpc>
        <a:spcBef>
          <a:spcPts val="500"/>
        </a:spcBef>
        <a:buClr>
          <a:srgbClr val="009CD6"/>
        </a:buClr>
        <a:buSzPct val="110000"/>
        <a:buFontTx/>
        <a:buNone/>
        <a:defRPr sz="2800" kern="1200" spc="0" baseline="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ts val="2200"/>
        </a:lnSpc>
        <a:spcBef>
          <a:spcPts val="500"/>
        </a:spcBef>
        <a:buClr>
          <a:srgbClr val="00B0F0"/>
        </a:buClr>
        <a:buFont typeface="Arial" panose="020B0604020202020204" pitchFamily="34" charset="0"/>
        <a:buChar char="•"/>
        <a:defRPr sz="1800" kern="1200" spc="30" baseline="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4.xml><?xml version="1.0" encoding="utf-8"?>
<p:sldMaster xmlns:a="http://schemas.openxmlformats.org/drawingml/2006/main" xmlns:r="http://schemas.openxmlformats.org/officeDocument/2006/relationships" xmlns:p="http://schemas.openxmlformats.org/presentationml/2006/main">
  <p:cSld>
    <p:bg>
      <p:bgPr>
        <a:solidFill>
          <a:srgbClr val="F5FAFC"/>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F3903303-232A-4935-AFB3-F7B88DD729A5}"/>
              </a:ext>
            </a:extLst>
          </p:cNvPr>
          <p:cNvSpPr>
            <a:spLocks noGrp="1"/>
          </p:cNvSpPr>
          <p:nvPr>
            <p:ph type="title"/>
          </p:nvPr>
        </p:nvSpPr>
        <p:spPr>
          <a:xfrm>
            <a:off x="685893" y="879975"/>
            <a:ext cx="10515600" cy="746442"/>
          </a:xfrm>
          <a:prstGeom prst="rect">
            <a:avLst/>
          </a:prstGeom>
        </p:spPr>
        <p:txBody>
          <a:bodyPr vert="horz" lIns="91440" tIns="45720" rIns="91440" bIns="45720" rtlCol="0" anchor="t">
            <a:noAutofit/>
          </a:bodyPr>
          <a:lstStyle/>
          <a:p>
            <a:r>
              <a:rPr lang="en-US" dirty="0"/>
              <a:t>Click to edit Master title style</a:t>
            </a:r>
          </a:p>
        </p:txBody>
      </p:sp>
      <p:sp>
        <p:nvSpPr>
          <p:cNvPr id="3" name="Text Placeholder 2">
            <a:extLst>
              <a:ext uri="{FF2B5EF4-FFF2-40B4-BE49-F238E27FC236}">
                <a16:creationId xmlns:a16="http://schemas.microsoft.com/office/drawing/2014/main" id="{C8383453-70D1-44FB-B9C3-2EEFC15545D7}"/>
              </a:ext>
            </a:extLst>
          </p:cNvPr>
          <p:cNvSpPr>
            <a:spLocks noGrp="1"/>
          </p:cNvSpPr>
          <p:nvPr>
            <p:ph type="body" idx="1"/>
          </p:nvPr>
        </p:nvSpPr>
        <p:spPr>
          <a:xfrm>
            <a:off x="688392" y="1804342"/>
            <a:ext cx="10515600" cy="4351338"/>
          </a:xfrm>
          <a:prstGeom prst="rect">
            <a:avLst/>
          </a:prstGeom>
        </p:spPr>
        <p:txBody>
          <a:bodyPr vert="horz" lIns="91440" tIns="45720" rIns="91440" bIns="45720" rtlCol="0">
            <a:noAutofit/>
          </a:bodyPr>
          <a:lstStyle/>
          <a:p>
            <a:pPr marL="228600" marR="0" lvl="0" indent="-137160" algn="l" defTabSz="914400" rtl="0" eaLnBrk="1" fontAlgn="auto" latinLnBrk="0" hangingPunct="1">
              <a:lnSpc>
                <a:spcPts val="2200"/>
              </a:lnSpc>
              <a:spcBef>
                <a:spcPts val="10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Second level</a:t>
            </a:r>
          </a:p>
          <a:p>
            <a:pPr marL="685800" marR="0" lvl="1" indent="-137160" algn="l" defTabSz="914400" rtl="0" eaLnBrk="1" fontAlgn="auto" latinLnBrk="0" hangingPunct="1">
              <a:lnSpc>
                <a:spcPts val="2200"/>
              </a:lnSpc>
              <a:spcBef>
                <a:spcPts val="5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Third level</a:t>
            </a:r>
          </a:p>
          <a:p>
            <a:pPr marL="1143000" marR="0" lvl="2" indent="-137160" algn="l" defTabSz="914400" rtl="0" eaLnBrk="1" fontAlgn="auto" latinLnBrk="0" hangingPunct="1">
              <a:lnSpc>
                <a:spcPts val="2200"/>
              </a:lnSpc>
              <a:spcBef>
                <a:spcPts val="5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Fourth level</a:t>
            </a:r>
          </a:p>
          <a:p>
            <a:pPr marL="1600200" marR="0" lvl="3" indent="-137160" algn="l" defTabSz="914400" rtl="0" eaLnBrk="1" fontAlgn="auto" latinLnBrk="0" hangingPunct="1">
              <a:lnSpc>
                <a:spcPts val="2200"/>
              </a:lnSpc>
              <a:spcBef>
                <a:spcPts val="5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Fifth level</a:t>
            </a:r>
          </a:p>
        </p:txBody>
      </p:sp>
      <p:sp>
        <p:nvSpPr>
          <p:cNvPr id="7" name="TextBox 6">
            <a:extLst>
              <a:ext uri="{FF2B5EF4-FFF2-40B4-BE49-F238E27FC236}">
                <a16:creationId xmlns:a16="http://schemas.microsoft.com/office/drawing/2014/main" id="{E9BFC052-984C-4106-B990-03A1EB3873C1}"/>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8" name="TextBox 7">
            <a:extLst>
              <a:ext uri="{FF2B5EF4-FFF2-40B4-BE49-F238E27FC236}">
                <a16:creationId xmlns:a16="http://schemas.microsoft.com/office/drawing/2014/main" id="{DB202A0A-9127-4C98-B796-7DD30E32B3B1}"/>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186103942"/>
      </p:ext>
    </p:extLst>
  </p:cSld>
  <p:clrMap bg1="lt1" tx1="dk1" bg2="lt2" tx2="dk2" accent1="accent1" accent2="accent2" accent3="accent3" accent4="accent4" accent5="accent5" accent6="accent6" hlink="hlink" folHlink="folHlink"/>
  <p:sldLayoutIdLst>
    <p:sldLayoutId id="2147483696" r:id="rId1"/>
    <p:sldLayoutId id="2147483678" r:id="rId2"/>
    <p:sldLayoutId id="2147483720" r:id="rId3"/>
  </p:sldLayoutIdLst>
  <p:txStyles>
    <p:titleStyle>
      <a:lvl1pPr algn="l" defTabSz="914400" rtl="0" eaLnBrk="1" latinLnBrk="0" hangingPunct="1">
        <a:lnSpc>
          <a:spcPct val="90000"/>
        </a:lnSpc>
        <a:spcBef>
          <a:spcPct val="0"/>
        </a:spcBef>
        <a:buNone/>
        <a:defRPr sz="2800" b="1"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6.xml"/></Relationships>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822960"/>
            <a:ext cx="7315200" cy="457200"/>
          </a:xfrm>
          <a:prstGeom prst="rect">
            <a:avLst/>
          </a:prstGeom>
          <a:noFill/>
        </p:spPr>
        <p:txBody>
          <a:bodyPr wrap="square">
            <a:spAutoFit/>
          </a:bodyPr>
          <a:lstStyle/>
          <a:p>
            <a:r>
              <a:rPr sz="1200" b="1" i="0">
                <a:solidFill>
                  <a:srgbClr val="595959"/>
                </a:solidFill>
                <a:latin typeface="Arial"/>
              </a:rPr>
              <a:t>KP2 · MODULE 3 · VIDEO 3.3</a:t>
            </a:r>
          </a:p>
        </p:txBody>
      </p:sp>
      <p:sp>
        <p:nvSpPr>
          <p:cNvPr id="3" name="TextBox 2"/>
          <p:cNvSpPr txBox="1"/>
          <p:nvPr/>
        </p:nvSpPr>
        <p:spPr>
          <a:xfrm>
            <a:off x="822960" y="1828800"/>
            <a:ext cx="2011680" cy="1097280"/>
          </a:xfrm>
          <a:prstGeom prst="rect">
            <a:avLst/>
          </a:prstGeom>
          <a:noFill/>
        </p:spPr>
        <p:txBody>
          <a:bodyPr wrap="square">
            <a:spAutoFit/>
          </a:bodyPr>
          <a:lstStyle/>
          <a:p>
            <a:r>
              <a:rPr sz="6000" b="1" i="0">
                <a:solidFill>
                  <a:srgbClr val="009CD6"/>
                </a:solidFill>
                <a:latin typeface="Arial"/>
              </a:rPr>
              <a:t>3.3</a:t>
            </a:r>
          </a:p>
        </p:txBody>
      </p:sp>
      <p:sp>
        <p:nvSpPr>
          <p:cNvPr id="4" name="TextBox 3"/>
          <p:cNvSpPr txBox="1"/>
          <p:nvPr/>
        </p:nvSpPr>
        <p:spPr>
          <a:xfrm>
            <a:off x="822960" y="2880360"/>
            <a:ext cx="9601200" cy="1371600"/>
          </a:xfrm>
          <a:prstGeom prst="rect">
            <a:avLst/>
          </a:prstGeom>
          <a:noFill/>
        </p:spPr>
        <p:txBody>
          <a:bodyPr wrap="square">
            <a:spAutoFit/>
          </a:bodyPr>
          <a:lstStyle/>
          <a:p>
            <a:r>
              <a:rPr sz="3400" b="1" i="0">
                <a:solidFill>
                  <a:srgbClr val="1A1A1A"/>
                </a:solidFill>
                <a:latin typeface="Arial"/>
              </a:rPr>
              <a:t>The RACI matrix</a:t>
            </a:r>
          </a:p>
        </p:txBody>
      </p:sp>
      <p:sp>
        <p:nvSpPr>
          <p:cNvPr id="5" name="TextBox 4"/>
          <p:cNvSpPr txBox="1"/>
          <p:nvPr/>
        </p:nvSpPr>
        <p:spPr>
          <a:xfrm>
            <a:off x="822960" y="4343400"/>
            <a:ext cx="9875520" cy="1554480"/>
          </a:xfrm>
          <a:prstGeom prst="rect">
            <a:avLst/>
          </a:prstGeom>
          <a:noFill/>
        </p:spPr>
        <p:txBody>
          <a:bodyPr wrap="square">
            <a:spAutoFit/>
          </a:bodyPr>
          <a:lstStyle/>
          <a:p>
            <a:r>
              <a:rPr sz="1700" b="0" i="1">
                <a:solidFill>
                  <a:srgbClr val="595959"/>
                </a:solidFill>
                <a:latin typeface="Arial"/>
              </a:rPr>
              <a:t>Write down who decides, who runs, who is consulted, once — it is what stops every onboarding turning into a turf fight.</a:t>
            </a:r>
          </a:p>
        </p:txBody>
      </p:sp>
      <p:sp>
        <p:nvSpPr>
          <p:cNvPr id="6" name="TextBox 5"/>
          <p:cNvSpPr txBox="1"/>
          <p:nvPr/>
        </p:nvSpPr>
        <p:spPr>
          <a:xfrm>
            <a:off x="822960" y="5989320"/>
            <a:ext cx="7315200" cy="365760"/>
          </a:xfrm>
          <a:prstGeom prst="rect">
            <a:avLst/>
          </a:prstGeom>
          <a:noFill/>
        </p:spPr>
        <p:txBody>
          <a:bodyPr wrap="square">
            <a:spAutoFit/>
          </a:bodyPr>
          <a:lstStyle/>
          <a:p>
            <a:r>
              <a:rPr sz="1200" b="0" i="0">
                <a:solidFill>
                  <a:srgbClr val="595959"/>
                </a:solidFill>
                <a:latin typeface="Arial"/>
              </a:rPr>
              <a:t>standalone video · voice-over on text slides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05840" y="1325880"/>
            <a:ext cx="5486400" cy="365760"/>
          </a:xfrm>
          <a:prstGeom prst="rect">
            <a:avLst/>
          </a:prstGeom>
          <a:noFill/>
        </p:spPr>
        <p:txBody>
          <a:bodyPr wrap="square">
            <a:spAutoFit/>
          </a:bodyPr>
          <a:lstStyle/>
          <a:p>
            <a:r>
              <a:rPr sz="1200" b="1" i="0">
                <a:solidFill>
                  <a:srgbClr val="006E96"/>
                </a:solidFill>
                <a:latin typeface="Arial"/>
              </a:rPr>
              <a:t>WHERE WE START</a:t>
            </a:r>
          </a:p>
        </p:txBody>
      </p:sp>
      <p:sp>
        <p:nvSpPr>
          <p:cNvPr id="3" name="TextBox 2"/>
          <p:cNvSpPr txBox="1"/>
          <p:nvPr/>
        </p:nvSpPr>
        <p:spPr>
          <a:xfrm>
            <a:off x="1005840" y="1783080"/>
            <a:ext cx="10149840" cy="1737360"/>
          </a:xfrm>
          <a:prstGeom prst="rect">
            <a:avLst/>
          </a:prstGeom>
          <a:noFill/>
        </p:spPr>
        <p:txBody>
          <a:bodyPr wrap="square">
            <a:spAutoFit/>
          </a:bodyPr>
          <a:lstStyle/>
          <a:p>
            <a:r>
              <a:rPr sz="3000" b="1" i="0">
                <a:solidFill>
                  <a:srgbClr val="1A1A1A"/>
                </a:solidFill>
                <a:latin typeface="Arial"/>
              </a:rPr>
              <a:t>The question that derails interoperability is "who decides?"</a:t>
            </a:r>
          </a:p>
        </p:txBody>
      </p:sp>
      <p:sp>
        <p:nvSpPr>
          <p:cNvPr id="4" name="TextBox 3"/>
          <p:cNvSpPr txBox="1"/>
          <p:nvPr/>
        </p:nvSpPr>
        <p:spPr>
          <a:xfrm>
            <a:off x="1005840" y="3611880"/>
            <a:ext cx="10149840" cy="2377440"/>
          </a:xfrm>
          <a:prstGeom prst="rect">
            <a:avLst/>
          </a:prstGeom>
          <a:noFill/>
        </p:spPr>
        <p:txBody>
          <a:bodyPr wrap="square">
            <a:spAutoFit/>
          </a:bodyPr>
          <a:lstStyle/>
          <a:p>
            <a:pPr>
              <a:spcAft>
                <a:spcPts val="800"/>
              </a:spcAft>
            </a:pPr>
            <a:r>
              <a:rPr sz="1700" b="0" i="0">
                <a:solidFill>
                  <a:srgbClr val="595959"/>
                </a:solidFill>
                <a:latin typeface="Arial"/>
              </a:rPr>
              <a:t>Two bodies both think they admit a new member — or neither does.</a:t>
            </a:r>
          </a:p>
          <a:p>
            <a:pPr>
              <a:spcAft>
                <a:spcPts val="800"/>
              </a:spcAft>
            </a:pPr>
            <a:r>
              <a:rPr sz="1700" b="0" i="0">
                <a:solidFill>
                  <a:srgbClr val="595959"/>
                </a:solidFill>
                <a:latin typeface="Arial"/>
              </a:rPr>
              <a:t>A simple onboarding becomes a three-month turf fight.</a:t>
            </a:r>
          </a:p>
        </p:txBody>
      </p:sp>
      <p:sp>
        <p:nvSpPr>
          <p:cNvPr id="5" name="TextBox 4"/>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3.3 · The RACI matrix</a:t>
            </a:r>
          </a:p>
        </p:txBody>
      </p:sp>
      <p:sp>
        <p:nvSpPr>
          <p:cNvPr id="6" name="TextBox 5"/>
          <p:cNvSpPr txBox="1"/>
          <p:nvPr/>
        </p:nvSpPr>
        <p:spPr>
          <a:xfrm>
            <a:off x="10058400" y="6473952"/>
            <a:ext cx="1673352" cy="292608"/>
          </a:xfrm>
          <a:prstGeom prst="rect">
            <a:avLst/>
          </a:prstGeom>
          <a:noFill/>
        </p:spPr>
        <p:txBody>
          <a:bodyPr wrap="square">
            <a:spAutoFit/>
          </a:bodyPr>
          <a:lstStyle/>
          <a:p>
            <a:pPr algn="r"/>
            <a:r>
              <a:rPr sz="900" b="0" i="0">
                <a:solidFill>
                  <a:srgbClr val="595959"/>
                </a:solidFill>
                <a:latin typeface="Arial"/>
              </a:rPr>
              <a:t>www.itu.int</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RACI names four roles — and exactly one is Accountable</a:t>
            </a:r>
          </a:p>
        </p:txBody>
      </p:sp>
      <p:sp>
        <p:nvSpPr>
          <p:cNvPr id="4" name="TextBox 3"/>
          <p:cNvSpPr txBox="1"/>
          <p:nvPr/>
        </p:nvSpPr>
        <p:spPr>
          <a:xfrm>
            <a:off x="658368" y="1463040"/>
            <a:ext cx="10984687" cy="1028699"/>
          </a:xfrm>
          <a:prstGeom prst="rect">
            <a:avLst/>
          </a:prstGeom>
          <a:noFill/>
        </p:spPr>
        <p:txBody>
          <a:bodyPr wrap="square">
            <a:spAutoFit/>
          </a:bodyPr>
          <a:lstStyle/>
          <a:p>
            <a:pPr>
              <a:spcAft>
                <a:spcPts val="300"/>
              </a:spcAft>
            </a:pPr>
            <a:r>
              <a:rPr sz="1900" b="1" i="0">
                <a:solidFill>
                  <a:srgbClr val="1A1A1A"/>
                </a:solidFill>
                <a:latin typeface="Arial"/>
              </a:rPr>
              <a:t>Responsible</a:t>
            </a:r>
          </a:p>
          <a:p>
            <a:pPr>
              <a:spcAft>
                <a:spcPts val="300"/>
              </a:spcAft>
            </a:pPr>
            <a:r>
              <a:rPr sz="1550" b="0" i="0">
                <a:solidFill>
                  <a:srgbClr val="595959"/>
                </a:solidFill>
                <a:latin typeface="Arial"/>
              </a:rPr>
              <a:t>Does the work.</a:t>
            </a:r>
          </a:p>
        </p:txBody>
      </p:sp>
      <p:sp>
        <p:nvSpPr>
          <p:cNvPr id="5" name="Rectangle 4"/>
          <p:cNvSpPr/>
          <p:nvPr/>
        </p:nvSpPr>
        <p:spPr>
          <a:xfrm>
            <a:off x="621792" y="249631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2537460"/>
            <a:ext cx="10984687" cy="1028699"/>
          </a:xfrm>
          <a:prstGeom prst="rect">
            <a:avLst/>
          </a:prstGeom>
          <a:noFill/>
        </p:spPr>
        <p:txBody>
          <a:bodyPr wrap="square">
            <a:spAutoFit/>
          </a:bodyPr>
          <a:lstStyle/>
          <a:p>
            <a:pPr>
              <a:spcAft>
                <a:spcPts val="300"/>
              </a:spcAft>
            </a:pPr>
            <a:r>
              <a:rPr sz="1900" b="1" i="0">
                <a:solidFill>
                  <a:srgbClr val="1A1A1A"/>
                </a:solidFill>
                <a:latin typeface="Arial"/>
              </a:rPr>
              <a:t>Accountable</a:t>
            </a:r>
          </a:p>
          <a:p>
            <a:pPr>
              <a:spcAft>
                <a:spcPts val="300"/>
              </a:spcAft>
            </a:pPr>
            <a:r>
              <a:rPr sz="1550" b="0" i="0">
                <a:solidFill>
                  <a:srgbClr val="595959"/>
                </a:solidFill>
                <a:latin typeface="Arial"/>
              </a:rPr>
              <a:t>Owns the decision — exactly one body, never two.</a:t>
            </a:r>
          </a:p>
        </p:txBody>
      </p:sp>
      <p:sp>
        <p:nvSpPr>
          <p:cNvPr id="7" name="Rectangle 6"/>
          <p:cNvSpPr/>
          <p:nvPr/>
        </p:nvSpPr>
        <p:spPr>
          <a:xfrm>
            <a:off x="621792" y="357073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3611879"/>
            <a:ext cx="10984687" cy="1028699"/>
          </a:xfrm>
          <a:prstGeom prst="rect">
            <a:avLst/>
          </a:prstGeom>
          <a:noFill/>
        </p:spPr>
        <p:txBody>
          <a:bodyPr wrap="square">
            <a:spAutoFit/>
          </a:bodyPr>
          <a:lstStyle/>
          <a:p>
            <a:pPr>
              <a:spcAft>
                <a:spcPts val="300"/>
              </a:spcAft>
            </a:pPr>
            <a:r>
              <a:rPr sz="1900" b="1" i="0">
                <a:solidFill>
                  <a:srgbClr val="1A1A1A"/>
                </a:solidFill>
                <a:latin typeface="Arial"/>
              </a:rPr>
              <a:t>Consulted</a:t>
            </a:r>
          </a:p>
          <a:p>
            <a:pPr>
              <a:spcAft>
                <a:spcPts val="300"/>
              </a:spcAft>
            </a:pPr>
            <a:r>
              <a:rPr sz="1550" b="0" i="0">
                <a:solidFill>
                  <a:srgbClr val="595959"/>
                </a:solidFill>
                <a:latin typeface="Arial"/>
              </a:rPr>
              <a:t>Must be asked before.</a:t>
            </a:r>
          </a:p>
        </p:txBody>
      </p:sp>
      <p:sp>
        <p:nvSpPr>
          <p:cNvPr id="9" name="Rectangle 8"/>
          <p:cNvSpPr/>
          <p:nvPr/>
        </p:nvSpPr>
        <p:spPr>
          <a:xfrm>
            <a:off x="621792" y="464515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8368" y="4686300"/>
            <a:ext cx="10984687" cy="1028699"/>
          </a:xfrm>
          <a:prstGeom prst="rect">
            <a:avLst/>
          </a:prstGeom>
          <a:noFill/>
        </p:spPr>
        <p:txBody>
          <a:bodyPr wrap="square">
            <a:spAutoFit/>
          </a:bodyPr>
          <a:lstStyle/>
          <a:p>
            <a:pPr>
              <a:spcAft>
                <a:spcPts val="300"/>
              </a:spcAft>
            </a:pPr>
            <a:r>
              <a:rPr sz="1900" b="1" i="0">
                <a:solidFill>
                  <a:srgbClr val="1A1A1A"/>
                </a:solidFill>
                <a:latin typeface="Arial"/>
              </a:rPr>
              <a:t>Informed</a:t>
            </a:r>
          </a:p>
          <a:p>
            <a:pPr>
              <a:spcAft>
                <a:spcPts val="300"/>
              </a:spcAft>
            </a:pPr>
            <a:r>
              <a:rPr sz="1550" b="0" i="0">
                <a:solidFill>
                  <a:srgbClr val="595959"/>
                </a:solidFill>
                <a:latin typeface="Arial"/>
              </a:rPr>
              <a:t>Told after.</a:t>
            </a:r>
          </a:p>
        </p:txBody>
      </p:sp>
      <p:sp>
        <p:nvSpPr>
          <p:cNvPr id="11" name="TextBox 10"/>
          <p:cNvSpPr txBox="1"/>
          <p:nvPr/>
        </p:nvSpPr>
        <p:spPr>
          <a:xfrm>
            <a:off x="658368" y="5870448"/>
            <a:ext cx="10881360" cy="548640"/>
          </a:xfrm>
          <a:prstGeom prst="rect">
            <a:avLst/>
          </a:prstGeom>
          <a:noFill/>
        </p:spPr>
        <p:txBody>
          <a:bodyPr wrap="square">
            <a:spAutoFit/>
          </a:bodyPr>
          <a:lstStyle/>
          <a:p>
            <a:r>
              <a:rPr sz="1550" b="1" i="0">
                <a:solidFill>
                  <a:srgbClr val="006E96"/>
                </a:solidFill>
                <a:latin typeface="Arial"/>
              </a:rPr>
              <a:t>Two Accountables produce deadlock. None produces drift.</a:t>
            </a:r>
          </a:p>
        </p:txBody>
      </p:sp>
      <p:sp>
        <p:nvSpPr>
          <p:cNvPr id="12" name="TextBox 11"/>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3.3 · The RACI matrix</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Map only the decisions that recur and cause friction</a:t>
            </a:r>
          </a:p>
        </p:txBody>
      </p:sp>
      <p:sp>
        <p:nvSpPr>
          <p:cNvPr id="4" name="Rounded Rectangle 3"/>
          <p:cNvSpPr/>
          <p:nvPr/>
        </p:nvSpPr>
        <p:spPr>
          <a:xfrm>
            <a:off x="658368" y="1554480"/>
            <a:ext cx="5394960" cy="3749039"/>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1700784"/>
            <a:ext cx="4992624" cy="3474720"/>
          </a:xfrm>
          <a:prstGeom prst="rect">
            <a:avLst/>
          </a:prstGeom>
          <a:noFill/>
        </p:spPr>
        <p:txBody>
          <a:bodyPr wrap="square">
            <a:spAutoFit/>
          </a:bodyPr>
          <a:lstStyle/>
          <a:p>
            <a:pPr>
              <a:spcAft>
                <a:spcPts val="700"/>
              </a:spcAft>
            </a:pPr>
            <a:r>
              <a:rPr sz="1900" b="1" i="0">
                <a:solidFill>
                  <a:srgbClr val="006E96"/>
                </a:solidFill>
                <a:latin typeface="Arial"/>
              </a:rPr>
              <a:t>THE RECURRING SIX</a:t>
            </a:r>
          </a:p>
          <a:p>
            <a:pPr>
              <a:spcAft>
                <a:spcPts val="700"/>
              </a:spcAft>
            </a:pPr>
            <a:r>
              <a:rPr sz="1600" b="0" i="0">
                <a:solidFill>
                  <a:srgbClr val="1A1A1A"/>
                </a:solidFill>
                <a:latin typeface="Arial"/>
              </a:rPr>
              <a:t>Admit a new member.</a:t>
            </a:r>
          </a:p>
          <a:p>
            <a:pPr>
              <a:spcAft>
                <a:spcPts val="700"/>
              </a:spcAft>
            </a:pPr>
            <a:r>
              <a:rPr sz="1600" b="0" i="0">
                <a:solidFill>
                  <a:srgbClr val="1A1A1A"/>
                </a:solidFill>
                <a:latin typeface="Arial"/>
              </a:rPr>
              <a:t>Approve a technical standard.</a:t>
            </a:r>
          </a:p>
          <a:p>
            <a:pPr>
              <a:spcAft>
                <a:spcPts val="700"/>
              </a:spcAft>
            </a:pPr>
            <a:r>
              <a:rPr sz="1600" b="0" i="0">
                <a:solidFill>
                  <a:srgbClr val="1A1A1A"/>
                </a:solidFill>
                <a:latin typeface="Arial"/>
              </a:rPr>
              <a:t>Authorise a new exchange.</a:t>
            </a:r>
          </a:p>
          <a:p>
            <a:pPr>
              <a:spcAft>
                <a:spcPts val="700"/>
              </a:spcAft>
            </a:pPr>
            <a:r>
              <a:rPr sz="1600" b="0" i="0">
                <a:solidFill>
                  <a:srgbClr val="1A1A1A"/>
                </a:solidFill>
                <a:latin typeface="Arial"/>
              </a:rPr>
              <a:t>Resolve a dispute between members.</a:t>
            </a:r>
          </a:p>
          <a:p>
            <a:pPr>
              <a:spcAft>
                <a:spcPts val="700"/>
              </a:spcAft>
            </a:pPr>
            <a:r>
              <a:rPr sz="1600" b="0" i="0">
                <a:solidFill>
                  <a:srgbClr val="1A1A1A"/>
                </a:solidFill>
                <a:latin typeface="Arial"/>
              </a:rPr>
              <a:t>Change or retire a standard.</a:t>
            </a:r>
          </a:p>
          <a:p>
            <a:pPr>
              <a:spcAft>
                <a:spcPts val="700"/>
              </a:spcAft>
            </a:pPr>
            <a:r>
              <a:rPr sz="1600" b="0" i="0">
                <a:solidFill>
                  <a:srgbClr val="1A1A1A"/>
                </a:solidFill>
                <a:latin typeface="Arial"/>
              </a:rPr>
              <a:t>Suspend a member that breaks the rules.</a:t>
            </a:r>
          </a:p>
        </p:txBody>
      </p:sp>
      <p:sp>
        <p:nvSpPr>
          <p:cNvPr id="6" name="Rounded Rectangle 5"/>
          <p:cNvSpPr/>
          <p:nvPr/>
        </p:nvSpPr>
        <p:spPr>
          <a:xfrm>
            <a:off x="6263640" y="1554480"/>
            <a:ext cx="5394960" cy="3749039"/>
          </a:xfrm>
          <a:prstGeom prst="roundRect">
            <a:avLst>
              <a:gd name="adj" fmla="val 45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64808" y="1700784"/>
            <a:ext cx="4992624" cy="3474720"/>
          </a:xfrm>
          <a:prstGeom prst="rect">
            <a:avLst/>
          </a:prstGeom>
          <a:noFill/>
        </p:spPr>
        <p:txBody>
          <a:bodyPr wrap="square">
            <a:spAutoFit/>
          </a:bodyPr>
          <a:lstStyle/>
          <a:p>
            <a:pPr>
              <a:spcAft>
                <a:spcPts val="700"/>
              </a:spcAft>
            </a:pPr>
            <a:r>
              <a:rPr sz="1900" b="1" i="0">
                <a:solidFill>
                  <a:srgbClr val="006E96"/>
                </a:solidFill>
                <a:latin typeface="Arial"/>
              </a:rPr>
              <a:t>THE TWO THE SPLIT ADDS</a:t>
            </a:r>
          </a:p>
          <a:p>
            <a:pPr>
              <a:spcAft>
                <a:spcPts val="700"/>
              </a:spcAft>
            </a:pPr>
            <a:r>
              <a:rPr sz="1600" b="0" i="0">
                <a:solidFill>
                  <a:srgbClr val="1A1A1A"/>
                </a:solidFill>
                <a:latin typeface="Arial"/>
              </a:rPr>
              <a:t>Publish the reference architecture and compliance checklist — the regulator is Accountable.</a:t>
            </a:r>
          </a:p>
          <a:p>
            <a:pPr>
              <a:spcAft>
                <a:spcPts val="700"/>
              </a:spcAft>
            </a:pPr>
            <a:r>
              <a:rPr sz="1600" b="0" i="0">
                <a:solidFill>
                  <a:srgbClr val="1A1A1A"/>
                </a:solidFill>
                <a:latin typeface="Arial"/>
              </a:rPr>
              <a:t>Operate the platform and onboard members — the operator is Accountable.</a:t>
            </a:r>
          </a:p>
        </p:txBody>
      </p:sp>
      <p:sp>
        <p:nvSpPr>
          <p:cNvPr id="8" name="TextBox 7"/>
          <p:cNvSpPr txBox="1"/>
          <p:nvPr/>
        </p:nvSpPr>
        <p:spPr>
          <a:xfrm>
            <a:off x="658368" y="5486400"/>
            <a:ext cx="10881360" cy="548640"/>
          </a:xfrm>
          <a:prstGeom prst="rect">
            <a:avLst/>
          </a:prstGeom>
          <a:noFill/>
        </p:spPr>
        <p:txBody>
          <a:bodyPr wrap="square">
            <a:spAutoFit/>
          </a:bodyPr>
          <a:lstStyle/>
          <a:p>
            <a:r>
              <a:rPr sz="1550" b="1" i="0">
                <a:solidFill>
                  <a:srgbClr val="006E96"/>
                </a:solidFill>
                <a:latin typeface="Arial"/>
              </a:rPr>
              <a:t>Write both, and the split is no longer a principle but a matrix.</a:t>
            </a:r>
          </a:p>
        </p:txBody>
      </p:sp>
      <p:sp>
        <p:nvSpPr>
          <p:cNvPr id="9" name="TextBox 8"/>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3.3 · The RACI matrix</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Write one row once, and the next onboarding is a process</a:t>
            </a:r>
          </a:p>
        </p:txBody>
      </p:sp>
      <p:sp>
        <p:nvSpPr>
          <p:cNvPr id="4" name="TextBox 3"/>
          <p:cNvSpPr txBox="1"/>
          <p:nvPr/>
        </p:nvSpPr>
        <p:spPr>
          <a:xfrm>
            <a:off x="658368" y="1463040"/>
            <a:ext cx="10881360" cy="548640"/>
          </a:xfrm>
          <a:prstGeom prst="rect">
            <a:avLst/>
          </a:prstGeom>
          <a:noFill/>
        </p:spPr>
        <p:txBody>
          <a:bodyPr wrap="square">
            <a:spAutoFit/>
          </a:bodyPr>
          <a:lstStyle/>
          <a:p>
            <a:r>
              <a:rPr sz="1500" b="1" i="0">
                <a:solidFill>
                  <a:srgbClr val="006E96"/>
                </a:solidFill>
                <a:latin typeface="Arial"/>
              </a:rPr>
              <a:t>DECISION:  </a:t>
            </a:r>
            <a:r>
              <a:rPr sz="2000" b="1" i="0">
                <a:solidFill>
                  <a:srgbClr val="1A1A1A"/>
                </a:solidFill>
                <a:latin typeface="Arial"/>
              </a:rPr>
              <a:t>Admit a new member</a:t>
            </a:r>
          </a:p>
        </p:txBody>
      </p:sp>
      <p:sp>
        <p:nvSpPr>
          <p:cNvPr id="5" name="Rounded Rectangle 4"/>
          <p:cNvSpPr/>
          <p:nvPr/>
        </p:nvSpPr>
        <p:spPr>
          <a:xfrm>
            <a:off x="658368" y="2240280"/>
            <a:ext cx="2560320" cy="2377440"/>
          </a:xfrm>
          <a:prstGeom prst="roundRect">
            <a:avLst>
              <a:gd name="adj" fmla="val 80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t" lIns="128016" rIns="128016" tIns="91440" bIns="54864" wrap="square"/>
          <a:lstStyle/>
          <a:p>
            <a:pPr algn="l">
              <a:spcAft>
                <a:spcPts val="300"/>
              </a:spcAft>
            </a:pPr>
            <a:r>
              <a:rPr sz="1600" b="1" i="0">
                <a:solidFill>
                  <a:srgbClr val="006E96"/>
                </a:solidFill>
                <a:latin typeface="Arial"/>
              </a:rPr>
              <a:t>RESPONSIBLE</a:t>
            </a:r>
          </a:p>
          <a:p>
            <a:pPr algn="l">
              <a:spcAft>
                <a:spcPts val="300"/>
              </a:spcAft>
            </a:pPr>
            <a:r>
              <a:rPr sz="1800" b="0" i="0">
                <a:solidFill>
                  <a:srgbClr val="1A1A1A"/>
                </a:solidFill>
                <a:latin typeface="Arial"/>
              </a:rPr>
              <a:t>The Operating Authority</a:t>
            </a:r>
          </a:p>
          <a:p>
            <a:pPr algn="l">
              <a:spcAft>
                <a:spcPts val="300"/>
              </a:spcAft>
            </a:pPr>
            <a:r>
              <a:rPr sz="1800" b="0" i="0">
                <a:solidFill>
                  <a:srgbClr val="1A1A1A"/>
                </a:solidFill>
                <a:latin typeface="Arial"/>
              </a:rPr>
              <a:t>Does the onboarding.</a:t>
            </a:r>
          </a:p>
        </p:txBody>
      </p:sp>
      <p:sp>
        <p:nvSpPr>
          <p:cNvPr id="6" name="Rounded Rectangle 5"/>
          <p:cNvSpPr/>
          <p:nvPr/>
        </p:nvSpPr>
        <p:spPr>
          <a:xfrm>
            <a:off x="3431743" y="2240280"/>
            <a:ext cx="2560320" cy="2377440"/>
          </a:xfrm>
          <a:prstGeom prst="roundRect">
            <a:avLst>
              <a:gd name="adj" fmla="val 8000"/>
            </a:avLst>
          </a:prstGeom>
          <a:solidFill>
            <a:srgbClr val="006E96"/>
          </a:solidFill>
          <a:ln>
            <a:noFill/>
          </a:ln>
          <a:effectLst/>
        </p:spPr>
        <p:style>
          <a:lnRef idx="1">
            <a:schemeClr val="accent1"/>
          </a:lnRef>
          <a:fillRef idx="3">
            <a:schemeClr val="accent1"/>
          </a:fillRef>
          <a:effectRef idx="2">
            <a:schemeClr val="accent1"/>
          </a:effectRef>
          <a:fontRef idx="minor">
            <a:schemeClr val="lt1"/>
          </a:fontRef>
        </p:style>
        <p:txBody>
          <a:bodyPr rtlCol="0" anchor="t" lIns="128016" rIns="128016" tIns="91440" bIns="54864" wrap="square"/>
          <a:lstStyle/>
          <a:p>
            <a:pPr algn="l">
              <a:spcAft>
                <a:spcPts val="300"/>
              </a:spcAft>
            </a:pPr>
            <a:r>
              <a:rPr sz="1600" b="1" i="0">
                <a:solidFill>
                  <a:srgbClr val="FFFFFF"/>
                </a:solidFill>
                <a:latin typeface="Arial"/>
              </a:rPr>
              <a:t>ACCOUNTABLE</a:t>
            </a:r>
          </a:p>
          <a:p>
            <a:pPr algn="l">
              <a:spcAft>
                <a:spcPts val="300"/>
              </a:spcAft>
            </a:pPr>
            <a:r>
              <a:rPr sz="1800" b="0" i="0">
                <a:solidFill>
                  <a:srgbClr val="FFFFFF"/>
                </a:solidFill>
                <a:latin typeface="Arial"/>
              </a:rPr>
              <a:t>The Steering Committee</a:t>
            </a:r>
          </a:p>
          <a:p>
            <a:pPr algn="l">
              <a:spcAft>
                <a:spcPts val="300"/>
              </a:spcAft>
            </a:pPr>
            <a:r>
              <a:rPr sz="1800" b="0" i="0">
                <a:solidFill>
                  <a:srgbClr val="FFFFFF"/>
                </a:solidFill>
                <a:latin typeface="Arial"/>
              </a:rPr>
              <a:t>Approves.</a:t>
            </a:r>
          </a:p>
        </p:txBody>
      </p:sp>
      <p:sp>
        <p:nvSpPr>
          <p:cNvPr id="7" name="Rounded Rectangle 6"/>
          <p:cNvSpPr/>
          <p:nvPr/>
        </p:nvSpPr>
        <p:spPr>
          <a:xfrm>
            <a:off x="6205118" y="2240280"/>
            <a:ext cx="2560320" cy="2377440"/>
          </a:xfrm>
          <a:prstGeom prst="roundRect">
            <a:avLst>
              <a:gd name="adj" fmla="val 80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t" lIns="128016" rIns="128016" tIns="91440" bIns="54864" wrap="square"/>
          <a:lstStyle/>
          <a:p>
            <a:pPr algn="l">
              <a:spcAft>
                <a:spcPts val="300"/>
              </a:spcAft>
            </a:pPr>
            <a:r>
              <a:rPr sz="1600" b="1" i="0">
                <a:solidFill>
                  <a:srgbClr val="006E96"/>
                </a:solidFill>
                <a:latin typeface="Arial"/>
              </a:rPr>
              <a:t>CONSULTED</a:t>
            </a:r>
          </a:p>
          <a:p>
            <a:pPr algn="l">
              <a:spcAft>
                <a:spcPts val="300"/>
              </a:spcAft>
            </a:pPr>
            <a:r>
              <a:rPr sz="1800" b="0" i="0">
                <a:solidFill>
                  <a:srgbClr val="1A1A1A"/>
                </a:solidFill>
                <a:latin typeface="Arial"/>
              </a:rPr>
              <a:t>The relevant Working Group</a:t>
            </a:r>
          </a:p>
          <a:p>
            <a:pPr algn="l">
              <a:spcAft>
                <a:spcPts val="300"/>
              </a:spcAft>
            </a:pPr>
            <a:r>
              <a:rPr sz="1800" b="0" i="0">
                <a:solidFill>
                  <a:srgbClr val="1A1A1A"/>
                </a:solidFill>
                <a:latin typeface="Arial"/>
              </a:rPr>
              <a:t>Checks readiness.</a:t>
            </a:r>
          </a:p>
        </p:txBody>
      </p:sp>
      <p:sp>
        <p:nvSpPr>
          <p:cNvPr id="8" name="Rounded Rectangle 7"/>
          <p:cNvSpPr/>
          <p:nvPr/>
        </p:nvSpPr>
        <p:spPr>
          <a:xfrm>
            <a:off x="8978493" y="2240280"/>
            <a:ext cx="2560320" cy="2377440"/>
          </a:xfrm>
          <a:prstGeom prst="roundRect">
            <a:avLst>
              <a:gd name="adj" fmla="val 80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t" lIns="128016" rIns="128016" tIns="91440" bIns="54864" wrap="square"/>
          <a:lstStyle/>
          <a:p>
            <a:pPr algn="l">
              <a:spcAft>
                <a:spcPts val="300"/>
              </a:spcAft>
            </a:pPr>
            <a:r>
              <a:rPr sz="1600" b="1" i="0">
                <a:solidFill>
                  <a:srgbClr val="006E96"/>
                </a:solidFill>
                <a:latin typeface="Arial"/>
              </a:rPr>
              <a:t>INFORMED</a:t>
            </a:r>
          </a:p>
          <a:p>
            <a:pPr algn="l">
              <a:spcAft>
                <a:spcPts val="300"/>
              </a:spcAft>
            </a:pPr>
            <a:r>
              <a:rPr sz="1800" b="0" i="0">
                <a:solidFill>
                  <a:srgbClr val="1A1A1A"/>
                </a:solidFill>
                <a:latin typeface="Arial"/>
              </a:rPr>
              <a:t>The Strategic Council</a:t>
            </a:r>
          </a:p>
          <a:p>
            <a:pPr algn="l">
              <a:spcAft>
                <a:spcPts val="300"/>
              </a:spcAft>
            </a:pPr>
            <a:r>
              <a:rPr sz="1800" b="0" i="0">
                <a:solidFill>
                  <a:srgbClr val="1A1A1A"/>
                </a:solidFill>
                <a:latin typeface="Arial"/>
              </a:rPr>
              <a:t/>
            </a:r>
          </a:p>
        </p:txBody>
      </p:sp>
      <p:sp>
        <p:nvSpPr>
          <p:cNvPr id="9" name="TextBox 8"/>
          <p:cNvSpPr txBox="1"/>
          <p:nvPr/>
        </p:nvSpPr>
        <p:spPr>
          <a:xfrm>
            <a:off x="658368" y="4937760"/>
            <a:ext cx="10881360" cy="822960"/>
          </a:xfrm>
          <a:prstGeom prst="rect">
            <a:avLst/>
          </a:prstGeom>
          <a:noFill/>
        </p:spPr>
        <p:txBody>
          <a:bodyPr wrap="square">
            <a:spAutoFit/>
          </a:bodyPr>
          <a:lstStyle/>
          <a:p>
            <a:r>
              <a:rPr sz="1700" b="1" i="0">
                <a:solidFill>
                  <a:srgbClr val="006E96"/>
                </a:solidFill>
                <a:latin typeface="Arial"/>
              </a:rPr>
              <a:t>Settled before the dispute: a five-minute conversation, not a months-long escalation.</a:t>
            </a:r>
          </a:p>
        </p:txBody>
      </p:sp>
      <p:sp>
        <p:nvSpPr>
          <p:cNvPr id="10" name="TextBox 9"/>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3.3 · The RACI matrix</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05840" y="2103120"/>
            <a:ext cx="10149840" cy="2377440"/>
          </a:xfrm>
          <a:prstGeom prst="rect">
            <a:avLst/>
          </a:prstGeom>
          <a:noFill/>
        </p:spPr>
        <p:txBody>
          <a:bodyPr wrap="square">
            <a:spAutoFit/>
          </a:bodyPr>
          <a:lstStyle/>
          <a:p>
            <a:r>
              <a:rPr sz="3000" b="1" i="0">
                <a:solidFill>
                  <a:srgbClr val="1A1A1A"/>
                </a:solidFill>
                <a:latin typeface="Arial"/>
              </a:rPr>
              <a:t>One Accountable per decision, written down once — the RACI matrix is what turns every recurring governance question from a fight into a process.</a:t>
            </a:r>
          </a:p>
        </p:txBody>
      </p:sp>
      <p:sp>
        <p:nvSpPr>
          <p:cNvPr id="3" name="TextBox 2"/>
          <p:cNvSpPr txBox="1"/>
          <p:nvPr/>
        </p:nvSpPr>
        <p:spPr>
          <a:xfrm>
            <a:off x="1005840" y="1554480"/>
            <a:ext cx="5486400" cy="365760"/>
          </a:xfrm>
          <a:prstGeom prst="rect">
            <a:avLst/>
          </a:prstGeom>
          <a:noFill/>
        </p:spPr>
        <p:txBody>
          <a:bodyPr wrap="square">
            <a:spAutoFit/>
          </a:bodyPr>
          <a:lstStyle/>
          <a:p>
            <a:r>
              <a:rPr sz="1200" b="1" i="0">
                <a:solidFill>
                  <a:srgbClr val="006E96"/>
                </a:solidFill>
                <a:latin typeface="Arial"/>
              </a:rPr>
              <a:t>IN ONE SENTENCE</a:t>
            </a:r>
          </a:p>
        </p:txBody>
      </p:sp>
      <p:sp>
        <p:nvSpPr>
          <p:cNvPr id="4" name="Rounded Rectangle 3"/>
          <p:cNvSpPr/>
          <p:nvPr/>
        </p:nvSpPr>
        <p:spPr>
          <a:xfrm>
            <a:off x="658368" y="4709160"/>
            <a:ext cx="10881360" cy="1554480"/>
          </a:xfrm>
          <a:prstGeom prst="roundRect">
            <a:avLst>
              <a:gd name="adj" fmla="val 4500"/>
            </a:avLst>
          </a:prstGeom>
          <a:solidFill>
            <a:srgbClr val="FFFFFF"/>
          </a:solidFill>
          <a:ln w="9525">
            <a:solidFill>
              <a:srgbClr val="009C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09728" bIns="109728">
            <a:noAutofit/>
          </a:bodyPr>
          <a:lstStyle/>
          <a:p>
            <a:pPr algn="l">
              <a:spcAft>
                <a:spcPts val="400"/>
              </a:spcAft>
            </a:pPr>
            <a:r>
              <a:rPr sz="1800" b="1" i="0">
                <a:solidFill>
                  <a:srgbClr val="006E96"/>
                </a:solidFill>
                <a:latin typeface="Arial"/>
              </a:rPr>
              <a:t>Do this on your own sector. </a:t>
            </a:r>
            <a:r>
              <a:rPr sz="1800" b="1" i="0">
                <a:solidFill>
                  <a:srgbClr val="1A1A1A"/>
                </a:solidFill>
                <a:latin typeface="Arial"/>
              </a:rPr>
              <a:t>Draft the governance RACI for your framework's key decisions.</a:t>
            </a:r>
          </a:p>
          <a:p>
            <a:pPr algn="l">
              <a:spcAft>
                <a:spcPts val="400"/>
              </a:spcAft>
            </a:pPr>
            <a:r>
              <a:rPr sz="1800" b="0" i="0">
                <a:solidFill>
                  <a:srgbClr val="595959"/>
                </a:solidFill>
                <a:latin typeface="Arial"/>
              </a:rPr>
              <a:t>The prompt in the companion material gives you a RACI matrix plus a list of deadlock/drift risks and authority gaps. Before the next video.</a:t>
            </a:r>
          </a:p>
        </p:txBody>
      </p:sp>
      <p:sp>
        <p:nvSpPr>
          <p:cNvPr id="5" name="TextBox 4"/>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3.3 · The RACI matrix</a:t>
            </a:r>
          </a:p>
        </p:txBody>
      </p:sp>
      <p:sp>
        <p:nvSpPr>
          <p:cNvPr id="6" name="TextBox 5"/>
          <p:cNvSpPr txBox="1"/>
          <p:nvPr/>
        </p:nvSpPr>
        <p:spPr>
          <a:xfrm>
            <a:off x="10058400" y="6473952"/>
            <a:ext cx="1673352" cy="292608"/>
          </a:xfrm>
          <a:prstGeom prst="rect">
            <a:avLst/>
          </a:prstGeom>
          <a:noFill/>
        </p:spPr>
        <p:txBody>
          <a:bodyPr wrap="square">
            <a:spAutoFit/>
          </a:bodyPr>
          <a:lstStyle/>
          <a:p>
            <a:pPr algn="r"/>
            <a:r>
              <a:rPr sz="900" b="0" i="0">
                <a:solidFill>
                  <a:srgbClr val="595959"/>
                </a:solidFill>
                <a:latin typeface="Arial"/>
              </a:rPr>
              <a:t>www.itu.int</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Sources</a:t>
            </a:r>
          </a:p>
        </p:txBody>
      </p:sp>
      <p:sp>
        <p:nvSpPr>
          <p:cNvPr id="4" name="TextBox 3"/>
          <p:cNvSpPr txBox="1"/>
          <p:nvPr/>
        </p:nvSpPr>
        <p:spPr>
          <a:xfrm>
            <a:off x="658368" y="1554480"/>
            <a:ext cx="10789920" cy="3840480"/>
          </a:xfrm>
          <a:prstGeom prst="rect">
            <a:avLst/>
          </a:prstGeom>
          <a:noFill/>
        </p:spPr>
        <p:txBody>
          <a:bodyPr wrap="square">
            <a:spAutoFit/>
          </a:bodyPr>
          <a:lstStyle/>
          <a:p>
            <a:pPr>
              <a:spcAft>
                <a:spcPts val="1200"/>
              </a:spcAft>
            </a:pPr>
            <a:r>
              <a:rPr sz="1700" b="0" i="0">
                <a:solidFill>
                  <a:srgbClr val="1A1A1A"/>
                </a:solidFill>
                <a:latin typeface="Arial"/>
              </a:rPr>
              <a:t>•  EU European Interoperability Framework; NIIS X-Road governance — roles and responsibilities (niis.org)</a:t>
            </a:r>
          </a:p>
          <a:p>
            <a:pPr>
              <a:spcAft>
                <a:spcPts val="1200"/>
              </a:spcAft>
            </a:pPr>
            <a:r>
              <a:rPr sz="1700" b="0" i="0">
                <a:solidFill>
                  <a:srgbClr val="1A1A1A"/>
                </a:solidFill>
                <a:latin typeface="Arial"/>
              </a:rPr>
              <a:t>•  PAERA v1.0 — §3.1.3 (Institutional setup)</a:t>
            </a:r>
          </a:p>
        </p:txBody>
      </p:sp>
      <p:sp>
        <p:nvSpPr>
          <p:cNvPr id="5" name="TextBox 4"/>
          <p:cNvSpPr txBox="1"/>
          <p:nvPr/>
        </p:nvSpPr>
        <p:spPr>
          <a:xfrm>
            <a:off x="658368" y="5806440"/>
            <a:ext cx="10789920" cy="457200"/>
          </a:xfrm>
          <a:prstGeom prst="rect">
            <a:avLst/>
          </a:prstGeom>
          <a:noFill/>
        </p:spPr>
        <p:txBody>
          <a:bodyPr wrap="square">
            <a:spAutoFit/>
          </a:bodyPr>
          <a:lstStyle/>
          <a:p>
            <a:r>
              <a:rPr sz="1400" b="1" i="0">
                <a:solidFill>
                  <a:srgbClr val="006E96"/>
                </a:solidFill>
                <a:latin typeface="Arial"/>
              </a:rPr>
              <a:t>Find the link in the description.</a:t>
            </a:r>
          </a:p>
        </p:txBody>
      </p:sp>
      <p:sp>
        <p:nvSpPr>
          <p:cNvPr id="6" name="TextBox 5"/>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3.3 · The RACI matrix</a:t>
            </a:r>
          </a:p>
        </p:txBody>
      </p:sp>
    </p:spTree>
  </p:cSld>
  <p:clrMapOvr>
    <a:masterClrMapping/>
  </p:clrMapOvr>
</p:sld>
</file>

<file path=ppt/theme/theme1.xml><?xml version="1.0" encoding="utf-8"?>
<a:theme xmlns:a="http://schemas.openxmlformats.org/drawingml/2006/main" name="ITU Theme - White bg">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0000"/>
      </a:hlink>
      <a:folHlink>
        <a:srgbClr val="757070"/>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A0500DBE-3369-4A4A-B28D-9AE5003E2570}"/>
    </a:ext>
  </a:extLst>
</a:theme>
</file>

<file path=ppt/theme/theme2.xml><?xml version="1.0" encoding="utf-8"?>
<a:theme xmlns:a="http://schemas.openxmlformats.org/drawingml/2006/main" name="Big text">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9CD6"/>
      </a:hlink>
      <a:folHlink>
        <a:srgbClr val="009CD6"/>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EA5A528F-177A-4F34-B410-08836428AF20}"/>
    </a:ext>
  </a:extLst>
</a:theme>
</file>

<file path=ppt/theme/theme3.xml><?xml version="1.0" encoding="utf-8"?>
<a:theme xmlns:a="http://schemas.openxmlformats.org/drawingml/2006/main" name="Quote Slide">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9CD6"/>
      </a:hlink>
      <a:folHlink>
        <a:srgbClr val="009CD6"/>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B0771621-B97B-4C13-9C8D-7F1D735791AC}"/>
    </a:ext>
  </a:extLst>
</a:theme>
</file>

<file path=ppt/theme/theme4.xml><?xml version="1.0" encoding="utf-8"?>
<a:theme xmlns:a="http://schemas.openxmlformats.org/drawingml/2006/main" name="ITU Theme light blue bg">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9CD6"/>
      </a:hlink>
      <a:folHlink>
        <a:srgbClr val="009CD6"/>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D1ECFA71-5D53-4A3F-BEBD-1C69573B5224}"/>
    </a:ext>
  </a:extLst>
</a:theme>
</file>

<file path=ppt/theme/theme5.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6.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lcf76f155ced4ddcb4097134ff3c332f xmlns="ed7f0f61-51dd-499b-8f04-7c837a526382">
      <Terms xmlns="http://schemas.microsoft.com/office/infopath/2007/PartnerControls"/>
    </lcf76f155ced4ddcb4097134ff3c332f>
    <TaxCatchAll xmlns="ab90e5c9-10d8-4476-84ba-6005a25f4984" xsi:nil="true"/>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53A3A08329EEE04EB33D96A577905A26" ma:contentTypeVersion="19" ma:contentTypeDescription="Create a new document." ma:contentTypeScope="" ma:versionID="a8087e2cbe64624dcde6ca4894bfb0b6">
  <xsd:schema xmlns:xsd="http://www.w3.org/2001/XMLSchema" xmlns:xs="http://www.w3.org/2001/XMLSchema" xmlns:p="http://schemas.microsoft.com/office/2006/metadata/properties" xmlns:ns2="ed7f0f61-51dd-499b-8f04-7c837a526382" xmlns:ns3="ab90e5c9-10d8-4476-84ba-6005a25f4984" targetNamespace="http://schemas.microsoft.com/office/2006/metadata/properties" ma:root="true" ma:fieldsID="2701f39123c6a01fbf026076f5c6add9" ns2:_="" ns3:_="">
    <xsd:import namespace="ed7f0f61-51dd-499b-8f04-7c837a526382"/>
    <xsd:import namespace="ab90e5c9-10d8-4476-84ba-6005a25f4984"/>
    <xsd:element name="properties">
      <xsd:complexType>
        <xsd:sequence>
          <xsd:element name="documentManagement">
            <xsd:complexType>
              <xsd:all>
                <xsd:element ref="ns2:MediaServiceMetadata" minOccurs="0"/>
                <xsd:element ref="ns2:MediaServiceFastMetadata" minOccurs="0"/>
                <xsd:element ref="ns2:MediaServiceAutoKeyPoints" minOccurs="0"/>
                <xsd:element ref="ns2:MediaServiceKeyPoints" minOccurs="0"/>
                <xsd:element ref="ns3:SharedWithUsers" minOccurs="0"/>
                <xsd:element ref="ns3:SharedWithDetails" minOccurs="0"/>
                <xsd:element ref="ns2:MediaServiceDateTaken" minOccurs="0"/>
                <xsd:element ref="ns2:MediaLengthInSeconds" minOccurs="0"/>
                <xsd:element ref="ns2:MediaServiceAutoTags" minOccurs="0"/>
                <xsd:element ref="ns2:MediaServiceOCR" minOccurs="0"/>
                <xsd:element ref="ns2:MediaServiceGenerationTime" minOccurs="0"/>
                <xsd:element ref="ns2:MediaServiceEventHashCode" minOccurs="0"/>
                <xsd:element ref="ns2:lcf76f155ced4ddcb4097134ff3c332f" minOccurs="0"/>
                <xsd:element ref="ns3:TaxCatchAll" minOccurs="0"/>
                <xsd:element ref="ns2:MediaServiceLocation" minOccurs="0"/>
                <xsd:element ref="ns2:MediaServiceObjectDetectorVersions" minOccurs="0"/>
                <xsd:element ref="ns2:MediaServiceSearchProperties" minOccurs="0"/>
                <xsd:element ref="ns2:MediaServiceBillingMetadata"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ed7f0f61-51dd-499b-8f04-7c837a526382"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KeyPoints" ma:index="10" nillable="true" ma:displayName="MediaServiceAutoKeyPoints" ma:hidden="true" ma:internalName="MediaServiceAutoKeyPoints" ma:readOnly="true">
      <xsd:simpleType>
        <xsd:restriction base="dms:Note"/>
      </xsd:simpleType>
    </xsd:element>
    <xsd:element name="MediaServiceKeyPoints" ma:index="11" nillable="true" ma:displayName="KeyPoints" ma:internalName="MediaServiceKeyPoints" ma:readOnly="true">
      <xsd:simpleType>
        <xsd:restriction base="dms:Note">
          <xsd:maxLength value="255"/>
        </xsd:restriction>
      </xsd:simpleType>
    </xsd:element>
    <xsd:element name="MediaServiceDateTaken" ma:index="14" nillable="true" ma:displayName="MediaServiceDateTaken" ma:hidden="true" ma:internalName="MediaServiceDateTaken" ma:readOnly="true">
      <xsd:simpleType>
        <xsd:restriction base="dms:Text"/>
      </xsd:simpleType>
    </xsd:element>
    <xsd:element name="MediaLengthInSeconds" ma:index="15" nillable="true" ma:displayName="MediaLengthInSeconds" ma:hidden="true" ma:internalName="MediaLengthInSeconds" ma:readOnly="true">
      <xsd:simpleType>
        <xsd:restriction base="dms:Unknown"/>
      </xsd:simpleType>
    </xsd:element>
    <xsd:element name="MediaServiceAutoTags" ma:index="16" nillable="true" ma:displayName="Tags" ma:internalName="MediaServiceAutoTags" ma:readOnly="true">
      <xsd:simpleType>
        <xsd:restriction base="dms:Text"/>
      </xsd:simpleType>
    </xsd:element>
    <xsd:element name="MediaServiceOCR" ma:index="17" nillable="true" ma:displayName="Extracted Text" ma:internalName="MediaServiceOCR" ma:readOnly="true">
      <xsd:simpleType>
        <xsd:restriction base="dms:Note">
          <xsd:maxLength value="255"/>
        </xsd:restriction>
      </xsd:simpleType>
    </xsd:element>
    <xsd:element name="MediaServiceGenerationTime" ma:index="18" nillable="true" ma:displayName="MediaServiceGenerationTime" ma:hidden="true" ma:internalName="MediaServiceGenerationTime" ma:readOnly="true">
      <xsd:simpleType>
        <xsd:restriction base="dms:Text"/>
      </xsd:simpleType>
    </xsd:element>
    <xsd:element name="MediaServiceEventHashCode" ma:index="19" nillable="true" ma:displayName="MediaServiceEventHashCode" ma:hidden="true" ma:internalName="MediaServiceEventHashCode" ma:readOnly="true">
      <xsd:simpleType>
        <xsd:restriction base="dms:Text"/>
      </xsd:simpleType>
    </xsd:element>
    <xsd:element name="lcf76f155ced4ddcb4097134ff3c332f" ma:index="21" nillable="true" ma:taxonomy="true" ma:internalName="lcf76f155ced4ddcb4097134ff3c332f" ma:taxonomyFieldName="MediaServiceImageTags" ma:displayName="Image Tags" ma:readOnly="false" ma:fieldId="{5cf76f15-5ced-4ddc-b409-7134ff3c332f}" ma:taxonomyMulti="true" ma:sspId="0e895586-ec57-4162-862b-45953123501e" ma:termSetId="09814cd3-568e-fe90-9814-8d621ff8fb84" ma:anchorId="fba54fb3-c3e1-fe81-a776-ca4b69148c4d" ma:open="true" ma:isKeyword="false">
      <xsd:complexType>
        <xsd:sequence>
          <xsd:element ref="pc:Terms" minOccurs="0" maxOccurs="1"/>
        </xsd:sequence>
      </xsd:complexType>
    </xsd:element>
    <xsd:element name="MediaServiceLocation" ma:index="23" nillable="true" ma:displayName="Location" ma:indexed="true" ma:internalName="MediaServiceLocation" ma:readOnly="true">
      <xsd:simpleType>
        <xsd:restriction base="dms:Text"/>
      </xsd:simpleType>
    </xsd:element>
    <xsd:element name="MediaServiceObjectDetectorVersions" ma:index="24" nillable="true" ma:displayName="MediaServiceObjectDetectorVersions" ma:hidden="true" ma:indexed="true" ma:internalName="MediaServiceObjectDetectorVersions" ma:readOnly="true">
      <xsd:simpleType>
        <xsd:restriction base="dms:Text"/>
      </xsd:simpleType>
    </xsd:element>
    <xsd:element name="MediaServiceSearchProperties" ma:index="25" nillable="true" ma:displayName="MediaServiceSearchProperties" ma:hidden="true" ma:internalName="MediaServiceSearchProperties" ma:readOnly="true">
      <xsd:simpleType>
        <xsd:restriction base="dms:Note"/>
      </xsd:simpleType>
    </xsd:element>
    <xsd:element name="MediaServiceBillingMetadata" ma:index="26" nillable="true" ma:displayName="MediaServiceBillingMetadata" ma:hidden="true" ma:internalName="MediaServiceBillingMetadata"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ab90e5c9-10d8-4476-84ba-6005a25f4984" elementFormDefault="qualified">
    <xsd:import namespace="http://schemas.microsoft.com/office/2006/documentManagement/types"/>
    <xsd:import namespace="http://schemas.microsoft.com/office/infopath/2007/PartnerControls"/>
    <xsd:element name="SharedWithUsers" ma:index="12"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3" nillable="true" ma:displayName="Shared With Details" ma:internalName="SharedWithDetails" ma:readOnly="true">
      <xsd:simpleType>
        <xsd:restriction base="dms:Note">
          <xsd:maxLength value="255"/>
        </xsd:restriction>
      </xsd:simpleType>
    </xsd:element>
    <xsd:element name="TaxCatchAll" ma:index="22" nillable="true" ma:displayName="Taxonomy Catch All Column" ma:hidden="true" ma:list="{f45fae84-f8a8-4d35-b240-8a5cf95bb259}" ma:internalName="TaxCatchAll" ma:showField="CatchAllData" ma:web="ab90e5c9-10d8-4476-84ba-6005a25f4984">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5F615F30-55BC-4400-8171-49B6C1A1BF75}">
  <ds:schemaRefs>
    <ds:schemaRef ds:uri="http://schemas.microsoft.com/office/2006/metadata/properties"/>
    <ds:schemaRef ds:uri="http://schemas.microsoft.com/office/infopath/2007/PartnerControls"/>
    <ds:schemaRef ds:uri="http://schemas.microsoft.com/sharepoint/v3"/>
    <ds:schemaRef ds:uri="ed7f0f61-51dd-499b-8f04-7c837a526382"/>
    <ds:schemaRef ds:uri="ab90e5c9-10d8-4476-84ba-6005a25f4984"/>
  </ds:schemaRefs>
</ds:datastoreItem>
</file>

<file path=customXml/itemProps2.xml><?xml version="1.0" encoding="utf-8"?>
<ds:datastoreItem xmlns:ds="http://schemas.openxmlformats.org/officeDocument/2006/customXml" ds:itemID="{A48191B6-3A4E-47E8-99A3-94A5982E1B43}">
  <ds:schemaRefs>
    <ds:schemaRef ds:uri="http://schemas.microsoft.com/sharepoint/v3/contenttype/forms"/>
  </ds:schemaRefs>
</ds:datastoreItem>
</file>

<file path=customXml/itemProps3.xml><?xml version="1.0" encoding="utf-8"?>
<ds:datastoreItem xmlns:ds="http://schemas.openxmlformats.org/officeDocument/2006/customXml" ds:itemID="{68C4513F-118C-4668-805A-58D1CE3FDA87}">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ed7f0f61-51dd-499b-8f04-7c837a526382"/>
    <ds:schemaRef ds:uri="ab90e5c9-10d8-4476-84ba-6005a25f4984"/>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emplate>ITU_Powerpoint_standard_template_16x9__July_2022</Template>
  <TotalTime>462</TotalTime>
  <Words>2240</Words>
  <Application>Microsoft Office PowerPoint</Application>
  <PresentationFormat>Widescreen</PresentationFormat>
  <Paragraphs>473</Paragraphs>
  <Slides>38</Slides>
  <Notes>20</Notes>
  <HiddenSlides>0</HiddenSlides>
  <MMClips>0</MMClips>
  <ScaleCrop>false</ScaleCrop>
  <HeadingPairs>
    <vt:vector size="6" baseType="variant">
      <vt:variant>
        <vt:lpstr>Fonts Used</vt:lpstr>
      </vt:variant>
      <vt:variant>
        <vt:i4>6</vt:i4>
      </vt:variant>
      <vt:variant>
        <vt:lpstr>Theme</vt:lpstr>
      </vt:variant>
      <vt:variant>
        <vt:i4>4</vt:i4>
      </vt:variant>
      <vt:variant>
        <vt:lpstr>Slide Titles</vt:lpstr>
      </vt:variant>
      <vt:variant>
        <vt:i4>38</vt:i4>
      </vt:variant>
    </vt:vector>
  </HeadingPairs>
  <TitlesOfParts>
    <vt:vector size="48" baseType="lpstr">
      <vt:lpstr>Arial</vt:lpstr>
      <vt:lpstr>Avenir Next LT Pro</vt:lpstr>
      <vt:lpstr>Calibri</vt:lpstr>
      <vt:lpstr>Georgia</vt:lpstr>
      <vt:lpstr>Lato Light</vt:lpstr>
      <vt:lpstr>Roboto</vt:lpstr>
      <vt:lpstr>ITU Theme - White bg</vt:lpstr>
      <vt:lpstr>Big text</vt:lpstr>
      <vt:lpstr>Quote Slide</vt:lpstr>
      <vt:lpstr>ITU Theme light blue bg</vt:lpstr>
      <vt:lpstr>PowerPoint Presentation</vt:lpstr>
      <vt:lpstr>PowerPoint Presentation</vt:lpstr>
      <vt:lpstr>Slide title text Arial Bold 28pt</vt:lpstr>
      <vt:lpstr>PowerPoint Presentation</vt:lpstr>
      <vt:lpstr>Long slide title  goes here second line here</vt:lpstr>
      <vt:lpstr>Slide title goes here second line of slide title goes here </vt:lpstr>
      <vt:lpstr>Long slide title goes here second line here</vt:lpstr>
      <vt:lpstr>Long slide title goes here second line of slide title here third line goes here</vt:lpstr>
      <vt:lpstr>Long slide title goes here second line of slide title here third line goes here</vt:lpstr>
      <vt:lpstr>Slide title goes here</vt:lpstr>
      <vt:lpstr>PowerPoint Presentation</vt:lpstr>
      <vt:lpstr>Click to add slide title here  </vt:lpstr>
      <vt:lpstr>Click to add slide title here </vt:lpstr>
      <vt:lpstr>PowerPoint Presentation</vt:lpstr>
      <vt:lpstr>PowerPoint Presentation</vt:lpstr>
      <vt:lpstr>PowerPoint Presentation</vt:lpstr>
      <vt:lpstr>PowerPoint Presentation</vt:lpstr>
      <vt:lpstr>Placeholder text for slide title</vt:lpstr>
      <vt:lpstr>Simple table</vt:lpstr>
      <vt:lpstr>PowerPoint Presentation</vt:lpstr>
      <vt:lpstr>Figure 1: Figure title</vt:lpstr>
      <vt:lpstr>Graphics</vt:lpstr>
      <vt:lpstr>PowerPoint Presentation</vt:lpstr>
      <vt:lpstr>PowerPoint Presentation</vt:lpstr>
      <vt:lpstr>PowerPoint Presentation</vt:lpstr>
      <vt:lpstr>PowerPoint Presentation</vt:lpstr>
      <vt:lpstr>PowerPoint Presentation</vt:lpstr>
      <vt:lpstr>Figure Title</vt:lpstr>
      <vt:lpstr>Figure Title</vt:lpstr>
      <vt:lpstr>Figure Title</vt:lpstr>
      <vt:lpstr>Key figures</vt:lpstr>
      <vt:lpstr>PowerPoint Presentation</vt:lpstr>
      <vt:lpstr>Timeline title</vt:lpstr>
      <vt:lpstr>Timeline title</vt:lpstr>
      <vt:lpstr>Timeline title</vt:lpstr>
      <vt:lpstr>PowerPoint Presentation</vt:lpstr>
      <vt:lpstr>ITU Blue</vt:lpstr>
      <vt:lpstr>PowerPoint Presentation</vt:lpstr>
    </vt:vector>
  </TitlesOfParts>
  <Company>ITU</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CHIMA HERNANDEZ, Maria Fernanda</dc:creator>
  <cp:lastModifiedBy>Anselmino, Carolina</cp:lastModifiedBy>
  <cp:revision>1</cp:revision>
  <dcterms:created xsi:type="dcterms:W3CDTF">2026-05-08T11:19:41Z</dcterms:created>
  <dcterms:modified xsi:type="dcterms:W3CDTF">2026-07-22T19:37:40Z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0x01010053A3A08329EEE04EB33D96A577905A26</vt:lpwstr>
  </property>
  <property fmtid="{D5CDD505-2E9C-101B-9397-08002B2CF9AE}" pid="3" name="MediaServiceImageTags">
    <vt:lpwstr/>
  </property>
</Properties>
</file>