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13" r:id="rId35"/>
    <p:sldId id="2714" r:id="rId36"/>
    <p:sldId id="2715" r:id="rId37"/>
    <p:sldId id="2716" r:id="rId38"/>
    <p:sldId id="2717" r:id="rId39"/>
    <p:sldId id="2718" r:id="rId40"/>
    <p:sldId id="2719" r:id="rId41"/>
    <p:sldId id="2720" r:id="rId42"/>
    <p:sldId id="2721" r:id="rId4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Start from why this matters. A missing architecture makes people ask questions. A wrong architecture answers them — wrongly. If the repository says the Examination Authority consumes the Learner Registry, and in reality it quietly built its own copy last quarter, then every decision made on the repository is built on a falsehood. Stale is worse than absent. Currency is not a nice-to-have. It is the whole value.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repository has one enemy, and it is not technical. It is staleness. An architecture six months behind reality is worse than none — because people trust it, and it lies to them. Keeping it true is unglamorous and constant.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name one owner. One person — usually the chief architect or a named custodian on the EA team — is accountable for the repository being current. Not a committee. Not everyone. When everyone owns currency, no one does. One name, one accountability. That person does not do all the updating, but they are answerable for whether the picture is true.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Second, define what triggers an update. Not review it every year — that guarantees it is eleven months stale. Tie updates to events. A new system goes live: update the application layer. A system is retired: remove it. A new data domain appears: add it with its owner. The Board makes a decision: record it. A ministry reorganises: revise the capabilities. When a real-world change happens, the repository changes with it. Events drive updates, not the calendar.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Third, check each change. Not a heavy process — a light gate. When something is added, confirm it uses the shared entities correctly, that every data domain still has exactly one owner, and that any decision is logged with its reason. This keeps the repository conformant as it grows. The check is small. Skipping it lets the repository fill with private-language entries and orphaned items until it is as messy as the reality it was meant to clarify.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cheapest moment to update the repository is when a project comes to the Board for review. The project tells you what it will build, what it will consume, what data it touches. That is exactly the information the repository needs. So tie the two together: a project that passes the gate leaves its architecture change in the repository as it goes. The governance process and the update discipline are the same motion, done once.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Keep the repository true. One named owner. Updates triggered by events, not a yearly review. A light conformance check. Neglect it, and within a year you have a widely-trusted work of fiction.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xml"/></Relationships>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Keep the repository true — the update discipline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 repository is only worth what it is current. Decide who owns it, what event triggers an update, and how a change is checked — so the architecture tracks reality instead of slowly becoming a confident work of fiction.</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A repository has one enemy, and it is not technical.</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Staleness.</a:t>
            </a:r>
          </a:p>
          <a:p>
            <a:pPr>
              <a:spcAft>
                <a:spcPts val="800"/>
              </a:spcAft>
            </a:pPr>
            <a:r>
              <a:rPr sz="1700" b="0" i="0">
                <a:solidFill>
                  <a:srgbClr val="595959"/>
                </a:solidFill>
                <a:latin typeface="Arial"/>
              </a:rPr>
              <a:t>An architecture six months behind reality is worse than none — people trust it, and it lies to them.</a:t>
            </a:r>
          </a:p>
          <a:p>
            <a:pPr>
              <a:spcAft>
                <a:spcPts val="800"/>
              </a:spcAft>
            </a:pPr>
            <a:r>
              <a:rPr sz="1700" b="0" i="0">
                <a:solidFill>
                  <a:srgbClr val="595959"/>
                </a:solidFill>
                <a:latin typeface="Arial"/>
              </a:rPr>
              <a:t>Keeping it true is unglamorous and constant.</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missing architecture makes people ask questions; a wrong one answers them</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If the repository says the Examination Authority consumes the Learner Registry, and in reality it quietly built its own copy last quarter, then every decision made on the repository is built on a falsehood.</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Currency is not a nice-to-have. It is the whole value.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When everyone owns currency, no one does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One person — usually the chief architect, or a named custodian on the EA team — is accountable for the repository being current. Not a committee. Not everyone.</a:t>
            </a:r>
          </a:p>
          <a:p>
            <a:pPr>
              <a:spcAft>
                <a:spcPts val="1200"/>
              </a:spcAft>
            </a:pPr>
            <a:r>
              <a:rPr sz="2000" b="0" i="0">
                <a:solidFill>
                  <a:srgbClr val="1A1A1A"/>
                </a:solidFill>
                <a:latin typeface="Arial"/>
              </a:rPr>
              <a:t>That person does not do all the updating. They are answerable for whether the picture is true.</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One name, one accountability.</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Tie updates to events, because a yearly review is eleven months stale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A system goes live</a:t>
            </a:r>
          </a:p>
          <a:p>
            <a:pPr>
              <a:spcAft>
                <a:spcPts val="300"/>
              </a:spcAft>
            </a:pPr>
            <a:r>
              <a:rPr sz="1550" b="0" i="0">
                <a:solidFill>
                  <a:srgbClr val="595959"/>
                </a:solidFill>
                <a:latin typeface="Arial"/>
              </a:rPr>
              <a:t>Update the application layer.</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A system is retired</a:t>
            </a:r>
          </a:p>
          <a:p>
            <a:pPr>
              <a:spcAft>
                <a:spcPts val="300"/>
              </a:spcAft>
            </a:pPr>
            <a:r>
              <a:rPr sz="1550" b="0" i="0">
                <a:solidFill>
                  <a:srgbClr val="595959"/>
                </a:solidFill>
                <a:latin typeface="Arial"/>
              </a:rPr>
              <a:t>Remove it.</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A new data domain appears</a:t>
            </a:r>
          </a:p>
          <a:p>
            <a:pPr>
              <a:spcAft>
                <a:spcPts val="300"/>
              </a:spcAft>
            </a:pPr>
            <a:r>
              <a:rPr sz="1550" b="0" i="0">
                <a:solidFill>
                  <a:srgbClr val="595959"/>
                </a:solidFill>
                <a:latin typeface="Arial"/>
              </a:rPr>
              <a:t>Add it, with its owner.</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The Board makes a decision</a:t>
            </a:r>
          </a:p>
          <a:p>
            <a:pPr>
              <a:spcAft>
                <a:spcPts val="300"/>
              </a:spcAft>
            </a:pPr>
            <a:r>
              <a:rPr sz="1550" b="0" i="0">
                <a:solidFill>
                  <a:srgbClr val="595959"/>
                </a:solidFill>
                <a:latin typeface="Arial"/>
              </a:rPr>
              <a:t>Record it, with its reason.</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Events drive updates, not the calendar.</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light gate keeps the repository conformant as it grows</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Does the update use the shared entities correctly?</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Does every data domain still have exactly one owner?</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Is every decision logged with its reason?</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The check is small. Skipping it fills the repository with orphans and private language.</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cheapest moment to update the repository is when a project comes to the Board</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project tells you what it will build, what it will consume, and what data it touches. That is exactly the information the repository needs.</a:t>
            </a:r>
          </a:p>
          <a:p>
            <a:pPr>
              <a:spcAft>
                <a:spcPts val="1200"/>
              </a:spcAft>
            </a:pPr>
            <a:r>
              <a:rPr sz="2000" b="0" i="0">
                <a:solidFill>
                  <a:srgbClr val="1A1A1A"/>
                </a:solidFill>
                <a:latin typeface="Arial"/>
              </a:rPr>
              <a:t>So tie the two together: a project that passes the gate leaves its architecture change in the repository as it goes.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governance process and the update discipline are one motion, done once.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 repository is only worth what it is current — one owner, event-driven updates, a light conformance check — so the architecture tracks reality instead of becoming fiction.</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the repository update policy.</a:t>
            </a:r>
          </a:p>
          <a:p>
            <a:pPr algn="l">
              <a:spcAft>
                <a:spcPts val="400"/>
              </a:spcAft>
            </a:pPr>
            <a:r>
              <a:rPr sz="1800" b="0" i="0">
                <a:solidFill>
                  <a:srgbClr val="595959"/>
                </a:solidFill>
                <a:latin typeface="Arial"/>
              </a:rPr>
              <a:t>The prompt in the companion material gives you a one-page update policy.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§4.2.2 (Architecture)</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