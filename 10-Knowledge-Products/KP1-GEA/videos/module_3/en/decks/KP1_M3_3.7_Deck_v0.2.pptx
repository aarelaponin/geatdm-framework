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7" r:id="rId69"/>
    <p:sldId id="2748" r:id="rId70"/>
    <p:sldId id="2749" r:id="rId71"/>
    <p:sldId id="2750" r:id="rId72"/>
    <p:sldId id="2751" r:id="rId73"/>
    <p:sldId id="2752" r:id="rId74"/>
    <p:sldId id="2753" r:id="rId75"/>
    <p:sldId id="2754" r:id="rId76"/>
    <p:sldId id="2755"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EA programmes do not fail dramatically. They fade. The first six months go well; then, somewhere in the second year, the practice quietly stops mattering. The fade is predictable, and it comes in four forms.</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four fades — the team pulled, the repository stale, the Board gone advisory, the sponsor changed — and counter each. Keep the practice alive past year two, and the architecture becomes how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EA programmes do not fail dramatically. They fade.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first six months go well.</a:t>
            </a:r>
          </a:p>
          <a:p>
            <a:pPr>
              <a:spcAft>
                <a:spcPts val="800"/>
              </a:spcAft>
            </a:pPr>
            <a:r>
              <a:rPr sz="1700" b="0" i="0">
                <a:solidFill>
                  <a:srgbClr val="595959"/>
                </a:solidFill>
                <a:latin typeface="Arial"/>
              </a:rPr>
              <a:t>Then, somewhere in the second year, the practice quietly stops mattering.</a:t>
            </a:r>
          </a:p>
          <a:p>
            <a:pPr>
              <a:spcAft>
                <a:spcPts val="800"/>
              </a:spcAft>
            </a:pPr>
            <a:r>
              <a:rPr sz="1700" b="0" i="0">
                <a:solidFill>
                  <a:srgbClr val="595959"/>
                </a:solidFill>
                <a:latin typeface="Arial"/>
              </a:rPr>
              <a:t>The fade is predictable, and it comes in four forms.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