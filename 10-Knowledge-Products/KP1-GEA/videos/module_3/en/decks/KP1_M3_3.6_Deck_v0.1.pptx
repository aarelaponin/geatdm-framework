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34" r:id="rId56"/>
    <p:sldId id="2735" r:id="rId57"/>
    <p:sldId id="2736" r:id="rId58"/>
    <p:sldId id="2737" r:id="rId59"/>
    <p:sldId id="2738" r:id="rId60"/>
    <p:sldId id="2739" r:id="rId61"/>
    <p:sldId id="274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3.6. Content slides are identical to the corresponding section of the combined deck KP1_M3_Deck_v0.1.pptx;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Sooner or later your minister asks the fair question: is this EA work actually doing anything? You need an answer that is honest, short, and true. Not a fifty-page report. A handful of metrics that show whether the architecture is working — and, just as usefully, where it is not. Pick them carefully, because the wrong metrics make a stalled EA look healthy.</a:t>
            </a:r>
          </a:p>
          <a:p/>
          <a:p>
            <a:r>
              <a:t>RETRIEVAL MOMENT: before the four-metrics slide, ask the viewer which single number they would put in front of the budget authority. The answer — the re-use rate — is delivered two slides 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metrics carry most of the signal. Coverage — how much of your government is actually in the repository, and current, not how many pages exist. Re-use rate — of the projects that came through the gate, how many consumed a shared building block instead of building their own. This is the one that shows the EA is paying for itself. Open exceptions — how many waivers are outstanding, and how old; a growing pile of aged exceptions is fragmentation returning. And decisions — how many gate decisions the Board made, and how fast, because a slow gate is one projects route around.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 the four, the re-use rate is the one to put in front of the budget authority. Every project that consumed the shared identity platform instead of building its own is a system the country paid for once instead of many times. Tracked over a year, a rising re-use rate is the closest thing you have to proof that the EA is returning its cost. It turns the abstract argument — planning enables re-use — into a number that goes up. That is the metric that protects your funding.</a:t>
            </a:r>
          </a:p>
          <a:p/>
          <a:p>
            <a:r>
              <a:t>This answers the retrieval prompt set on the section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Avoid the vanity metrics. The number of diagrams drawn, pages written, meetings held — these measure activity, not effect. A programme can produce a thousand pages and change nothing. Worse, busy-looking metrics let a stalled EA hide. If a metric would still go up while the architecture quietly stopped mattering, it is the wrong metric. Measure what the EA changes — re-use, coverage, decisions — not how busy the team looks.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Report the four on a single page, every quarter, to the Board and the minister. Include what is not working — the coverage gap in a sector nobody will let you near, the aging exceptions a powerful ministry will not close. The temptation is to show only green. Resist it. A scorecard that is honestly amber where it should be is what builds the trust that keeps the EA funded across a change of minister. A scorecard that is always green is one nobody believes the second time.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measure a few things, honestly. Coverage. Re-use rate. Open exceptions. Decisions made and how fast. Put them on one page, every quarter, amber where they should be amber. This is how you show the minister the EA is working, how you catch it when it is not, and how you protect the funding that keeps the practice alive.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3.6 — Show the EA is working — the few metrics that matter</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3 · Video 3.6</a:t>
            </a:r>
          </a:p>
          <a:p>
            <a:r>
              <a:rPr sz="1200" b="0" i="1">
                <a:solidFill>
                  <a:srgbClr val="595959"/>
                </a:solidFill>
                <a:latin typeface="Arial"/>
              </a:rPr>
              <a:t>A handful of honest metrics — coverage, re-use rate, open exceptions, decisions made — show the minister and the team that the EA is working, and tell you where it isn't, without drowning anyone in vanity numbers.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PRACTICE THIS MODULE STANDS UP</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Repository — where the architecture lives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Tooling — chosen without lock-in</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Governance — a Board and a gate</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Sustainment — alive past year two</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gate questions · 4 health metrics · 4 ways a practice fades</a:t>
            </a:r>
          </a:p>
        </p:txBody>
      </p:sp>
    </p:spTree>
    <p:extLst>
      <p:ext uri="{BB962C8B-B14F-4D97-AF65-F5344CB8AC3E}">
        <p14:creationId xmlns:p14="http://schemas.microsoft.com/office/powerpoint/2010/main" val="1196800265"/>
      </p:ext>
    </p:extLst>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Show the EA is working — the few metrics that matter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handful of honest metrics — coverage, re-use rate, open exceptions, decisions made — show the minister and the team that the EA is working, and tell you where it isn’t, without drowning anyone in vanity numbers.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numbers carry most of the signal</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Coverage</a:t>
            </a:r>
          </a:p>
          <a:p>
            <a:pPr>
              <a:spcAft>
                <a:spcPts val="300"/>
              </a:spcAft>
            </a:pPr>
            <a:r>
              <a:rPr sz="1550" b="0" i="0">
                <a:solidFill>
                  <a:srgbClr val="595959"/>
                </a:solidFill>
                <a:latin typeface="Arial"/>
              </a:rPr>
              <a:t>How much of your government is actually in the repository — and current.</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Re-use rate</a:t>
            </a:r>
          </a:p>
          <a:p>
            <a:pPr>
              <a:spcAft>
                <a:spcPts val="300"/>
              </a:spcAft>
            </a:pPr>
            <a:r>
              <a:rPr sz="1550" b="0" i="0">
                <a:solidFill>
                  <a:srgbClr val="595959"/>
                </a:solidFill>
                <a:latin typeface="Arial"/>
              </a:rPr>
              <a:t>Of the projects that came through the gate, how many consumed a shared block instead of building their own.</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Open exceptions</a:t>
            </a:r>
          </a:p>
          <a:p>
            <a:pPr>
              <a:spcAft>
                <a:spcPts val="300"/>
              </a:spcAft>
            </a:pPr>
            <a:r>
              <a:rPr sz="1550" b="0" i="0">
                <a:solidFill>
                  <a:srgbClr val="595959"/>
                </a:solidFill>
                <a:latin typeface="Arial"/>
              </a:rPr>
              <a:t>How many waivers are outstanding, and how old.</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Decisions</a:t>
            </a:r>
          </a:p>
          <a:p>
            <a:pPr>
              <a:spcAft>
                <a:spcPts val="300"/>
              </a:spcAft>
            </a:pPr>
            <a:r>
              <a:rPr sz="1550" b="0" i="0">
                <a:solidFill>
                  <a:srgbClr val="595959"/>
                </a:solidFill>
                <a:latin typeface="Arial"/>
              </a:rPr>
              <a:t>How many gate decisions the Board made — and how fast.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growing pile of aged exceptions is fragmentation returning; a slow gate is one projects route around.</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re-use rate is the one to put in front of the budget authority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project that consumed the shared identity platform instead of building its own is a system the country paid for once instead of many times.</a:t>
            </a:r>
          </a:p>
          <a:p>
            <a:pPr>
              <a:spcAft>
                <a:spcPts val="1200"/>
              </a:spcAft>
            </a:pPr>
            <a:r>
              <a:rPr sz="2000" b="0" i="0">
                <a:solidFill>
                  <a:srgbClr val="1A1A1A"/>
                </a:solidFill>
                <a:latin typeface="Arial"/>
              </a:rPr>
              <a:t>Tracked over a year, a rising re-use rate is the closest thing you have to proof that the EA is returning its cost — the abstract argument turned into a number that goes up.</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That is the metric that protects your funding.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If a metric would still rise while the architecture stopped mattering, it is wrong</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MEASURES EFFECT</a:t>
            </a:r>
          </a:p>
          <a:p>
            <a:pPr>
              <a:spcAft>
                <a:spcPts val="700"/>
              </a:spcAft>
            </a:pPr>
            <a:r>
              <a:rPr sz="1600" b="0" i="0">
                <a:solidFill>
                  <a:srgbClr val="1A1A1A"/>
                </a:solidFill>
                <a:latin typeface="Arial"/>
              </a:rPr>
              <a:t>Re-use rate.</a:t>
            </a:r>
          </a:p>
          <a:p>
            <a:pPr>
              <a:spcAft>
                <a:spcPts val="700"/>
              </a:spcAft>
            </a:pPr>
            <a:r>
              <a:rPr sz="1600" b="0" i="0">
                <a:solidFill>
                  <a:srgbClr val="1A1A1A"/>
                </a:solidFill>
                <a:latin typeface="Arial"/>
              </a:rPr>
              <a:t>Coverage that is current.</a:t>
            </a:r>
          </a:p>
          <a:p>
            <a:pPr>
              <a:spcAft>
                <a:spcPts val="700"/>
              </a:spcAft>
            </a:pPr>
            <a:r>
              <a:rPr sz="1600" b="0" i="0">
                <a:solidFill>
                  <a:srgbClr val="1A1A1A"/>
                </a:solidFill>
                <a:latin typeface="Arial"/>
              </a:rPr>
              <a:t>Gate decisions made, and how fast.</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MEASURES ACTIVITY</a:t>
            </a:r>
          </a:p>
          <a:p>
            <a:pPr>
              <a:spcAft>
                <a:spcPts val="700"/>
              </a:spcAft>
            </a:pPr>
            <a:r>
              <a:rPr sz="1600" b="0" i="0">
                <a:solidFill>
                  <a:srgbClr val="1A1A1A"/>
                </a:solidFill>
                <a:latin typeface="Arial"/>
              </a:rPr>
              <a:t>Diagrams drawn.</a:t>
            </a:r>
          </a:p>
          <a:p>
            <a:pPr>
              <a:spcAft>
                <a:spcPts val="700"/>
              </a:spcAft>
            </a:pPr>
            <a:r>
              <a:rPr sz="1600" b="0" i="0">
                <a:solidFill>
                  <a:srgbClr val="1A1A1A"/>
                </a:solidFill>
                <a:latin typeface="Arial"/>
              </a:rPr>
              <a:t>Pages written.</a:t>
            </a:r>
          </a:p>
          <a:p>
            <a:pPr>
              <a:spcAft>
                <a:spcPts val="700"/>
              </a:spcAft>
            </a:pPr>
            <a:r>
              <a:rPr sz="1600" b="0" i="0">
                <a:solidFill>
                  <a:srgbClr val="1A1A1A"/>
                </a:solidFill>
                <a:latin typeface="Arial"/>
              </a:rPr>
              <a:t>Meetings held.</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A programme can produce a thousand pages and change nothing.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scorecard that is always green is believed once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One page, every quarter, to the Board and the minister — including what is not working: the coverage gap in a sector nobody will let you near, the aging exceptions a powerful ministry will not close.</a:t>
            </a:r>
          </a:p>
          <a:p>
            <a:pPr>
              <a:spcAft>
                <a:spcPts val="1200"/>
              </a:spcAft>
            </a:pPr>
            <a:r>
              <a:rPr sz="2000" b="0" i="0">
                <a:solidFill>
                  <a:srgbClr val="1A1A1A"/>
                </a:solidFill>
                <a:latin typeface="Arial"/>
              </a:rPr>
              <a:t>The temptation is to show only green. Resist it.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scorecard honestly amber where it should be is what keeps the EA funded across a change of minister.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one-page quarterly scorecard — coverage, re-use rate, open exceptions, decisions — shows honestly whether the EA is working, and the re-use rate is what proves it pays.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 — intermediate-results pattern)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