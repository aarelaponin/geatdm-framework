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1" r:id="rId10"/>
    <p:sldId id="2732" r:id="rId54"/>
    <p:sldId id="2733" r:id="rId55"/>
    <p:sldId id="2734" r:id="rId56"/>
    <p:sldId id="2735" r:id="rId57"/>
    <p:sldId id="2736" r:id="rId58"/>
    <p:sldId id="2737" r:id="rId59"/>
    <p:sldId id="2738"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Board with authority needs something to do with it: the architecture review gate, where every significant new project passes through a short, consistent set of questions before it gets funded. This is where the architecture does its real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Inside a project, building your own is faster than reusing, so projects fragment — and no procurement rule can change that; only whole-of-government planning makes re-use rational. The gate is where that view meets the decision, while it can still be changed. When a project proposes to build what already exists as a shared block, the Board says: consume the shared one.</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build the gate. A few questions, asked of every project the same way. A clear ruling — consume the shared block, or a written, time-boxed exception. Every decision logged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Board with authority needs something to do with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architecture review gate: every significant new project passes a short, consistent set of questions before it gets funded.</a:t>
            </a:r>
          </a:p>
          <a:p>
            <a:pPr>
              <a:spcAft>
                <a:spcPts val="800"/>
              </a:spcAft>
            </a:pPr>
            <a:r>
              <a:rPr sz="1700" b="0" i="0">
                <a:solidFill>
                  <a:srgbClr val="595959"/>
                </a:solidFill>
                <a:latin typeface="Arial"/>
              </a:rPr>
              <a:t>This is where the architecture does its real work.</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 is where the whole-of-government view meets the decision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Inside a project, building your own is faster than reusing, so projects fragment — and no procurement rule can change that. Only whole-of-government planning makes re-use rational.</a:t>
            </a:r>
          </a:p>
          <a:p>
            <a:pPr>
              <a:spcAft>
                <a:spcPts val="1200"/>
              </a:spcAft>
            </a:pPr>
            <a:r>
              <a:rPr sz="2000" b="0" i="0">
                <a:solidFill>
                  <a:srgbClr val="1A1A1A"/>
                </a:solidFill>
                <a:latin typeface="Arial"/>
              </a:rPr>
              <a:t>The gate is where that view meets the decision, while it can still be changed.</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When a project proposes to build what already exists as a shared block, the Board says: consume the shared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architecture review gate checklist.</a:t>
            </a:r>
          </a:p>
          <a:p>
            <a:pPr algn="l">
              <a:spcAft>
                <a:spcPts val="400"/>
              </a:spcAft>
            </a:pPr>
            <a:r>
              <a:rPr sz="1800" b="0" i="0">
                <a:solidFill>
                  <a:srgbClr val="595959"/>
                </a:solidFill>
                <a:latin typeface="Arial"/>
              </a:rPr>
              <a:t>The prompt in the companion material gives you an intake checklist, pass criteria, exception form and decision-log fields.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