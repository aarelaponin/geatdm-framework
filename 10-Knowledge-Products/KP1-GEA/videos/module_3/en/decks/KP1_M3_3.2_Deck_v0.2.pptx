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At some point a spreadsheet stops coping — hundreds of entities, several sectors, relationships you cannot see in rows and columns. Here is the danger: in buying a tool to help your government avoid vendor lock-in, you can lock yourself into the tool.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Choose your tooling like any government system: graduate when the spreadsheet truly hurts, reuse before buy, buy before build, keep your content in open formats you control, and bend the tool to your metamodel.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3.2. Content slides are identical to the corresponding section of the combined deck KP1_M3_Deck_v0.2.pptx;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3.2 — Choose EA tooling without locking yourself in</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3.2</a:t>
            </a:r>
          </a:p>
          <a:p>
            <a:r>
              <a:rPr sz="12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Score EA tool options against lock-in and fit.</a:t>
            </a:r>
          </a:p>
          <a:p>
            <a:pPr algn="l">
              <a:spcAft>
                <a:spcPts val="400"/>
              </a:spcAft>
            </a:pPr>
            <a:r>
              <a:rPr sz="1800" b="0" i="0">
                <a:solidFill>
                  <a:srgbClr val="595959"/>
                </a:solidFill>
                <a:latin typeface="Arial"/>
              </a:rPr>
              <a:t>The prompt in the companion material gives you a scored comparison table plus a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