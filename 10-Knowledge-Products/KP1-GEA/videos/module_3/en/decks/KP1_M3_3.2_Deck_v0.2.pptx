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5" r:id="rId27"/>
    <p:sldId id="2706" r:id="rId28"/>
    <p:sldId id="2707" r:id="rId29"/>
    <p:sldId id="2708" r:id="rId30"/>
    <p:sldId id="2709" r:id="rId31"/>
    <p:sldId id="2710" r:id="rId32"/>
    <p:sldId id="2711" r:id="rId33"/>
    <p:sldId id="271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At some point a spreadsheet stops coping — hundreds of entities, several sectors, relationships you cannot see in rows and columns. Here is the danger: in buying a tool to help your government avoid vendor lock-in, you can lock yourself into the tool.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know when to graduate. The signs: you cannot see the relationships any more, because they are scattered across tabs. Several people edit and their changes collide. You cannot answer a simple cross-layer question — which systems touch the Person domain — without an afternoon of manual work. When the spreadsheet hurts in these specific ways, graduate. Not before. Buying a heavy tool too early just gives you an empty, expensive database.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apply the same sourcing rule you apply to every system — reuse before buy, buy before build. Is there already a shared tooling platform your government runs that you can use? Is there an open-source EA tool that fits? Only then a bought product. Building your own EA tool is almost never right — it is the most bespoke choice for a problem many others have already solved. The rule you enforce on every ministry's project applies to your own tool too.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single most important rule: keep your architecture content in an open format you control. Before you adopt any tool, ask one question — can I export everything, in a format I can read without this tool, whenever I want? If the answer is no, the tool owns your architecture, not you. The content — the layers, the relationships, the decisions — is the asset. The tool is just a viewer. You must be able to change the viewer without losing the asset.</a:t>
            </a:r>
          </a:p>
          <a:p/>
          <a:p>
            <a:r>
              <a:t>The operative beat of the video. Hold the export question a beat longer than feels comfortable.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more trap. Every EA tool ships with its own built-in way of organising things — its own metamodel. The mistake is to let the tool's model quietly replace the one you adopted. You bend the tool to fit your entities and your principles — not the other way around. If a tool cannot represent your metamodel, that is a reason to question the tool, not to change your metamodel. The architecture is the content and the model. The tool serves them.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Choose your tooling like any government system: graduate when the spreadsheet truly hurts, reuse before buy, buy before build, keep your content in open formats you control, and bend the tool to your metamodel.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Choose EA tooling without locking yourself in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Choose your EA tooling the way you would choose any system — reuse before buy, buy before build, keep your data in open formats you control, and never let the EA tool itself become the vendor trap it is meant to help you avoid.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spreadsheet stops coping. Do not swap one lock-in for another.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Hundreds of entities, several sectors, relationships you cannot see in rows and columns.</a:t>
            </a:r>
          </a:p>
          <a:p>
            <a:pPr>
              <a:spcAft>
                <a:spcPts val="800"/>
              </a:spcAft>
            </a:pPr>
            <a:r>
              <a:rPr sz="1700" b="0" i="0">
                <a:solidFill>
                  <a:srgbClr val="595959"/>
                </a:solidFill>
                <a:latin typeface="Arial"/>
              </a:rPr>
              <a:t>In buying a tool to help your government avoid vendor lock-in, you can lock yourself into the tool.</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Graduate when the spreadsheet hurts in three specific ways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You cannot see the relationships any more</a:t>
            </a:r>
          </a:p>
          <a:p>
            <a:pPr>
              <a:spcAft>
                <a:spcPts val="300"/>
              </a:spcAft>
            </a:pPr>
            <a:r>
              <a:rPr sz="1550" b="0" i="0">
                <a:solidFill>
                  <a:srgbClr val="595959"/>
                </a:solidFill>
                <a:latin typeface="Arial"/>
              </a:rPr>
              <a:t>They are scattered across tabs.</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Several people edit, and their changes collide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A simple cross-layer question costs an afternoon</a:t>
            </a:r>
          </a:p>
          <a:p>
            <a:pPr>
              <a:spcAft>
                <a:spcPts val="300"/>
              </a:spcAft>
            </a:pPr>
            <a:r>
              <a:rPr sz="1550" b="0" i="0">
                <a:solidFill>
                  <a:srgbClr val="595959"/>
                </a:solidFill>
                <a:latin typeface="Arial"/>
              </a:rPr>
              <a:t>Which systems touch the Person domain?</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Then graduate — not before. A heavy tool bought early is an empty, expensive database.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rule you enforce on every ministry applies to your own tool too</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Reuse before buy, buy before build. Is there already a shared tooling platform your government runs that you can use? Is there an open-source EA tool that fits? Only then a bought product.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Building your own EA tool is almost never right.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question decides whether you own your architecture, or the tool does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Before you adopt any tool, ask it: can I export everything, in a format I can read without this tool, whenever I want?</a:t>
            </a:r>
          </a:p>
          <a:p>
            <a:pPr>
              <a:spcAft>
                <a:spcPts val="1200"/>
              </a:spcAft>
            </a:pPr>
            <a:r>
              <a:rPr sz="2000" b="0" i="0">
                <a:solidFill>
                  <a:srgbClr val="1A1A1A"/>
                </a:solidFill>
                <a:latin typeface="Arial"/>
              </a:rPr>
              <a:t>If the answer is no, the tool owns your architecture, not you.</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content is the asset; the tool is only a viewer.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Bend the tool to your metamodel, never the metamodel to the tool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Every EA tool ships with its own built-in way of organising things — its own metamodel. The mistake is to let the tool’s model quietly replace the one you adopted.</a:t>
            </a:r>
          </a:p>
          <a:p>
            <a:pPr>
              <a:spcAft>
                <a:spcPts val="1200"/>
              </a:spcAft>
            </a:pPr>
            <a:r>
              <a:rPr sz="2000" b="0" i="0">
                <a:solidFill>
                  <a:srgbClr val="1A1A1A"/>
                </a:solidFill>
                <a:latin typeface="Arial"/>
              </a:rPr>
              <a:t>You bend the tool to fit your entities and your principles — not the other way around.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If a tool cannot represent your metamodel, question the tool.</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Choose EA tooling like any system — reuse before buy, keep your data in open formats you control, and bend the tool to your metamodel, never the reverse.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Score EA tool options against lock-in and fit.</a:t>
            </a:r>
          </a:p>
          <a:p>
            <a:pPr algn="l">
              <a:spcAft>
                <a:spcPts val="400"/>
              </a:spcAft>
            </a:pPr>
            <a:r>
              <a:rPr sz="1800" b="0" i="0">
                <a:solidFill>
                  <a:srgbClr val="595959"/>
                </a:solidFill>
                <a:latin typeface="Arial"/>
              </a:rPr>
              <a:t>The prompt in the companion material gives you a scored comparison table plus a recommendation.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§5.6 (Sourcing Strategy — build / buy / share / sandbox)</a:t>
            </a:r>
          </a:p>
          <a:p>
            <a:pPr>
              <a:spcAft>
                <a:spcPts val="1200"/>
              </a:spcAft>
            </a:pPr>
            <a:r>
              <a:rPr sz="1700" b="0" i="0">
                <a:solidFill>
                  <a:srgbClr val="1A1A1A"/>
                </a:solidFill>
                <a:latin typeface="Arial"/>
              </a:rPr>
              <a:t>•  PAERA v1.0 — §3.3 (Digital Infrastructure principles — technology neutrality)</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