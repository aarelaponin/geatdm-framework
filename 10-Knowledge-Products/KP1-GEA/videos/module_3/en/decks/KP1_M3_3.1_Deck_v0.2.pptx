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 id="270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have the four-layer picture of a sector. Where does it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slide deck on your laptop: out of date within a month, disagreed with within two.</a:t>
            </a:r>
          </a:p>
          <a:p>
            <a:pPr>
              <a:spcAft>
                <a:spcPts val="800"/>
              </a:spcAft>
            </a:pPr>
            <a:r>
              <a:rPr sz="1700" b="0" i="0">
                <a:solidFill>
                  <a:srgbClr val="595959"/>
                </a:solidFill>
                <a:latin typeface="Arial"/>
              </a:rPr>
              <a:t>It needs a home.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