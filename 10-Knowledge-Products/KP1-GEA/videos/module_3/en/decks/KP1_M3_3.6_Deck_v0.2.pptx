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39" r:id="rId61"/>
    <p:sldId id="2740" r:id="rId62"/>
    <p:sldId id="2741" r:id="rId63"/>
    <p:sldId id="2742" r:id="rId64"/>
    <p:sldId id="2743" r:id="rId65"/>
    <p:sldId id="2744" r:id="rId66"/>
    <p:sldId id="2745" r:id="rId67"/>
    <p:sldId id="2746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Relationship Id="rId68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Sooner or later your minister asks the fair question: is this EA work actually doing anything? You need an answer that is honest, short and true — a handful of metrics, not a fifty-page report. Pick them carefully.</a:t>
            </a:r>
          </a:p>
          <a:p/>
          <a:p>
            <a:r>
              <a:t>RETRIEVAL MOMENT: before the four-metrics slide, ask the viewer which single number they would put in front of the budget authority. The answer — the re-use rate — is delivered two slides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Four metrics carry most of the signal. Coverage — how much of your government is actually in the repository, and current, not how many pages exist. Re-use rate — of the projects that came through the gate, how many consumed a shared building block instead of building their own. This is the one that shows the EA is paying for itself. Open exceptions — how many waivers are outstanding, and how old; a growing pile of aged exceptions is fragmentation returning. And decisions — how many gate decisions the Board made, and how fast, because a slow gate is one projects route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Of the four, the re-use rate is the one to put in front of the budget authority. Every project that consumed the shared identity platform instead of building its own is a system the country paid for once instead of many times. Tracked over a year, a rising re-use rate is the closest thing you have to proof that the EA is returning its cost. It turns the abstract argument — planning enables re-use — into a number that goes up. That is the metric that protects your funding.</a:t>
            </a:r>
          </a:p>
          <a:p/>
          <a:p>
            <a:r>
              <a:t>This answers the retrieval prompt set on the section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Avoid the vanity metrics. The number of diagrams drawn, pages written, meetings held — these measure activity, not effect. A programme can produce a thousand pages and change nothing. Worse, busy-looking metrics let a stalled EA hide. If a metric would still go up while the architecture quietly stopped mattering, it is the wrong metric. Measure what the EA changes — re-use, coverage, decisions — not how busy the team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Report the four on a single page, every quarter, to the Board and the minister. Include what is not working — the coverage gap in a sector nobody will let you near, the aging exceptions a powerful ministry will not close. The temptation is to show only green. Resist it. A scorecard that is honestly amber where it should be is what builds the trust that keeps the EA funded across a change of minister. A scorecard that is always green is one nobody believes the second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measure a few things, honestly. Coverage. Re-use rate. Open exceptions. Decisions made and how fast. On one page, every quarter, amber where they should be amber.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3 · VIDEO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Show the EA is working — the few metrics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 handful of honest metrics — coverage, re-use rate, open exceptions, decisions made — show the minister and the team that the EA is working, and tell you where it isn’t, without drowning anyone in vanity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Your minister’s fair question: is this EA work actually doing anything?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You need an answer that is honest, short and true.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 handful of metrics, not a fifty-page report. Pick them carefully.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 numbers carry most of the signal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Coverage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much of your government is actually in the repository — and current.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4963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5831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3746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Re-use rate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Of the projects that came through the gate, how many consumed a shared block instead of building their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5707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65759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11879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Open exceptions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many waivers are outstanding, and how 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6451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47320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68630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Decisions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How many gate decisions the Board made — and how fast.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growing pile of aged exceptions is fragmentation returning; a slow gate is one projects route around.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re-use rate is the one to put in front of the budget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Every project that consumed the shared identity platform instead of building its own is a system the country paid for once instead of many times.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Tracked over a year, a rising re-use rate is the closest thing you have to proof that the EA is returning its cost — the abstract argument turned into a number that goes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434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26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That is the metric that protects your funding.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If a metric would still rise while the architecture stopped mattering, it is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MEASURES EFFECT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Re-use rate.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Coverage that is current.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Gate decisions made, and how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MEASURES ACTIVITY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Diagrams drawn.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Pages written.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Meetings 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programme can produce a thousand pages and change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 scorecard that is always green is believed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One page, every quarter, to the Board and the minister — including what is not working: the coverage gap in a sector nobody will let you near, the aging exceptions a powerful ministry will not close.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temptation is to show only green. Resist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434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26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 scorecard honestly amber where it should be is what keeps the EA funded across a change of minister.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 one-page quarterly scorecard — coverage, re-use rate, open exceptions, decisions — shows honestly whether the EA is working, and the re-use rate is what proves it pays.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Build your EA health scorecard.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one-page scorecard template with metrics, computations and thresholds.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§5.4 (Organisational Assessment &amp; Roadmap)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§5.7 (Recommended Roadmap — intermediate-results pattern)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3.6 · Show the EA is working — the few metrics that matter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