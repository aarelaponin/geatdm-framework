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4" r:id="rId26"/>
    <p:sldId id="2705" r:id="rId27"/>
    <p:sldId id="2706" r:id="rId28"/>
    <p:sldId id="2707" r:id="rId29"/>
    <p:sldId id="2708" r:id="rId30"/>
    <p:sldId id="2709" r:id="rId31"/>
    <p:sldId id="271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At some point a spreadsheet stops coping. You have hundreds of entities, several sectors, relationships you cannot see in rows and columns. It is time for a dedicated EA tool. And here is the danger: in buying a tool to help your government avoid vendor lock-in, you can lock yourself into the tool. Here is how to choose without falling into that trap.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know when to graduate. The signs: you cannot see the relationships any more, because they are scattered across tabs. Several people edit and their changes collide. You cannot answer a simple cross-layer question — which systems touch the Person domain — without an afternoon of manual work. When the spreadsheet hurts in these specific ways, graduate. Not before. Buying a heavy tool too early just gives you an empty, expensive database.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apply the same sourcing rule you apply to every system — reuse before buy, buy before build. Is there already a shared tooling platform your government runs that you can use? Is there an open-source EA tool that fits? Only then a bought product. Building your own EA tool is almost never right — it is the most bespoke choice for a problem many others have already solved. The rule you enforce on every ministry's project applies to your own tool too.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single most important rule: keep your architecture content in an open format you control. Before you adopt any tool, ask one question — can I export everything, in a format I can read without this tool, whenever I want? If the answer is no, the tool owns your architecture, not you. The content — the layers, the relationships, the decisions — is the asset. The tool is just a viewer. You must be able to change the viewer without losing the asset.</a:t>
            </a:r>
          </a:p>
          <a:p/>
          <a:p>
            <a:r>
              <a:t>The operative beat of the video. Hold the export question a beat longer than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trap. Every EA tool ships with its own built-in way of organising things — its own metamodel. The mistake is to let the tool's model quietly replace the one you adopted. You bend the tool to fit your entities and your principles — not the other way around. If a tool cannot represent your metamodel, that is a reason to question the tool, not to change your metamodel. The architecture is the content and the model. The tool serves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choose your tooling the way you would choose any government system. Graduate when the spreadsheet truly hurts. Reuse before buy, buy before build. Keep your content in open formats you control, so you can always leave. And bend the tool to your metamodel. Do that, and the tool helps you. Skip it, and you have bought yourself the very lock-in an EA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3.2. Content slides are identical to the corresponding section of the combined deck KP1_M3_Deck_v0.1.pptx;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3.2 — Choose EA tooling without locking yourself in</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3.2</a:t>
            </a:r>
          </a:p>
          <a:p>
            <a:r>
              <a:rPr sz="12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Choose EA tooling without locking yourself in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Graduate when the spreadsheet hurts in three specific ways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cannot see the relationships any more</a:t>
            </a:r>
          </a:p>
          <a:p>
            <a:pPr>
              <a:spcAft>
                <a:spcPts val="300"/>
              </a:spcAft>
            </a:pPr>
            <a:r>
              <a:rPr sz="1550" b="0" i="0">
                <a:solidFill>
                  <a:srgbClr val="595959"/>
                </a:solidFill>
                <a:latin typeface="Arial"/>
              </a:rPr>
              <a:t>They are scattered across tabs.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Several people edit, and their changes collide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simple cross-layer question costs an afternoon</a:t>
            </a:r>
          </a:p>
          <a:p>
            <a:pPr>
              <a:spcAft>
                <a:spcPts val="300"/>
              </a:spcAft>
            </a:pPr>
            <a:r>
              <a:rPr sz="1550" b="0" i="0">
                <a:solidFill>
                  <a:srgbClr val="595959"/>
                </a:solidFill>
                <a:latin typeface="Arial"/>
              </a:rPr>
              <a:t>Which systems touch the Person domain?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Then graduate — not before. A heavy tool bought early is an empty, expensive database.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rule you enforce on every ministry applies to your own tool too</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Reuse before buy, buy before build. Is there already a shared tooling platform your government runs that you can use? Is there an open-source EA tool that fits? Only then a bought product.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Building your own EA tool is almost never right.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decides whether you own your architecture, or the tool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you adopt any tool, ask it: can I export everything, in a format I can read without this tool, whenever I want?</a:t>
            </a:r>
          </a:p>
          <a:p>
            <a:pPr>
              <a:spcAft>
                <a:spcPts val="1200"/>
              </a:spcAft>
            </a:pPr>
            <a:r>
              <a:rPr sz="2000" b="0" i="0">
                <a:solidFill>
                  <a:srgbClr val="1A1A1A"/>
                </a:solidFill>
                <a:latin typeface="Arial"/>
              </a:rPr>
              <a:t>If the answer is no, the tool owns your architecture, not you.</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content is the asset; the tool is only a viewer.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Bend the tool to your metamodel, never the metamodel to the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EA tool ships with its own built-in way of organising things — its own metamodel. The mistake is to let the tool’s model quietly replace the one you adopted.</a:t>
            </a:r>
          </a:p>
          <a:p>
            <a:pPr>
              <a:spcAft>
                <a:spcPts val="1200"/>
              </a:spcAft>
            </a:pPr>
            <a:r>
              <a:rPr sz="2000" b="0" i="0">
                <a:solidFill>
                  <a:srgbClr val="1A1A1A"/>
                </a:solidFill>
                <a:latin typeface="Arial"/>
              </a:rPr>
              <a:t>You bend the tool to fit your entities and your principles — not the other way around.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If a tool cannot represent your metamodel, question the tool.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Choose EA tooling like any system — reuse before buy, keep your data in open formats you control, and bend the tool to your metamodel, never the reverse.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 — build / buy / share / sandbox)</a:t>
            </a:r>
          </a:p>
          <a:p>
            <a:pPr>
              <a:spcAft>
                <a:spcPts val="1200"/>
              </a:spcAft>
            </a:pPr>
            <a:r>
              <a:rPr sz="1700" b="0" i="0">
                <a:solidFill>
                  <a:srgbClr val="1A1A1A"/>
                </a:solidFill>
                <a:latin typeface="Arial"/>
              </a:rPr>
              <a:t>•  PAERA v1.0 — §3.3 (Digital Infrastructure principles — technology neutrality)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