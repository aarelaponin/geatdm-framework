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2" r:id="rId44"/>
    <p:sldId id="2723" r:id="rId45"/>
    <p:sldId id="2724" r:id="rId17"/>
    <p:sldId id="2725" r:id="rId16"/>
    <p:sldId id="2726" r:id="rId15"/>
    <p:sldId id="2727" r:id="rId14"/>
    <p:sldId id="2728" r:id="rId13"/>
    <p:sldId id="2729" r:id="rId12"/>
    <p:sldId id="273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holds the architecture; the Board is what gives it authority. Without a governance board the architecture is a document people can ignore. With a real one — that can say no — it becomes the place every significant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Stand up a Board that can say no: binding, not advisory, chaired by someone senior enough that the no sticks, made of the people whose systems are affected, on a rhythm that governs without blocking.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repository holds the architecture. The Board gives it authority.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Without a governance board, the architecture is a document people can ignore.</a:t>
            </a:r>
          </a:p>
          <a:p>
            <a:pPr>
              <a:spcAft>
                <a:spcPts val="800"/>
              </a:spcAft>
            </a:pPr>
            <a:r>
              <a:rPr sz="1700" b="0" i="0">
                <a:solidFill>
                  <a:srgbClr val="595959"/>
                </a:solidFill>
                <a:latin typeface="Arial"/>
              </a:rPr>
              <a:t>With a real one — that can say no — it becomes the place every significant digital decision passes through.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EA Board's Terms of Reference.</a:t>
            </a:r>
          </a:p>
          <a:p>
            <a:pPr algn="l">
              <a:spcAft>
                <a:spcPts val="400"/>
              </a:spcAft>
            </a:pPr>
            <a:r>
              <a:rPr sz="1800" b="0" i="0">
                <a:solidFill>
                  <a:srgbClr val="595959"/>
                </a:solidFill>
                <a:latin typeface="Arial"/>
              </a:rPr>
              <a:t>The prompt in the companion material gives you a structured EA Board Terms of Reference.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