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2" r:id="rId34"/>
    <p:sldId id="2713" r:id="rId35"/>
    <p:sldId id="2714" r:id="rId36"/>
    <p:sldId id="2715" r:id="rId37"/>
    <p:sldId id="2716" r:id="rId38"/>
    <p:sldId id="2717" r:id="rId39"/>
    <p:sldId id="2718" r:id="rId40"/>
    <p:sldId id="271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Four gaps surface. Duplicate registries — three learner lists where there should be one. Identity not consumed — education re-enters identity on paper instead of using the Identity Authority. No shared data exchange — every link is a custom point-to-point connection or a paper form. And no clear owner — everyone uses 'the learner', nobody is accountable for the authoritative copy.</a:t>
            </a:r>
          </a:p>
          <a:p/>
          <a:p>
            <a:r>
              <a:t>Production cue: this slide answers the retrieval prompt set on the title slide. Give the viewer a beat to compare their list against these four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Start by scoring Progressa's capabilities against the reference architecture's standards. Register a learner: low maturity — three lists, none authoritative. Prove identity: medium — the Identity Authority exists but education does not consume it. Certify a result: high — the Examination Authority does this well. Share data across bodies: very low — almost everything is paper. A simple maturity score per capability turns a vague sense that things are bad into a picture of exactly where the sector is weak and where it is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Phase two is Assess. Now you judge: what is the gap between where Progressa is and where it needs to be? The deliverable is the current state in four layers, maturity scorecards, and a gap analysis that ranks the problems. About six to eight weeks.</a:t>
            </a:r>
          </a:p>
          <a:p/>
          <a:p>
            <a:r>
              <a:t>Retrieval prompt — ask before playing on: in your own sector, name the gaps you would expect a first assessment to find. Hold your list. The four Progressa surfaces are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 Progressa the duplicate learner registry tops the list. It is the direct cause of the minister's stalled single-learner-record promise, it burdens every parent, and it is closable by making the Learner Registry authoritative and having the others consume it. The no-data-exchange gap is high impact but harder, so it sequences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Assess ends with the second sign-off: the gap analysis reflects ground truth. On Progressa that has a cost. One of the three learner lists is owned by a powerful programme that does not want to give it up. An assessment that softens that gap to avoid the fight fails — quietly, a year later, when the single learner record still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That is Phase 2 on Progressa. Score the capabilities. Name the four gaps. Rank by impact where movement is possible. Sign it off as honest ground truth — including the uncomfortable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4 · VIDEO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Phase 2, Assess — find the gaps and rank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Assess turns Progressa's picture into a ranked gap analysis — the right problems, in the right order — signed off as ground truth. It is the assessment method applied to a real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Phase 2 — Assess. Now you judge.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What is the gap between where Progressa is and where it needs to be?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current state in four layers, maturity scorecards, and a gap analysis that ranks the problems.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About six to eight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Score the capabilities and “things are bad” becomes a map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Register a learner — LOW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Three lists, none of them authoritative.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4963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5831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3746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Prove identity — MEDIUM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PNIA exists; education does not consume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65759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11879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Certify a result — HIGH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Examination Authority does this well.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6451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7320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8630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Share data across bodies — VERY LOW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Almost everything still moves on paper.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Not everything is broken. Knowing exactly which part is, is the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gaps surface on Progressa — and one has no owner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15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Duplicate registries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Three learner lists where there should be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62204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70891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63190"/>
            <a:ext cx="10527487" cy="115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Identity not consumed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Education re-enters identity on paper instead of using PNIA.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82219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90905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863339"/>
            <a:ext cx="10527487" cy="115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No shared data exchange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Every link is a custom point-to-point connection or a paper 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502234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510920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063490"/>
            <a:ext cx="10527487" cy="115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No clear owner of the authoritative learner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Everyone uses “the learner”; nobody is accountable for the copy of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duplicate learner registry tops the list — it hurts most and it can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Score each gap by how much it hurts and how hard it is to close. On Progressa the duplicate learner registry tops the list: it is the direct cause of the minister's stalled promise, it burdens every parent, and it is closable — make the Learner Registry authoritative and have the others consume it.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no-data-exchange gap is high impact but harder, so it sequences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434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26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Rank by impact where movement is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Sign-off two carries an honesty test you can fail quietly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On Progressa, one of the three learner lists is owned by a powerful programme that does not want to give it up.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gap analysis must reflect ground truth — including that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490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9410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An assessment that softens that gap fails — quietly, a year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Assess turns Progressa’s picture into a ranked gap analysis — the right problems in the right order, signed off as ground truth — including the uncomfortable ones.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Turn your Discovery brief into a ranked gap analysis.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capability maturity scores, a ranked gap table, and the honesty flags.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§5.1 (Capabilities Assessment)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§5.4 (Organisational Assessment &amp; Roadmap)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§3.1.3 (Readiness Assessment)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4.3 · Phase 2, Assess — find the gaps and rank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