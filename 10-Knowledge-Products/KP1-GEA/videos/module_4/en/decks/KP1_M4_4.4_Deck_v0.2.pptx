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17" r:id="rId39"/>
    <p:sldId id="2718" r:id="rId40"/>
    <p:sldId id="2719" r:id="rId41"/>
    <p:sldId id="2720" r:id="rId42"/>
    <p:sldId id="2721" r:id="rId43"/>
    <p:sldId id="2722" r:id="rId44"/>
    <p:sldId id="272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4.4. Content slides are identical to the corresponding section of the combined deck KP1_M4_Deck_v0.2.pptx;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Phase three is Adapt. PAERA is a starting point, not a constraint, so now the architects shape it to Progressa — its own principles, its sector priorities, and a sourcing decision for each building block. About four to six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localise the principles. Progressa adopts PAERA's principles as its baseline and points each at its own laws — once-only against the data-protection act, reuse-before-build against the procurement rules. It adds one principle its context needs, about offline access for rural schools, and gives every principle a written implication so the Board can use it to settle an argument. Progressa does not draft principles from scratch. It inherits the thinking and localises the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Then the heart of Adapt: for each building block, a deliberate sourcing call. Progressa's Learner Registry — build it properly, because it is the authoritative core nobody else can own. Identity — do not build; share the national Identity Authority's platform. Exam management — buy a mature market product, it is a solved problem. Data exchange — share the Digital Government Authority's backbone. A new analytics capability nobody is sure about — sandbox it first, before committing. Four kinds of decision, made on purpose, written down with a reason each.</a:t>
            </a:r>
          </a:p>
          <a:p/>
          <a:p>
            <a:r>
              <a:t>On screen: no vendor or product names anywhere on this slide — the call is about the kind of sourcing, not the supplier.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Notice the pattern in those calls. The default is reuse and share; build is the exception that must justify itself. This is the phase where the whole-of-government saving is actually chosen — a procurement rule could not make these calls, only an architect looking across the whole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Adapt ends with the third sign-off: the localised framework and the sourcing approach are approved. On Progressa, the Board signs the principle set and the build-buy-share-sandbox matrix. This is a consequential gate — it commits the shape of everything that follows. Approve it, and the roadmap has a clear set of decisions to sequence. Skip the deliberation, and every project re-litigates build-versus-reuse on its own, which is exactly the fragmentation the EA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3 on Progressa. Localise the principles. Make a deliberate sourcing call for each building block, with reuse as the default. Sign off the framework and the matrix. Four to six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4.4 — Phase 3, Adapt — fit PAERA and decide build, buy or share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4 · Video 4.4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Adapt fits PAERA to Progressa — localising principles, setting sector priorities, and deciding for each building block whether to build, buy, share or sandbox — signed off as the framework and sourcing approach.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FIVE PHASES, RUN ON ONE SECTOR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Discover — an honest picture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Assess — a ranked gap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Adapt — framework and sourcing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Plan — the target, then the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Execute &amp; Govern — the living 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5 phases · 4 sign-offs · 6 deliverables · 1 worked sector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3, Adapt — fit PAERA and decide build, buy or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Adapt fits PAERA to Progressa — localising principles, setting sector priorities, and deciding for each building block whether to build, buy, share or sandbox — signed off as the framework and sourcing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~3 minutes · standalone video · voice-over on text slides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Progressa does not draft principles from scratch — it inherits and localises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Progressa adopts PAERA's principles as its baseline and points each at its own laws — once-only against the data-protection act, reuse-before-build against the procurement rules.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adds one principle its own context needs, about offline access for rural schools.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Every principle gets a written implication the Board can rule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kinds of decision, made on purpose, one building block at a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82495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719072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24528" y="175564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9163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The authoritative core. Nobody else can own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77440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2374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Identity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560320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25968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Consume PNIA’s platform. Do not mint a second identity.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18688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364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Exam management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3401568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4528" y="343814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37413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A solved problem with a mature market product.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59936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exchange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4242816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42793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215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PDGA’s backbone — paid for once, for the whole government.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901184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47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New analytics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5084064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24528" y="51206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05663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Nobody is sure yet. Try it before committing.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Four kinds of decision — each written down, each with its reason.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Reuse before build is where the country-level saving is actually chosen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default is reuse and share; build is the exception that must justify itself. Every share — identity, data exchange — is paid for once instead of in every programme.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291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3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procurement rule cannot make these calls. An architect looking across the sector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three commits the shape of everything that follows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 the Board signs the localised principle set and the build-buy-share-sandbox matrix. This is a consequential gate.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Approve it, and the roadmap has a clear set of decisions to sequence.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Skip it and every project re-litigates build-versus-reuse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Adapt fits PAERA to Progressa — localised principles and a deliberate build, buy, share or sandbox call for every building block — with reuse as the default that build must justify against.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Build your sourcing matrix.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build/buy/share/sandbox matrix with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§5.6 (Sourcing Strategy)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