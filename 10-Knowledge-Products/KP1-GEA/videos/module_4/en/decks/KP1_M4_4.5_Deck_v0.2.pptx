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4" r:id="rId17"/>
    <p:sldId id="2725" r:id="rId16"/>
    <p:sldId id="2726" r:id="rId15"/>
    <p:sldId id="2727" r:id="rId14"/>
    <p:sldId id="2728" r:id="rId13"/>
    <p:sldId id="2729" r:id="rId12"/>
    <p:sldId id="273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4.5. Content slides are identical to the corresponding section of the combined deck KP1_M4_Deck_v0.2.pptx;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4.5 — Phase 4, Plan — design the target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4 · Video 4.5</a:t>
            </a:r>
          </a:p>
          <a:p>
            <a:r>
              <a:rPr sz="12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