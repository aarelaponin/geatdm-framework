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8" r:id="rId13"/>
    <p:sldId id="2729" r:id="rId12"/>
    <p:sldId id="2730" r:id="rId11"/>
    <p:sldId id="2731" r:id="rId10"/>
    <p:sldId id="2732" r:id="rId54"/>
    <p:sldId id="2733" r:id="rId55"/>
    <p:sldId id="2734" r:id="rId56"/>
    <p:sldId id="2735"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target architecture: the picture of the future state you are building toward.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sits between where Progressa is today and how it gets somewhere.</a:t>
            </a:r>
          </a:p>
          <a:p>
            <a:pPr>
              <a:spcAft>
                <a:spcPts val="800"/>
              </a:spcAft>
            </a:pPr>
            <a:r>
              <a:rPr sz="1700" b="0" i="0">
                <a:solidFill>
                  <a:srgbClr val="595959"/>
                </a:solidFill>
                <a:latin typeface="Arial"/>
              </a:rPr>
              <a:t>Skip it, and you sequence a roadmap to a destination nobody drew.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