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4" r:id="rId66"/>
    <p:sldId id="2745" r:id="rId67"/>
    <p:sldId id="2746" r:id="rId68"/>
    <p:sldId id="2747" r:id="rId69"/>
    <p:sldId id="2748" r:id="rId70"/>
    <p:sldId id="2749" r:id="rId71"/>
    <p:sldId id="2750"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5 — Execute and Govern. The phase that never ends.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approved roadmap becomes a project pipeline.</a:t>
            </a:r>
          </a:p>
          <a:p>
            <a:pPr>
              <a:spcAft>
                <a:spcPts val="800"/>
              </a:spcAft>
            </a:pPr>
            <a:r>
              <a:rPr sz="1700" b="0" i="0">
                <a:solidFill>
                  <a:srgbClr val="595959"/>
                </a:solidFill>
                <a:latin typeface="Arial"/>
              </a:rPr>
              <a:t>A small permanent EA team turns it into a living practice.</a:t>
            </a:r>
          </a:p>
          <a:p>
            <a:pPr>
              <a:spcAft>
                <a:spcPts val="800"/>
              </a:spcAft>
            </a:pPr>
            <a:r>
              <a:rPr sz="1700" b="0" i="0">
                <a:solidFill>
                  <a:srgbClr val="595959"/>
                </a:solidFill>
                <a:latin typeface="Arial"/>
              </a:rPr>
              <a:t>Three things make it real: the repository, the Board, the review gate.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