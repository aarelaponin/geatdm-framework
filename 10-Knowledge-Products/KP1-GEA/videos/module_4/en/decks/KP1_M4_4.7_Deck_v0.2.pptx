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4" r:id="rId66"/>
    <p:sldId id="2745" r:id="rId67"/>
    <p:sldId id="2746" r:id="rId68"/>
    <p:sldId id="2747" r:id="rId69"/>
    <p:sldId id="2748" r:id="rId70"/>
    <p:sldId id="2749" r:id="rId71"/>
    <p:sldId id="2750"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five is Execute and Govern — the phase that never ends. The approved roadmap becomes a project pipeline, and a small permanent EA team turns it into a living practice. Three things make it real on Progressa: the repository, the Board, the review gate.</a:t>
            </a:r>
          </a:p>
          <a:p/>
          <a:p>
            <a:r>
              <a:t>Retrieval prompt — ask before playing on: a funded project in a hurry wants to build its own small learner list, because integrating with the registry would be slower for them. What should the gate do, and what happens to the country if it does nothing? The answer is on the Board's ruling slide, three slides 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the repository goes live — the single store of Progressa's architecture: the layers, the sourcing decisions, the principle set, the decision log. One named architect keeps it current, updated as each wave delivers. And the permanent team — two to four architects reporting to the digitalisation officer — exists whether or not any single project is running. It is Progressa's standing muscle for cross-cutting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gate does its work. A new scholarship programme arrives, funded and in a hurry. Its plan: build its own small learner list, because integrating with the Learner Registry would mean learning it and waiting on its team. For the project, building is faster — the same rational choice every project makes. The gate asks its few questions. Does a shared building block already exist for this? Yes — the Learner Registry, made authoritative back in wave one.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Board rules: consume the Learner Registry; do not build a fourth list. Left alone, the scholarship programme would have built Progressa's fourth learner list, and the fragmentation the assessment found would have grown instead of shrinking. The gate caught it while it was still a line in a project plan. A procurement rule could not have done this; only the whole-of-government view, plus a Board that can say no. The decision goes in the log, with its reason. And four times a year that same Board sits the business side and the IT side over the same repository, so the two keep deciding together.</a:t>
            </a:r>
          </a:p>
          <a:p/>
          <a:p>
            <a:r>
              <a:t>Production cue: this is the pivotal slide of the whole module and its one full-colour block. Hold it a beat longer. It also answers the retrieval prompt set on the title slide.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Phase 5 on Progressa. The repository live and current. The Board binding. The gate catching the fourth learner list before it is built. The business and IT sides deciding together, quarterly, forever.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5, Execute &amp; Govern — stand up the living EA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Execute &amp; Govern makes Progressa's architecture live — the repository, the Board, and the review gate that catches a project trying to build its own learner list and tells it to consume the registry. This is where re-use actually happens.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Phase 5 — Execute and Govern. The phase that never ends.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approved roadmap becomes a project pipeline.</a:t>
            </a:r>
          </a:p>
          <a:p>
            <a:pPr>
              <a:spcAft>
                <a:spcPts val="800"/>
              </a:spcAft>
            </a:pPr>
            <a:r>
              <a:rPr sz="1700" b="0" i="0">
                <a:solidFill>
                  <a:srgbClr val="595959"/>
                </a:solidFill>
                <a:latin typeface="Arial"/>
              </a:rPr>
              <a:t>A small permanent EA team turns it into a living practice.</a:t>
            </a:r>
          </a:p>
          <a:p>
            <a:pPr>
              <a:spcAft>
                <a:spcPts val="800"/>
              </a:spcAft>
            </a:pPr>
            <a:r>
              <a:rPr sz="1700" b="0" i="0">
                <a:solidFill>
                  <a:srgbClr val="595959"/>
                </a:solidFill>
                <a:latin typeface="Arial"/>
              </a:rPr>
              <a:t>Three things make it real: the repository, the Board, the review gate.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repository goes live and a small permanent team keeps it true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repository holds Progressa's layers, its sourcing decisions, its principle set and its decision log. One named architect keeps it current, updated as each wave delivers.</a:t>
            </a:r>
          </a:p>
          <a:p>
            <a:pPr>
              <a:spcAft>
                <a:spcPts val="1200"/>
              </a:spcAft>
            </a:pPr>
            <a:r>
              <a:rPr sz="2000" b="0" i="0">
                <a:solidFill>
                  <a:srgbClr val="1A1A1A"/>
                </a:solidFill>
                <a:latin typeface="Arial"/>
              </a:rPr>
              <a:t>The permanent team — two to four architects reporting to the digitalisation officer — is Progressa's standing muscle for cross-cutting decisions.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team exists whether or not any single project is running.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funded project in a hurry plans to build its own learner list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new scholarship programme arrives at the gate. Its plan: build its own small learner list, because integrating with the Learner Registry would mean learning it and waiting on its team.</a:t>
            </a:r>
          </a:p>
          <a:p>
            <a:pPr>
              <a:spcAft>
                <a:spcPts val="1200"/>
              </a:spcAft>
            </a:pPr>
            <a:r>
              <a:rPr sz="2000" b="0" i="0">
                <a:solidFill>
                  <a:srgbClr val="1A1A1A"/>
                </a:solidFill>
                <a:latin typeface="Arial"/>
              </a:rPr>
              <a:t>The gate asks its few questions. Does a shared building block already exist for this? Yes — the Learner Registry, made authoritative back in Wave 1.</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For the project, building is faster. Every project makes that same rational choice.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Board rules: consume the Registry. Do not build a fourth list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Left alone, the scholarship programme would have built Progressa's fourth learner list, and the fragmentation would have grown. The gate caught it while it was still a line in a project plan. The decision goes in the log, with its reason.</a:t>
            </a:r>
          </a:p>
          <a:p>
            <a:pPr>
              <a:spcAft>
                <a:spcPts val="1200"/>
              </a:spcAft>
            </a:pPr>
            <a:r>
              <a:rPr sz="2000" b="0" i="0">
                <a:solidFill>
                  <a:srgbClr val="1A1A1A"/>
                </a:solidFill>
                <a:latin typeface="Arial"/>
              </a:rPr>
              <a:t>A procurement rule could not have done this — only the whole-of-government view, plus a Board that can say no.</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Four times a year the same Board sits the business and IT sides over the same repository.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Execute &amp; Govern makes the architecture live — a repository kept true, a Board that enforces re-use at the gate, and the standing rhythm where business and IT keep deciding together.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Run a gate decision on a real project.</a:t>
            </a:r>
          </a:p>
          <a:p>
            <a:pPr algn="l">
              <a:spcAft>
                <a:spcPts val="400"/>
              </a:spcAft>
            </a:pPr>
            <a:r>
              <a:rPr sz="1800" b="0" i="0">
                <a:solidFill>
                  <a:srgbClr val="595959"/>
                </a:solidFill>
                <a:latin typeface="Arial"/>
              </a:rPr>
              <a:t>The prompt in the companion material gives you answered gate questions, a recommended ruling, and a decision-log entry.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Phase 5, Execute &amp; Govern — stand up the living EA</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