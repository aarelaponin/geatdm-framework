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8" r:id="rId60"/>
    <p:sldId id="2739" r:id="rId61"/>
    <p:sldId id="2740" r:id="rId62"/>
    <p:sldId id="2741" r:id="rId63"/>
    <p:sldId id="2742" r:id="rId64"/>
    <p:sldId id="2743"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4.7. Content slides are identical to the corresponding section of the combined deck KP1_M4_Deck_v0.2.pptx;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4.7 — Phase 5, Execute &amp; Govern — stand up the living EA</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4 · Video 4.7</a:t>
            </a:r>
          </a:p>
          <a:p>
            <a:r>
              <a:rPr sz="12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