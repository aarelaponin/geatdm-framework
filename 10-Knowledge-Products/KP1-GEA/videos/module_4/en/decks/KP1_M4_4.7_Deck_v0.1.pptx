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8" r:id="rId60"/>
    <p:sldId id="2739" r:id="rId61"/>
    <p:sldId id="2740" r:id="rId62"/>
    <p:sldId id="2741" r:id="rId63"/>
    <p:sldId id="2742" r:id="rId64"/>
    <p:sldId id="2743" r:id="rId65"/>
    <p:sldId id="2744" r:id="rId66"/>
    <p:sldId id="274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4.7.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five is Execute and Govern — the phase that never ends. The approved roadmap becomes a project pipeline, and the small permanent EA team turns the architecture from a one-time delivery into a living practice. On Progressa, three things make it real: the repository, the Board, and the review gate. Watch the gate do its work, because this is where everything the earlier phases decided either holds or quietly unravels.</a:t>
            </a:r>
          </a:p>
          <a:p/>
          <a:p>
            <a:r>
              <a:t>Retrieval prompt — ask before playing on: a funded project in a hurry wants to build its own small learner list, because integrating with the registry would be slower for them. What should the gate do, and what happens to the country if it does nothing? The answer is two slides away.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repository goes live — the single store of Progressa's architecture: the layers, the sourcing decisions, the principle set, the decision log. One named architect keeps it current, updated as each wave delivers. And the permanent team — two to four architects reporting to the digitalisation officer — exists whether or not any single project is running. It is Progressa's standing muscle for cross-cutting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gate does its work. A new scholarship programme arrives, funded and in a hurry. Its plan: build its own small learner list, because integrating with the Learner Registry would mean learning it and waiting on its team. For the project, building is faster — the same rational choice every project makes. The gate asks its few questions. Does a shared building block already exist for this? Yes — the Learner Registry, made authoritative back in wave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rules: consume the Learner Registry; do not build a fourth list. This single decision is the whole point of the architecture. Left alone, the scholarship programme would have built Progressa's fourth learner list, and the fragmentation the assessment found would have grown instead of shrinking. The gate caught it while it was still a line in a project plan — cheap to change. A procurement rule could not have done this; only the whole-of-government view, plus a Board that can say no, can. That moment, repeated for every project, is how re-use actually happens — not because a strategy required it, but because the gate enforced it. And the decision goes in the log, with its reason, so the next architect knows why.</a:t>
            </a:r>
          </a:p>
          <a:p/>
          <a:p>
            <a:r>
              <a:t>Production cue: this is the pivotal slide of the whole module and its one full-colour block. Hold it a beat longer. It also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does a second job. Four times a year, the business side — the ministry, the authorities — and the IT side — the architects — sit over the same repository and decide together. The repository gives them the shared picture, the metamodel the shared words, the Board the shared rhythm. That standing forum is what lets Progressa keep redesigning how it serves learners, instead of freezing after the first delivery. It is the part of an EA that no single project can provide.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of the whole thing. The first four phases took about six months, from Discovery to an approved roadmap. Phase five runs forever — quarterly Board reviews, the repository kept current, the team protected from being pulled onto the urgent project of the week. Months to a roadmap; then a permanent practice. That is what 'months, not years' actually means on Progressa — and what keeps the single learner record, once built, from drifting back into three.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5 on Progressa. The repository live and current. The Board binding. The gate catching the fourth learner list before it is built. The business and IT sides deciding together, quarterly, forever. This is where the architecture stops being a document and becomes how Progressa works.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4.7 — Phase 5, Execute &amp; Govern — stand up the living EA</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4.7</a:t>
            </a:r>
          </a:p>
          <a:p>
            <a:r>
              <a:rPr sz="1200" b="0" i="1">
                <a:solidFill>
                  <a:srgbClr val="595959"/>
                </a:solidFill>
                <a:latin typeface="Arial"/>
              </a:rPr>
              <a:t>Execute &amp; Govern makes Progressa's architecture live — the repository, the Board, and the review gate that catches a project trying to build its own learner list and tells it to consume the registry. This is where re-use actually happens.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5, Execute &amp; Govern — stand up the living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Execute &amp; Govern makes Progressa's architecture live — the repository, the Board, and the review gate that catches a project trying to build its own learner list and tells it to consume the registry. This is where re-use actually happens.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goes live and a small permanent team keeps it true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repository holds Progressa's layers, its sourcing decisions, its principle set and its decision log. One named architect keeps it current, updated as each wave delivers.</a:t>
            </a:r>
          </a:p>
          <a:p>
            <a:pPr>
              <a:spcAft>
                <a:spcPts val="1200"/>
              </a:spcAft>
            </a:pPr>
            <a:r>
              <a:rPr sz="2000" b="0" i="0">
                <a:solidFill>
                  <a:srgbClr val="1A1A1A"/>
                </a:solidFill>
                <a:latin typeface="Arial"/>
              </a:rPr>
              <a:t>The permanent team — two to four architects reporting to the digitalisation officer — is Progressa's standing muscle for cross-cutting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exists whether or not any single project is running.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funded project in a hurry plans to build its own learner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scholarship programme arrives at the gate. Its plan: build its own small learner list, because integrating with the Learner Registry would mean learning it and waiting on its team.</a:t>
            </a:r>
          </a:p>
          <a:p>
            <a:pPr>
              <a:spcAft>
                <a:spcPts val="1200"/>
              </a:spcAft>
            </a:pPr>
            <a:r>
              <a:rPr sz="2000" b="0" i="0">
                <a:solidFill>
                  <a:srgbClr val="1A1A1A"/>
                </a:solidFill>
                <a:latin typeface="Arial"/>
              </a:rPr>
              <a:t>The gate asks its few questions. Does a shared building block already exist for this? Yes — the Learner Registry, made authoritative back in Wave 1.</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For the project, building is faster. Every project makes that same rational choice.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rules: consume the Registry. Do not build a fourth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the scholarship programme would have built Progressa's fourth learner list, and the fragmentation the assessment found would have grown instead of shrunk. The gate caught it while it was still a line in a project plan — cheap to change.</a:t>
            </a:r>
          </a:p>
          <a:p>
            <a:pPr>
              <a:spcAft>
                <a:spcPts val="1200"/>
              </a:spcAft>
            </a:pPr>
            <a:r>
              <a:rPr sz="2000" b="0" i="0">
                <a:solidFill>
                  <a:srgbClr val="1A1A1A"/>
                </a:solidFill>
                <a:latin typeface="Arial"/>
              </a:rPr>
              <a:t>A procurement rule could not have done this. Only the whole-of-government view, plus a Board that can say no, can. And the decision goes in the log, with its reason.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That moment, repeated for every project, is how re-use actually happens.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Four times a year the business side — the ministry, the authorities — and the IT side — the architects — sit over the same repository and decide together.</a:t>
            </a:r>
          </a:p>
          <a:p>
            <a:pPr>
              <a:spcAft>
                <a:spcPts val="1200"/>
              </a:spcAft>
            </a:pPr>
            <a:r>
              <a:rPr sz="2000" b="0" i="0">
                <a:solidFill>
                  <a:srgbClr val="1A1A1A"/>
                </a:solidFill>
                <a:latin typeface="Arial"/>
              </a:rPr>
              <a:t>That standing forum is what lets Progressa keep redesigning how it serves learners, instead of freezing after the first delivery.</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repository gives the picture, the metamodel the words, the Board the rhythm.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months to a roadmap, then forever</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Weeks 1 to 26</a:t>
            </a:r>
          </a:p>
          <a:p>
            <a:pPr>
              <a:spcAft>
                <a:spcPts val="300"/>
              </a:spcAft>
            </a:pPr>
            <a:r>
              <a:rPr sz="1550" b="0" i="0">
                <a:solidFill>
                  <a:srgbClr val="595959"/>
                </a:solidFill>
                <a:latin typeface="Arial"/>
              </a:rPr>
              <a:t>Discovery through to an approved roadmap — the four sign-offs.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Then, every quarter</a:t>
            </a:r>
          </a:p>
          <a:p>
            <a:pPr>
              <a:spcAft>
                <a:spcPts val="300"/>
              </a:spcAft>
            </a:pPr>
            <a:r>
              <a:rPr sz="1550" b="0" i="0">
                <a:solidFill>
                  <a:srgbClr val="595959"/>
                </a:solidFill>
                <a:latin typeface="Arial"/>
              </a:rPr>
              <a:t>Board reviews, the repository kept current, the team protected from the urgent project of the week.</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That is what “months, not years” means</a:t>
            </a:r>
          </a:p>
          <a:p>
            <a:pPr>
              <a:spcAft>
                <a:spcPts val="300"/>
              </a:spcAft>
            </a:pPr>
            <a:r>
              <a:rPr sz="1550" b="0" i="0">
                <a:solidFill>
                  <a:srgbClr val="595959"/>
                </a:solidFill>
                <a:latin typeface="Arial"/>
              </a:rPr>
              <a:t>Months to a roadmap; then a permanent practice.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And what keeps one learner record from drifting back into three.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Execute &amp; Govern makes the architecture live — a repository kept true, a Board that enforces re-use at the gate, and the standing rhythm where business and IT keep deciding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GovStack Building Block specifications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