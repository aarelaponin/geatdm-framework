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4" r:id="rId26"/>
    <p:sldId id="2705" r:id="rId27"/>
    <p:sldId id="2706" r:id="rId28"/>
    <p:sldId id="2707" r:id="rId29"/>
    <p:sldId id="2708" r:id="rId30"/>
    <p:sldId id="2709" r:id="rId31"/>
    <p:sldId id="2710" r:id="rId32"/>
    <p:sldId id="2711"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1 — Discover. One question: what exists today?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what is wrong — that comes later.</a:t>
            </a:r>
          </a:p>
          <a:p>
            <a:pPr>
              <a:spcAft>
                <a:spcPts val="800"/>
              </a:spcAft>
            </a:pPr>
            <a:r>
              <a:rPr sz="1700" b="0" i="0">
                <a:solidFill>
                  <a:srgbClr val="595959"/>
                </a:solidFill>
                <a:latin typeface="Arial"/>
              </a:rPr>
              <a:t>About three to four weeks on Progressa.</a:t>
            </a:r>
          </a:p>
          <a:p>
            <a:pPr>
              <a:spcAft>
                <a:spcPts val="800"/>
              </a:spcAft>
            </a:pPr>
            <a:r>
              <a:rPr sz="1700" b="0" i="0">
                <a:solidFill>
                  <a:srgbClr val="595959"/>
                </a:solidFill>
                <a:latin typeface="Arial"/>
              </a:rPr>
              <a:t>One deliverable: the Discovery brief.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