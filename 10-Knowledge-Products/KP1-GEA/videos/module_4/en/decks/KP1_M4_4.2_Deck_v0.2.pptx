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03" r:id="rId25"/>
    <p:sldId id="2704" r:id="rId26"/>
    <p:sldId id="2705" r:id="rId27"/>
    <p:sldId id="2706" r:id="rId28"/>
    <p:sldId id="2707" r:id="rId29"/>
    <p:sldId id="2708" r:id="rId30"/>
    <p:sldId id="270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4.2. Content slides are identical to the corresponding section of the combined deck KP1_M4_Deck_v0.2.pptx;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4.2 — Phase 1, Discover — map what the sector has today</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4 · Video 4.2</a:t>
            </a:r>
          </a:p>
          <a:p>
            <a:r>
              <a:rPr sz="12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