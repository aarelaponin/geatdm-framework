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51" r:id="rId73"/>
    <p:sldId id="2752" r:id="rId74"/>
    <p:sldId id="2753" r:id="rId75"/>
    <p:sldId id="2754" r:id="rId76"/>
    <p:sldId id="2755" r:id="rId77"/>
    <p:sldId id="2756" r:id="rId78"/>
    <p:sldId id="2757" r:id="rId79"/>
    <p:sldId id="2758" r:id="rId8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73" Type="http://schemas.openxmlformats.org/officeDocument/2006/relationships/slide" Target="slides/slide58.xml"/><Relationship Id="rId74" Type="http://schemas.openxmlformats.org/officeDocument/2006/relationships/slide" Target="slides/slide59.xml"/><Relationship Id="rId75" Type="http://schemas.openxmlformats.org/officeDocument/2006/relationships/slide" Target="slides/slide60.xml"/><Relationship Id="rId76" Type="http://schemas.openxmlformats.org/officeDocument/2006/relationships/slide" Target="slides/slide61.xml"/><Relationship Id="rId77" Type="http://schemas.openxmlformats.org/officeDocument/2006/relationships/slide" Target="slides/slide62.xml"/><Relationship Id="rId78" Type="http://schemas.openxmlformats.org/officeDocument/2006/relationships/slide" Target="slides/slide63.xml"/><Relationship Id="rId79" Type="http://schemas.openxmlformats.org/officeDocument/2006/relationships/slide" Target="slides/slide64.xml"/><Relationship Id="rId80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value of a worked example is not Progressa itself — it is that the same five phases, four sign-offs and six deliverables run on any public-sector domain you are handed. Here is the recipe, stripped to what transfers.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recipe is five phases and six deliverables, with a sign-off after each of the first four phases. Discover produces an honest picture. Assess produces a ranked gap analysis. Adapt produces a localised framework and a build-buy-share matrix. Plan produces two: the target architecture — the designed future state — and then the wave-sequenced, costed roadmap that reaches it. Execute and Govern produces a living, governed architecture. Discover before you judge; judge before you adapt; adapt before you design the target; design the target before you sequence the roadmap; govern always. That order is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Moving to your sector, be clear about what changes and what does not. What changes: the institutions — your ministry, your authorities, your registries instead of Progressa's. The data domains — a patient, a farmer, a taxpayer instead of a learner. The specific gaps you find. What does not change: the five phases, the four sign-offs, the six deliverables, the reuse-before-build default, and the binding Board. You swap the contents; you keep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method travels beyond education: the same five phases run on health, where the duplicated thing is a patient record; on agriculture, where it is a farmer registry; on social protection, where it is a beneficiary record — and once your country has run the lifecycle once, the second sector is cheaper than the first, because the team, the framework and the governance are already there.</a:t>
            </a:r>
          </a:p>
          <a:p/>
          <a:p>
            <a:r>
              <a:t>On screen: these sectors are named as places the method applies, not as worked examples — education is the worked sector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Three things to carry from Progressa when you start on your own sector. Start small — pick the one high-priority use case, the equivalent of the single learner record, and make it land in an early wave. Sign off honestly — including the politically uncomfortable gap, because the assessment that flatters fails a year later. And protect the team — the most common way the practice dies is the architects being pulled onto the urgent project of the week. Get those three right and the method does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The recipe: five phases, four sign-offs, six deliverables, reuse before build, a Board that can say no. Change the institutions and the domains, keep the method, and it runs on any sector you are handed.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5.xml"/></Relationships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4 · VIDEO 4.8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4.8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Run this on your own sector — the transferable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The five phases, four sign-offs and six deliverables you watched on Progressa are the recipe — change the institutions and the data domains, and the same method runs on any sector you are handed.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~4 minutes · standalone video · voice-over on text slides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Swap the data. Keep the method.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value of a worked example is not Progressa itself.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same five phases, four sign-offs and six deliverables run on any public-sector domain you are handed.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recipe: five phases, six deliverables, four sign-offs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46304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1732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Discover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An honest picture of what exists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10769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1945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14884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Assess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 ranked gap analysis.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28392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29260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88036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Adapt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 localised framework and a build-buy-share matrix.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365760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61188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Plan, first half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target architecture — the designed future state.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43022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43891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4340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Plan, second half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wave-sequenced, costed roadmap that reaches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503377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" y="512064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507492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Execute &amp; Govern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 living, governed architecture.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91616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sign-off after each of the first four phases. That order is the method.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Swap the contents. Keep the method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WHAT CHANGES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institutions — your ministry, your authorities, your registries.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data domains — a patient, a farmer, a taxpayer instead of a learner.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specific gaps you find.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WHAT DOES NOT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five phases.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four sign-offs.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six deliverables.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Reuse before build.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binding 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The contents are yours. The method is the same one you just watched.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method travels — and the second sector is cheaper than the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same five phases run on health (a patient record), agriculture (a farmer registry), social protection (a beneficiary record). Same shapes, same steps.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291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483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The team, the framework and the governance are already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Three things to carry from Progressa into your own sector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Start small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Pick the one high-priority use case and make it land in an early wave.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8544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94131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895600"/>
            <a:ext cx="105274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Sign off honestly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Including the politically uncomfortable gap — the flattering assessment fails later.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287011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43738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328159"/>
            <a:ext cx="105274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Protect the team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practice dies when the architects are pulled onto the urgent project of the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Get those three right and the method does the rest.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Five phases, four sign-offs, six deliverables — change the institutions and the data domains, and the method you watched on Progressa runs on any sector you are handed.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Map the Progressa method to your sector.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one-page transfer plan (classification, the high-priority use case, the six deliverables, the first two waves).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§5.7 (Recommended Roadmap)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