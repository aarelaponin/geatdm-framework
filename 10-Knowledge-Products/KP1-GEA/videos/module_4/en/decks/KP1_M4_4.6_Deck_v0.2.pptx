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6" r:id="rId58"/>
    <p:sldId id="2737" r:id="rId59"/>
    <p:sldId id="2738" r:id="rId60"/>
    <p:sldId id="2739" r:id="rId61"/>
    <p:sldId id="2740" r:id="rId62"/>
    <p:sldId id="2741" r:id="rId63"/>
    <p:sldId id="2742" r:id="rId64"/>
    <p:sldId id="2743"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4 — Plan. In what order, at what cost?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How does Progressa get from today to the target?</a:t>
            </a:r>
          </a:p>
          <a:p>
            <a:pPr>
              <a:spcAft>
                <a:spcPts val="800"/>
              </a:spcAft>
            </a:pPr>
            <a:r>
              <a:rPr sz="1700" b="0" i="0">
                <a:solidFill>
                  <a:srgbClr val="595959"/>
                </a:solidFill>
                <a:latin typeface="Arial"/>
              </a:rPr>
              <a:t>The deliverable: a roadmap in waves, with investment estimates.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