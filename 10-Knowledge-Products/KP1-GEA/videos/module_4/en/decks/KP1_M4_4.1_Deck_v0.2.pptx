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4"/>
    <p:sldMasterId id="2147483709" r:id="rId5"/>
    <p:sldMasterId id="2147483713" r:id="rId6"/>
    <p:sldMasterId id="2147483691" r:id="rId7"/>
  </p:sldMasterIdLst>
  <p:notesMasterIdLst>
    <p:notesMasterId r:id="rId46"/>
  </p:notesMasterIdLst>
  <p:handoutMasterIdLst>
    <p:handoutMasterId r:id="rId47"/>
  </p:handoutMasterIdLst>
  <p:sldIdLst>
    <p:sldId id="2696" r:id="rId18"/>
    <p:sldId id="2697" r:id="rId19"/>
    <p:sldId id="2698" r:id="rId20"/>
    <p:sldId id="2699" r:id="rId21"/>
    <p:sldId id="2700" r:id="rId22"/>
    <p:sldId id="2701" r:id="rId23"/>
    <p:sldId id="2702" r:id="rId24"/>
    <p:sldId id="2703" r:id="rId2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6A6A6"/>
    <a:srgbClr val="0083B3"/>
    <a:srgbClr val="9D26FF"/>
    <a:srgbClr val="0076A1"/>
    <a:srgbClr val="FFFFFF"/>
    <a:srgbClr val="009CD6"/>
    <a:srgbClr val="A5A5A5"/>
    <a:srgbClr val="757070"/>
    <a:srgbClr val="6F6F6E"/>
    <a:srgbClr val="F5FAF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CBC4942-2EA4-48B8-A075-B5F2ABFFFDF6}" v="10" dt="2026-07-22T19:37:31.02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4660"/>
  </p:normalViewPr>
  <p:slideViewPr>
    <p:cSldViewPr snapToGrid="0">
      <p:cViewPr varScale="1">
        <p:scale>
          <a:sx n="71" d="100"/>
          <a:sy n="71" d="100"/>
        </p:scale>
        <p:origin x="412" y="44"/>
      </p:cViewPr>
      <p:guideLst>
        <p:guide orient="horz" pos="2160"/>
        <p:guide pos="3840"/>
      </p:guideLst>
    </p:cSldViewPr>
  </p:slideViewPr>
  <p:notesTextViewPr>
    <p:cViewPr>
      <p:scale>
        <a:sx n="1" d="1"/>
        <a:sy n="1" d="1"/>
      </p:scale>
      <p:origin x="0" y="0"/>
    </p:cViewPr>
  </p:notesTextViewPr>
  <p:notesViewPr>
    <p:cSldViewPr snapToGrid="0">
      <p:cViewPr varScale="1">
        <p:scale>
          <a:sx n="124" d="100"/>
          <a:sy n="124" d="100"/>
        </p:scale>
        <p:origin x="4188" y="88"/>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18" Type="http://schemas.openxmlformats.org/officeDocument/2006/relationships/slide" Target="slides/slide3.xml"/><Relationship Id="rId19" Type="http://schemas.openxmlformats.org/officeDocument/2006/relationships/slide" Target="slides/slide4.xml"/><Relationship Id="rId20" Type="http://schemas.openxmlformats.org/officeDocument/2006/relationships/slide" Target="slides/slide5.xml"/><Relationship Id="rId21" Type="http://schemas.openxmlformats.org/officeDocument/2006/relationships/slide" Target="slides/slide6.xml"/><Relationship Id="rId22" Type="http://schemas.openxmlformats.org/officeDocument/2006/relationships/slide" Target="slides/slide7.xml"/><Relationship Id="rId23" Type="http://schemas.openxmlformats.org/officeDocument/2006/relationships/slide" Target="slides/slide8.xml"/><Relationship Id="rId24" Type="http://schemas.openxmlformats.org/officeDocument/2006/relationships/slide" Target="slides/slide9.xml"/><Relationship Id="rId25" Type="http://schemas.openxmlformats.org/officeDocument/2006/relationships/slide" Target="slides/slide10.xml"/><Relationship Id="rId46" Type="http://schemas.openxmlformats.org/officeDocument/2006/relationships/notesMaster" Target="notesMasters/notesMaster1.xml"/><Relationship Id="rId47" Type="http://schemas.openxmlformats.org/officeDocument/2006/relationships/handoutMaster" Target="handoutMasters/handout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 Id="rId52" Type="http://schemas.microsoft.com/office/2016/11/relationships/changesInfo" Target="changesInfos/changesInfo1.xml"/><Relationship Id="rId53"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nselmino, Carolina" userId="5c3f6dd0-fb53-498d-9f5e-392bc2a3ffc7" providerId="ADAL" clId="{E38CDB5B-0F14-49C4-839B-AE81B7033013}"/>
    <pc:docChg chg="undo custSel addSld delSld modSld">
      <pc:chgData name="Anselmino, Carolina" userId="5c3f6dd0-fb53-498d-9f5e-392bc2a3ffc7" providerId="ADAL" clId="{E38CDB5B-0F14-49C4-839B-AE81B7033013}" dt="2026-07-22T19:37:31.024" v="702" actId="164"/>
      <pc:docMkLst>
        <pc:docMk/>
      </pc:docMkLst>
      <pc:sldChg chg="modSp mod">
        <pc:chgData name="Anselmino, Carolina" userId="5c3f6dd0-fb53-498d-9f5e-392bc2a3ffc7" providerId="ADAL" clId="{E38CDB5B-0F14-49C4-839B-AE81B7033013}" dt="2026-07-22T11:43:29.600" v="14" actId="1076"/>
        <pc:sldMkLst>
          <pc:docMk/>
          <pc:sldMk cId="1405143857" sldId="280"/>
        </pc:sldMkLst>
        <pc:spChg chg="mod">
          <ac:chgData name="Anselmino, Carolina" userId="5c3f6dd0-fb53-498d-9f5e-392bc2a3ffc7" providerId="ADAL" clId="{E38CDB5B-0F14-49C4-839B-AE81B7033013}" dt="2026-07-22T11:43:19.760" v="12" actId="1076"/>
          <ac:spMkLst>
            <pc:docMk/>
            <pc:sldMk cId="1405143857" sldId="280"/>
            <ac:spMk id="45" creationId="{1FF21F3A-03EB-4BF7-B952-9FA7182F69DE}"/>
          </ac:spMkLst>
        </pc:spChg>
        <pc:grpChg chg="mod">
          <ac:chgData name="Anselmino, Carolina" userId="5c3f6dd0-fb53-498d-9f5e-392bc2a3ffc7" providerId="ADAL" clId="{E38CDB5B-0F14-49C4-839B-AE81B7033013}" dt="2026-07-22T11:43:29.600" v="14" actId="1076"/>
          <ac:grpSpMkLst>
            <pc:docMk/>
            <pc:sldMk cId="1405143857" sldId="280"/>
            <ac:grpSpMk id="44" creationId="{B8FF808C-B389-4C00-87CD-F61A6779EE7C}"/>
          </ac:grpSpMkLst>
        </pc:grpChg>
      </pc:sldChg>
      <pc:sldChg chg="addSp delSp modSp mod">
        <pc:chgData name="Anselmino, Carolina" userId="5c3f6dd0-fb53-498d-9f5e-392bc2a3ffc7" providerId="ADAL" clId="{E38CDB5B-0F14-49C4-839B-AE81B7033013}" dt="2026-07-22T19:37:31.024" v="702" actId="164"/>
        <pc:sldMkLst>
          <pc:docMk/>
          <pc:sldMk cId="1196800265" sldId="2681"/>
        </pc:sldMkLst>
        <pc:spChg chg="mod">
          <ac:chgData name="Anselmino, Carolina" userId="5c3f6dd0-fb53-498d-9f5e-392bc2a3ffc7" providerId="ADAL" clId="{E38CDB5B-0F14-49C4-839B-AE81B7033013}" dt="2026-07-22T11:44:01.404" v="22" actId="12788"/>
          <ac:spMkLst>
            <pc:docMk/>
            <pc:sldMk cId="1196800265" sldId="2681"/>
            <ac:spMk id="9" creationId="{A74A033E-F2C4-63F1-935E-B0E00C34458D}"/>
          </ac:spMkLst>
        </pc:spChg>
        <pc:spChg chg="mod">
          <ac:chgData name="Anselmino, Carolina" userId="5c3f6dd0-fb53-498d-9f5e-392bc2a3ffc7" providerId="ADAL" clId="{E38CDB5B-0F14-49C4-839B-AE81B7033013}" dt="2026-07-22T11:46:41.299" v="210" actId="20577"/>
          <ac:spMkLst>
            <pc:docMk/>
            <pc:sldMk cId="1196800265" sldId="2681"/>
            <ac:spMk id="12" creationId="{EEB08032-CE0E-4986-AEDF-A41026C0E8B9}"/>
          </ac:spMkLst>
        </pc:spChg>
        <pc:spChg chg="add mod">
          <ac:chgData name="Anselmino, Carolina" userId="5c3f6dd0-fb53-498d-9f5e-392bc2a3ffc7" providerId="ADAL" clId="{E38CDB5B-0F14-49C4-839B-AE81B7033013}" dt="2026-07-22T11:46:31.178" v="195" actId="20577"/>
          <ac:spMkLst>
            <pc:docMk/>
            <pc:sldMk cId="1196800265" sldId="2681"/>
            <ac:spMk id="14" creationId="{B5087B80-3EE4-1881-0130-ED58CA625092}"/>
          </ac:spMkLst>
        </pc:spChg>
        <pc:spChg chg="add mod">
          <ac:chgData name="Anselmino, Carolina" userId="5c3f6dd0-fb53-498d-9f5e-392bc2a3ffc7" providerId="ADAL" clId="{E38CDB5B-0F14-49C4-839B-AE81B7033013}" dt="2026-07-22T11:51:15.375" v="432" actId="20577"/>
          <ac:spMkLst>
            <pc:docMk/>
            <pc:sldMk cId="1196800265" sldId="2681"/>
            <ac:spMk id="17" creationId="{5E8796F7-DD26-D250-5E97-B38B22298E72}"/>
          </ac:spMkLst>
        </pc:spChg>
        <pc:spChg chg="add mod">
          <ac:chgData name="Anselmino, Carolina" userId="5c3f6dd0-fb53-498d-9f5e-392bc2a3ffc7" providerId="ADAL" clId="{E38CDB5B-0F14-49C4-839B-AE81B7033013}" dt="2026-07-22T19:37:31.024" v="702" actId="164"/>
          <ac:spMkLst>
            <pc:docMk/>
            <pc:sldMk cId="1196800265" sldId="2681"/>
            <ac:spMk id="19" creationId="{352ECD8B-4B24-AB9F-BF07-5E33A295F52D}"/>
          </ac:spMkLst>
        </pc:spChg>
        <pc:grpChg chg="add mod">
          <ac:chgData name="Anselmino, Carolina" userId="5c3f6dd0-fb53-498d-9f5e-392bc2a3ffc7" providerId="ADAL" clId="{E38CDB5B-0F14-49C4-839B-AE81B7033013}" dt="2026-07-22T19:37:31.024" v="702" actId="164"/>
          <ac:grpSpMkLst>
            <pc:docMk/>
            <pc:sldMk cId="1196800265" sldId="2681"/>
            <ac:grpSpMk id="8" creationId="{759E7638-035C-C837-D321-A8C06D48B5DC}"/>
          </ac:grpSpMkLst>
        </pc:grpChg>
        <pc:grpChg chg="add mod">
          <ac:chgData name="Anselmino, Carolina" userId="5c3f6dd0-fb53-498d-9f5e-392bc2a3ffc7" providerId="ADAL" clId="{E38CDB5B-0F14-49C4-839B-AE81B7033013}" dt="2026-07-22T19:37:31.024" v="702" actId="164"/>
          <ac:grpSpMkLst>
            <pc:docMk/>
            <pc:sldMk cId="1196800265" sldId="2681"/>
            <ac:grpSpMk id="20" creationId="{0D0761BD-2F2F-6D79-B3EF-A531E092890D}"/>
          </ac:grpSpMkLst>
        </pc:grpChg>
        <pc:picChg chg="add del">
          <ac:chgData name="Anselmino, Carolina" userId="5c3f6dd0-fb53-498d-9f5e-392bc2a3ffc7" providerId="ADAL" clId="{E38CDB5B-0F14-49C4-839B-AE81B7033013}" dt="2026-07-22T11:42:32.545" v="4" actId="478"/>
          <ac:picMkLst>
            <pc:docMk/>
            <pc:sldMk cId="1196800265" sldId="2681"/>
            <ac:picMk id="3" creationId="{49CB780D-15A3-48FD-506A-45097B8C84EF}"/>
          </ac:picMkLst>
        </pc:picChg>
        <pc:picChg chg="add mod">
          <ac:chgData name="Anselmino, Carolina" userId="5c3f6dd0-fb53-498d-9f5e-392bc2a3ffc7" providerId="ADAL" clId="{E38CDB5B-0F14-49C4-839B-AE81B7033013}" dt="2026-07-22T11:42:43.855" v="6" actId="1076"/>
          <ac:picMkLst>
            <pc:docMk/>
            <pc:sldMk cId="1196800265" sldId="2681"/>
            <ac:picMk id="4" creationId="{69007BE6-4165-6B9F-CABD-19BC8B326D8F}"/>
          </ac:picMkLst>
        </pc:picChg>
        <pc:picChg chg="add del mod">
          <ac:chgData name="Anselmino, Carolina" userId="5c3f6dd0-fb53-498d-9f5e-392bc2a3ffc7" providerId="ADAL" clId="{E38CDB5B-0F14-49C4-839B-AE81B7033013}" dt="2026-07-22T11:43:03.472" v="10" actId="478"/>
          <ac:picMkLst>
            <pc:docMk/>
            <pc:sldMk cId="1196800265" sldId="2681"/>
            <ac:picMk id="6" creationId="{7BDA84B0-A315-5710-DC3F-3108F335D58B}"/>
          </ac:picMkLst>
        </pc:picChg>
        <pc:picChg chg="mod modCrop">
          <ac:chgData name="Anselmino, Carolina" userId="5c3f6dd0-fb53-498d-9f5e-392bc2a3ffc7" providerId="ADAL" clId="{E38CDB5B-0F14-49C4-839B-AE81B7033013}" dt="2026-07-22T11:36:58.998" v="2" actId="732"/>
          <ac:picMkLst>
            <pc:docMk/>
            <pc:sldMk cId="1196800265" sldId="2681"/>
            <ac:picMk id="7" creationId="{A2066351-C569-4C4C-A096-308777FCDC32}"/>
          </ac:picMkLst>
        </pc:picChg>
        <pc:picChg chg="mod">
          <ac:chgData name="Anselmino, Carolina" userId="5c3f6dd0-fb53-498d-9f5e-392bc2a3ffc7" providerId="ADAL" clId="{E38CDB5B-0F14-49C4-839B-AE81B7033013}" dt="2026-07-22T11:44:01.404" v="22" actId="12788"/>
          <ac:picMkLst>
            <pc:docMk/>
            <pc:sldMk cId="1196800265" sldId="2681"/>
            <ac:picMk id="10" creationId="{D4EAC1CC-FDEC-CB2B-4814-426FB9337D67}"/>
          </ac:picMkLst>
        </pc:picChg>
        <pc:cxnChg chg="mod">
          <ac:chgData name="Anselmino, Carolina" userId="5c3f6dd0-fb53-498d-9f5e-392bc2a3ffc7" providerId="ADAL" clId="{E38CDB5B-0F14-49C4-839B-AE81B7033013}" dt="2026-07-22T11:46:16.310" v="179" actId="14100"/>
          <ac:cxnSpMkLst>
            <pc:docMk/>
            <pc:sldMk cId="1196800265" sldId="2681"/>
            <ac:cxnSpMk id="11" creationId="{D9AD66F2-F7C0-4D03-9150-D28F17AC561D}"/>
          </ac:cxnSpMkLst>
        </pc:cxnChg>
      </pc:sldChg>
      <pc:sldChg chg="del">
        <pc:chgData name="Anselmino, Carolina" userId="5c3f6dd0-fb53-498d-9f5e-392bc2a3ffc7" providerId="ADAL" clId="{E38CDB5B-0F14-49C4-839B-AE81B7033013}" dt="2026-07-22T19:26:38.574" v="665" actId="47"/>
        <pc:sldMkLst>
          <pc:docMk/>
          <pc:sldMk cId="1763900471" sldId="2682"/>
        </pc:sldMkLst>
      </pc:sldChg>
      <pc:sldChg chg="del">
        <pc:chgData name="Anselmino, Carolina" userId="5c3f6dd0-fb53-498d-9f5e-392bc2a3ffc7" providerId="ADAL" clId="{E38CDB5B-0F14-49C4-839B-AE81B7033013}" dt="2026-07-22T19:26:35.304" v="664" actId="47"/>
        <pc:sldMkLst>
          <pc:docMk/>
          <pc:sldMk cId="1891845127" sldId="2685"/>
        </pc:sldMkLst>
      </pc:sldChg>
      <pc:sldChg chg="add del">
        <pc:chgData name="Anselmino, Carolina" userId="5c3f6dd0-fb53-498d-9f5e-392bc2a3ffc7" providerId="ADAL" clId="{E38CDB5B-0F14-49C4-839B-AE81B7033013}" dt="2026-07-22T15:50:00.267" v="434" actId="47"/>
        <pc:sldMkLst>
          <pc:docMk/>
          <pc:sldMk cId="2459501262" sldId="2695"/>
        </pc:sldMkLst>
      </pc:sldChg>
      <pc:sldChg chg="modSp add mod">
        <pc:chgData name="Anselmino, Carolina" userId="5c3f6dd0-fb53-498d-9f5e-392bc2a3ffc7" providerId="ADAL" clId="{E38CDB5B-0F14-49C4-839B-AE81B7033013}" dt="2026-07-22T19:17:50.009" v="663" actId="14100"/>
        <pc:sldMkLst>
          <pc:docMk/>
          <pc:sldMk cId="2895905977" sldId="2695"/>
        </pc:sldMkLst>
        <pc:spChg chg="mod">
          <ac:chgData name="Anselmino, Carolina" userId="5c3f6dd0-fb53-498d-9f5e-392bc2a3ffc7" providerId="ADAL" clId="{E38CDB5B-0F14-49C4-839B-AE81B7033013}" dt="2026-07-22T15:51:46.203" v="494" actId="20577"/>
          <ac:spMkLst>
            <pc:docMk/>
            <pc:sldMk cId="2895905977" sldId="2695"/>
            <ac:spMk id="5" creationId="{05ECEA81-427F-77E6-3A96-077D430CC49C}"/>
          </ac:spMkLst>
        </pc:spChg>
        <pc:spChg chg="mod">
          <ac:chgData name="Anselmino, Carolina" userId="5c3f6dd0-fb53-498d-9f5e-392bc2a3ffc7" providerId="ADAL" clId="{E38CDB5B-0F14-49C4-839B-AE81B7033013}" dt="2026-07-22T19:17:50.009" v="663" actId="14100"/>
          <ac:spMkLst>
            <pc:docMk/>
            <pc:sldMk cId="2895905977" sldId="2695"/>
            <ac:spMk id="6" creationId="{F5AB7147-07E3-D061-CD69-902D615A346F}"/>
          </ac:spMkLst>
        </pc:spChg>
        <pc:spChg chg="mod">
          <ac:chgData name="Anselmino, Carolina" userId="5c3f6dd0-fb53-498d-9f5e-392bc2a3ffc7" providerId="ADAL" clId="{E38CDB5B-0F14-49C4-839B-AE81B7033013}" dt="2026-07-22T15:52:40.119" v="519" actId="14100"/>
          <ac:spMkLst>
            <pc:docMk/>
            <pc:sldMk cId="2895905977" sldId="2695"/>
            <ac:spMk id="7" creationId="{645C8C6B-29A8-B1C0-3772-5822CAB07F15}"/>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6.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BE192EA-4FB5-417A-96F6-B3058A54ABC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875D5479-0008-4BFD-BE18-7442B169130D}"/>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72114D-3A05-4B20-822E-8261653B33D2}" type="datetimeFigureOut">
              <a:rPr lang="en-US" smtClean="0"/>
              <a:t>7/22/2026</a:t>
            </a:fld>
            <a:endParaRPr lang="en-US"/>
          </a:p>
        </p:txBody>
      </p:sp>
      <p:sp>
        <p:nvSpPr>
          <p:cNvPr id="4" name="Footer Placeholder 3">
            <a:extLst>
              <a:ext uri="{FF2B5EF4-FFF2-40B4-BE49-F238E27FC236}">
                <a16:creationId xmlns:a16="http://schemas.microsoft.com/office/drawing/2014/main" id="{EABD4BE7-9FD8-4D10-87DD-2B2BC23B46E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10342B2-B657-4BF5-B0C4-8D3FD65073D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1E5079B-D1F0-49DB-8DFB-E06CD09EC17E}" type="slidenum">
              <a:rPr lang="en-US" smtClean="0"/>
              <a:t>‹#›</a:t>
            </a:fld>
            <a:endParaRPr lang="en-US"/>
          </a:p>
        </p:txBody>
      </p:sp>
    </p:spTree>
    <p:extLst>
      <p:ext uri="{BB962C8B-B14F-4D97-AF65-F5344CB8AC3E}">
        <p14:creationId xmlns:p14="http://schemas.microsoft.com/office/powerpoint/2010/main" val="420054729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4F008D2-43B4-45EB-8E80-36DCF9CD046D}" type="datetimeFigureOut">
              <a:rPr lang="en-US" smtClean="0"/>
              <a:t>7/22/2026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6A8591F-50F3-4C40-9DA2-D793276CC051}" type="slidenum">
              <a:rPr lang="en-US" smtClean="0"/>
              <a:t>‹#›</a:t>
            </a:fld>
            <a:endParaRPr lang="en-US"/>
          </a:p>
        </p:txBody>
      </p:sp>
    </p:spTree>
    <p:extLst>
      <p:ext uri="{BB962C8B-B14F-4D97-AF65-F5344CB8AC3E}">
        <p14:creationId xmlns:p14="http://schemas.microsoft.com/office/powerpoint/2010/main" val="77999493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Title card — the cold open. The hosts name the module, the video number, the title and the single message on this slide; no scripted narration. Hold until the opener begins; the opener is narrated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To see the method work, you need a realistic place to run it. Progressa is a demonstration country with an education sector like many across the continent — real institutions, a real fragmentation problem, and a minister who wants results.</a:t>
            </a:r>
          </a:p>
          <a:p/>
          <a:p>
            <a:r>
              <a:t>On screen: Progressa is a fictional demonstration country. All institutions are fictional and appear as plain-text labels — no emblems, no logos.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Progressa's education sector has five bodies that matter. The Ministry of Education, Youth and Sport sets policy and funds schools. The National Examination Authority runs examinations and certifies results. The Learner Registry is meant to be the one list of who is a learner. The National Identity Authority owns the person identity every sector reuses. And the Digital Government Authority runs the shared data-exchange backbone and payments. Five bodies — a policy unit, a service authority, two registries, and a shared-platform provider.</a:t>
            </a:r>
          </a:p>
          <a:p/>
          <a:p>
            <a:r>
              <a:t>Production cue: this is the cast for the whole module. Hold it a beat longer than a normal list slide — every later video refers back to these five.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Here is the problem the minister feels. A learner is registered three times — once in the school census, once by the Examination Authority for exams, once by a social grant programme. None of the three lists agree. A parent proves the child's identity on paper at every counter, because no system trusts another's. The minister has promised a single learner record that follows the child from primary school to university — and it cannot be delivered, because the systems do not fit together. This is not a Progressa problem. It is the problem most education sectors share.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Progressa is fictional on purpose: it shows every step without exposing any real country, and its shapes — duplicate registries, paper re-entry, a stalled flagship — are the ones you will recognise. At each step, ask what the equivalent would be in your own sector.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 Running the method on Progressa produces six things across the five phases: a picture of what exists today, a ranked gap analysis, a localised framework with build, buy or share calls, a target architecture, a sequenced costed roadmap, and a living, governed architecture — six deliverables, produced in that order.</a:t>
            </a:r>
          </a:p>
          <a:p/>
          <a:p>
            <a:r>
              <a:t>Production cue: the advance organiser for the module — one sentence of narration, so let the six rows sit on screen while it is read.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PRACTICE BOX (on-screen only — never read it, never paraphrase it, never point at it). It replaces the narrated handoff: this video ends on the recap and the Sources slide.</a:t>
            </a:r>
          </a:p>
          <a:p/>
          <a:p>
            <a:r>
              <a:t>VO: So this is Progressa. A realistic education sector, five institutions, and the fragmentation problem most countries live with — the canvas the whole method runs 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slide, held ~5 seconds at the end of the video. Links are compiled into the YouTube description per ITU convention; no URLs read aloud.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Grey margin-Content with Caption (White bg)">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28691" y="1959151"/>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3" name="Text Placeholder 3">
            <a:extLst>
              <a:ext uri="{FF2B5EF4-FFF2-40B4-BE49-F238E27FC236}">
                <a16:creationId xmlns:a16="http://schemas.microsoft.com/office/drawing/2014/main" id="{3E0F6D26-4165-4298-B9DF-69A0CA57C654}"/>
              </a:ext>
            </a:extLst>
          </p:cNvPr>
          <p:cNvSpPr>
            <a:spLocks noGrp="1"/>
          </p:cNvSpPr>
          <p:nvPr>
            <p:ph type="body" sz="half" idx="14" hasCustomPrompt="1"/>
          </p:nvPr>
        </p:nvSpPr>
        <p:spPr>
          <a:xfrm>
            <a:off x="5018432" y="1959150"/>
            <a:ext cx="4090872" cy="4200245"/>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7" name="Title 1">
            <a:extLst>
              <a:ext uri="{FF2B5EF4-FFF2-40B4-BE49-F238E27FC236}">
                <a16:creationId xmlns:a16="http://schemas.microsoft.com/office/drawing/2014/main" id="{CED336FC-6E45-4A2D-A5AB-BE24E693E093}"/>
              </a:ext>
            </a:extLst>
          </p:cNvPr>
          <p:cNvSpPr>
            <a:spLocks noGrp="1"/>
          </p:cNvSpPr>
          <p:nvPr>
            <p:ph type="title" hasCustomPrompt="1"/>
          </p:nvPr>
        </p:nvSpPr>
        <p:spPr>
          <a:xfrm>
            <a:off x="728691" y="1265849"/>
            <a:ext cx="9051731" cy="502882"/>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20EB37B9-0614-41D6-8AFE-EB91B451A9F5}"/>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E8CDBB-5A4D-4444-85CC-7578EF050F69}"/>
              </a:ext>
            </a:extLst>
          </p:cNvPr>
          <p:cNvSpPr>
            <a:spLocks noGrp="1"/>
          </p:cNvSpPr>
          <p:nvPr>
            <p:ph type="body" sz="quarter" idx="12"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718176021"/>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wo column - Title column">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A8D6A0DE-A965-4E02-8A8B-981E2FDE590E}"/>
              </a:ext>
            </a:extLst>
          </p:cNvPr>
          <p:cNvSpPr>
            <a:spLocks noGrp="1"/>
          </p:cNvSpPr>
          <p:nvPr>
            <p:ph type="body" idx="1"/>
          </p:nvPr>
        </p:nvSpPr>
        <p:spPr>
          <a:xfrm>
            <a:off x="728687" y="1994663"/>
            <a:ext cx="4860830"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B820F59-7539-405E-B005-C5C92782E908}"/>
              </a:ext>
            </a:extLst>
          </p:cNvPr>
          <p:cNvSpPr>
            <a:spLocks noGrp="1"/>
          </p:cNvSpPr>
          <p:nvPr>
            <p:ph sz="half" idx="2" hasCustomPrompt="1"/>
          </p:nvPr>
        </p:nvSpPr>
        <p:spPr>
          <a:xfrm>
            <a:off x="728687" y="2490758"/>
            <a:ext cx="4860830"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7" name="Text Placeholder 2">
            <a:extLst>
              <a:ext uri="{FF2B5EF4-FFF2-40B4-BE49-F238E27FC236}">
                <a16:creationId xmlns:a16="http://schemas.microsoft.com/office/drawing/2014/main" id="{9AE6D208-1F00-412A-86E9-1A7081F56572}"/>
              </a:ext>
            </a:extLst>
          </p:cNvPr>
          <p:cNvSpPr>
            <a:spLocks noGrp="1"/>
          </p:cNvSpPr>
          <p:nvPr>
            <p:ph type="body" idx="10"/>
          </p:nvPr>
        </p:nvSpPr>
        <p:spPr>
          <a:xfrm>
            <a:off x="5892510" y="1994663"/>
            <a:ext cx="4751106" cy="496095"/>
          </a:xfrm>
        </p:spPr>
        <p:txBody>
          <a:bodyPr anchor="t">
            <a:noAutofit/>
          </a:bodyPr>
          <a:lstStyle>
            <a:lvl1pPr marL="0" indent="0">
              <a:lnSpc>
                <a:spcPts val="2400"/>
              </a:lnSpc>
              <a:buNone/>
              <a:defRPr sz="1800" b="0" spc="30"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8" name="Content Placeholder 3">
            <a:extLst>
              <a:ext uri="{FF2B5EF4-FFF2-40B4-BE49-F238E27FC236}">
                <a16:creationId xmlns:a16="http://schemas.microsoft.com/office/drawing/2014/main" id="{B8B83478-806A-4C07-A7A7-0CDF7E621EB5}"/>
              </a:ext>
            </a:extLst>
          </p:cNvPr>
          <p:cNvSpPr>
            <a:spLocks noGrp="1"/>
          </p:cNvSpPr>
          <p:nvPr>
            <p:ph sz="half" idx="11" hasCustomPrompt="1"/>
          </p:nvPr>
        </p:nvSpPr>
        <p:spPr>
          <a:xfrm>
            <a:off x="5892510" y="2490758"/>
            <a:ext cx="4751106" cy="3445987"/>
          </a:xfrm>
        </p:spPr>
        <p:txBody>
          <a:bodyPr>
            <a:noAutofit/>
          </a:bodyPr>
          <a:lstStyle>
            <a:lvl1pPr marL="228600" indent="-137160">
              <a:lnSpc>
                <a:spcPts val="2400"/>
              </a:lnSpc>
              <a:buClr>
                <a:srgbClr val="009CD6"/>
              </a:buClr>
              <a:buSzPct val="104000"/>
              <a:buFont typeface="Arial" panose="020B0604020202020204" pitchFamily="34" charset="0"/>
              <a:buChar char="•"/>
              <a:defRPr sz="1800" spc="30" baseline="0"/>
            </a:lvl1pPr>
            <a:lvl2pPr marL="685800" indent="-137160">
              <a:lnSpc>
                <a:spcPts val="2400"/>
              </a:lnSpc>
              <a:buClr>
                <a:srgbClr val="009CD6"/>
              </a:buClr>
              <a:buFont typeface="Arial" panose="020B0604020202020204" pitchFamily="34" charset="0"/>
              <a:buChar char="•"/>
              <a:defRPr sz="1800" spc="30" baseline="0"/>
            </a:lvl2pPr>
          </a:lstStyle>
          <a:p>
            <a:pPr lvl="0"/>
            <a:r>
              <a:rPr lang="en-US" dirty="0"/>
              <a:t>Second level</a:t>
            </a:r>
          </a:p>
          <a:p>
            <a:pPr lvl="1"/>
            <a:r>
              <a:rPr lang="en-US" dirty="0"/>
              <a:t>Third level</a:t>
            </a:r>
          </a:p>
        </p:txBody>
      </p:sp>
      <p:sp>
        <p:nvSpPr>
          <p:cNvPr id="13" name="Title 1">
            <a:extLst>
              <a:ext uri="{FF2B5EF4-FFF2-40B4-BE49-F238E27FC236}">
                <a16:creationId xmlns:a16="http://schemas.microsoft.com/office/drawing/2014/main" id="{20A48B77-BCF1-4349-8EF0-B33A1789375A}"/>
              </a:ext>
            </a:extLst>
          </p:cNvPr>
          <p:cNvSpPr>
            <a:spLocks noGrp="1"/>
          </p:cNvSpPr>
          <p:nvPr>
            <p:ph type="title" hasCustomPrompt="1"/>
          </p:nvPr>
        </p:nvSpPr>
        <p:spPr>
          <a:xfrm>
            <a:off x="728687" y="1238515"/>
            <a:ext cx="9914929" cy="635902"/>
          </a:xfrm>
          <a:prstGeom prst="rect">
            <a:avLst/>
          </a:prstGeom>
        </p:spPr>
        <p:txBody>
          <a:bodyPr>
            <a:noAutofit/>
          </a:bodyPr>
          <a:lstStyle>
            <a:lvl1pPr>
              <a:defRPr sz="2800"/>
            </a:lvl1pPr>
          </a:lstStyle>
          <a:p>
            <a:pPr lvl="0"/>
            <a:r>
              <a:rPr lang="en-US" dirty="0"/>
              <a:t>Click to edit Master text styles</a:t>
            </a:r>
          </a:p>
        </p:txBody>
      </p:sp>
      <p:cxnSp>
        <p:nvCxnSpPr>
          <p:cNvPr id="11" name="Straight Connector 10">
            <a:extLst>
              <a:ext uri="{FF2B5EF4-FFF2-40B4-BE49-F238E27FC236}">
                <a16:creationId xmlns:a16="http://schemas.microsoft.com/office/drawing/2014/main" id="{CCE4054A-3251-41A6-8BA5-67C64EF3E610}"/>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2" name="Text Placeholder 3">
            <a:extLst>
              <a:ext uri="{FF2B5EF4-FFF2-40B4-BE49-F238E27FC236}">
                <a16:creationId xmlns:a16="http://schemas.microsoft.com/office/drawing/2014/main" id="{F8E1AD81-2712-4CFB-B585-60CDC561D6F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88038879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wo column bullet list">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C078E5A-AB76-4634-8AD9-64C991C6FC02}"/>
              </a:ext>
            </a:extLst>
          </p:cNvPr>
          <p:cNvSpPr>
            <a:spLocks noGrp="1"/>
          </p:cNvSpPr>
          <p:nvPr>
            <p:ph sz="half" idx="1" hasCustomPrompt="1"/>
          </p:nvPr>
        </p:nvSpPr>
        <p:spPr>
          <a:xfrm>
            <a:off x="721372" y="2040524"/>
            <a:ext cx="4393315" cy="4125355"/>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4" name="Content Placeholder 3">
            <a:extLst>
              <a:ext uri="{FF2B5EF4-FFF2-40B4-BE49-F238E27FC236}">
                <a16:creationId xmlns:a16="http://schemas.microsoft.com/office/drawing/2014/main" id="{4198F227-A22B-432C-84DE-6E0A3BE38D63}"/>
              </a:ext>
            </a:extLst>
          </p:cNvPr>
          <p:cNvSpPr>
            <a:spLocks noGrp="1"/>
          </p:cNvSpPr>
          <p:nvPr>
            <p:ph sz="half" idx="2" hasCustomPrompt="1"/>
          </p:nvPr>
        </p:nvSpPr>
        <p:spPr>
          <a:xfrm>
            <a:off x="5460255" y="2040523"/>
            <a:ext cx="4393316" cy="4126191"/>
          </a:xfrm>
        </p:spPr>
        <p:txBody>
          <a:bodyPr>
            <a:noAutofit/>
          </a:bodyPr>
          <a:lstStyle>
            <a:lvl1pPr marL="228600" indent="-137160">
              <a:buClr>
                <a:srgbClr val="009CD6"/>
              </a:buClr>
              <a:buFont typeface="Arial" panose="020B0604020202020204" pitchFamily="34" charset="0"/>
              <a:buChar char="•"/>
              <a:defRPr lang="en-US" spc="20" dirty="0"/>
            </a:lvl1pPr>
            <a:lvl2pPr marL="685800" indent="-137160">
              <a:buClr>
                <a:srgbClr val="009CD6"/>
              </a:buClr>
              <a:buFont typeface="Arial" panose="020B0604020202020204" pitchFamily="34" charset="0"/>
              <a:buChar char="•"/>
              <a:defRPr lang="en-US" spc="20" dirty="0"/>
            </a:lvl2pPr>
            <a:lvl3pPr marL="1143000" indent="-137160">
              <a:buClr>
                <a:srgbClr val="009CD6"/>
              </a:buClr>
              <a:buFont typeface="Arial" panose="020B0604020202020204" pitchFamily="34" charset="0"/>
              <a:buChar char="•"/>
              <a:defRPr lang="en-US" spc="20" dirty="0"/>
            </a:lvl3pPr>
            <a:lvl4pPr marL="1600200" indent="-137160">
              <a:buClr>
                <a:srgbClr val="009CD6"/>
              </a:buClr>
              <a:buFont typeface="Arial" panose="020B0604020202020204" pitchFamily="34" charset="0"/>
              <a:buChar char="•"/>
              <a:defRPr lang="en-US" spc="20" dirty="0"/>
            </a:lvl4pPr>
            <a:lvl5pPr>
              <a:buClr>
                <a:srgbClr val="5B9BD5"/>
              </a:buClr>
              <a:defRPr spc="0"/>
            </a:lvl5p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10" name="Title 1">
            <a:extLst>
              <a:ext uri="{FF2B5EF4-FFF2-40B4-BE49-F238E27FC236}">
                <a16:creationId xmlns:a16="http://schemas.microsoft.com/office/drawing/2014/main" id="{D346557F-F9B0-433A-9FC1-56C38B19DE9B}"/>
              </a:ext>
            </a:extLst>
          </p:cNvPr>
          <p:cNvSpPr>
            <a:spLocks noGrp="1"/>
          </p:cNvSpPr>
          <p:nvPr>
            <p:ph type="title" hasCustomPrompt="1"/>
          </p:nvPr>
        </p:nvSpPr>
        <p:spPr>
          <a:xfrm>
            <a:off x="721373" y="1251017"/>
            <a:ext cx="9132198" cy="565079"/>
          </a:xfrm>
          <a:prstGeom prst="rect">
            <a:avLst/>
          </a:prstGeom>
        </p:spPr>
        <p:txBody>
          <a:bodyPr>
            <a:noAutofit/>
          </a:bodyPr>
          <a:lstStyle>
            <a:lvl1pPr>
              <a:defRPr sz="2800"/>
            </a:lvl1pPr>
          </a:lstStyle>
          <a:p>
            <a:pPr lvl="0"/>
            <a:r>
              <a:rPr lang="en-US" dirty="0"/>
              <a:t>Click to edit Master text styles</a:t>
            </a:r>
          </a:p>
        </p:txBody>
      </p:sp>
      <p:cxnSp>
        <p:nvCxnSpPr>
          <p:cNvPr id="12" name="Straight Connector 11">
            <a:extLst>
              <a:ext uri="{FF2B5EF4-FFF2-40B4-BE49-F238E27FC236}">
                <a16:creationId xmlns:a16="http://schemas.microsoft.com/office/drawing/2014/main" id="{56157FF2-E1F2-41A6-A3CB-3DE59785DD4D}"/>
              </a:ext>
            </a:extLst>
          </p:cNvPr>
          <p:cNvCxnSpPr/>
          <p:nvPr userDrawn="1"/>
        </p:nvCxnSpPr>
        <p:spPr>
          <a:xfrm>
            <a:off x="614780"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3" name="Text Placeholder 3">
            <a:extLst>
              <a:ext uri="{FF2B5EF4-FFF2-40B4-BE49-F238E27FC236}">
                <a16:creationId xmlns:a16="http://schemas.microsoft.com/office/drawing/2014/main" id="{E8A78C8E-6713-4582-84CE-8C8A0FE572A4}"/>
              </a:ext>
            </a:extLst>
          </p:cNvPr>
          <p:cNvSpPr>
            <a:spLocks noGrp="1"/>
          </p:cNvSpPr>
          <p:nvPr>
            <p:ph type="body" sz="quarter" idx="12" hasCustomPrompt="1"/>
          </p:nvPr>
        </p:nvSpPr>
        <p:spPr>
          <a:xfrm>
            <a:off x="614780"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513749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One column text">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2CF752D4-D41F-48C8-BC93-770A10B9CEFC}"/>
              </a:ext>
            </a:extLst>
          </p:cNvPr>
          <p:cNvSpPr>
            <a:spLocks noGrp="1"/>
          </p:cNvSpPr>
          <p:nvPr>
            <p:ph type="body" sz="half" idx="2" hasCustomPrompt="1"/>
          </p:nvPr>
        </p:nvSpPr>
        <p:spPr>
          <a:xfrm>
            <a:off x="737226" y="1975104"/>
            <a:ext cx="6256106" cy="4210543"/>
          </a:xfrm>
        </p:spPr>
        <p:txBody>
          <a:bodyPr>
            <a:noAutofit/>
          </a:bodyPr>
          <a:lstStyle>
            <a:lvl1pPr marL="0" indent="0">
              <a:lnSpc>
                <a:spcPts val="2400"/>
              </a:lnSpc>
              <a:buNone/>
              <a:defRPr sz="1800" spc="20" baseline="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
        <p:nvSpPr>
          <p:cNvPr id="10" name="Title 1">
            <a:extLst>
              <a:ext uri="{FF2B5EF4-FFF2-40B4-BE49-F238E27FC236}">
                <a16:creationId xmlns:a16="http://schemas.microsoft.com/office/drawing/2014/main" id="{3F01D386-9240-4F38-9F1C-4325351B05E1}"/>
              </a:ext>
            </a:extLst>
          </p:cNvPr>
          <p:cNvSpPr>
            <a:spLocks noGrp="1"/>
          </p:cNvSpPr>
          <p:nvPr>
            <p:ph type="title" hasCustomPrompt="1"/>
          </p:nvPr>
        </p:nvSpPr>
        <p:spPr>
          <a:xfrm>
            <a:off x="737225" y="1261501"/>
            <a:ext cx="7177821" cy="542146"/>
          </a:xfrm>
          <a:prstGeom prst="rect">
            <a:avLst/>
          </a:prstGeom>
        </p:spPr>
        <p:txBody>
          <a:bodyPr>
            <a:noAutofit/>
          </a:bodyPr>
          <a:lstStyle>
            <a:lvl1pPr>
              <a:defRPr sz="2800"/>
            </a:lvl1pPr>
          </a:lstStyle>
          <a:p>
            <a:pPr lvl="0"/>
            <a:r>
              <a:rPr lang="en-US" dirty="0"/>
              <a:t>Click to edit Master text styles</a:t>
            </a:r>
          </a:p>
        </p:txBody>
      </p:sp>
      <p:cxnSp>
        <p:nvCxnSpPr>
          <p:cNvPr id="8" name="Straight Connector 7">
            <a:extLst>
              <a:ext uri="{FF2B5EF4-FFF2-40B4-BE49-F238E27FC236}">
                <a16:creationId xmlns:a16="http://schemas.microsoft.com/office/drawing/2014/main" id="{015B0268-1877-4B50-85FE-85F64126C828}"/>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716C6763-4EEE-47FB-A7AD-A329AC03860D}"/>
              </a:ext>
            </a:extLst>
          </p:cNvPr>
          <p:cNvSpPr>
            <a:spLocks noGrp="1"/>
          </p:cNvSpPr>
          <p:nvPr>
            <p:ph type="body" sz="quarter" idx="10" hasCustomPrompt="1"/>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14434721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 + Large image">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AA9A3B-CF71-48AC-B4B0-550E5EC772C1}"/>
              </a:ext>
            </a:extLst>
          </p:cNvPr>
          <p:cNvSpPr>
            <a:spLocks noGrp="1"/>
          </p:cNvSpPr>
          <p:nvPr>
            <p:ph type="title"/>
          </p:nvPr>
        </p:nvSpPr>
        <p:spPr>
          <a:xfrm>
            <a:off x="716483" y="1234865"/>
            <a:ext cx="10313024" cy="635902"/>
          </a:xfrm>
          <a:prstGeom prst="rect">
            <a:avLst/>
          </a:prstGeom>
        </p:spPr>
        <p:txBody>
          <a:bodyPr anchor="t"/>
          <a:lstStyle>
            <a:lvl1pPr>
              <a:defRPr sz="2800"/>
            </a:lvl1pPr>
          </a:lstStyle>
          <a:p>
            <a:r>
              <a:rPr lang="en-US"/>
              <a:t>Click to edit Master title style</a:t>
            </a:r>
            <a:endParaRPr lang="en-US" dirty="0"/>
          </a:p>
        </p:txBody>
      </p:sp>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33313" y="1927476"/>
            <a:ext cx="10700345" cy="4218130"/>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9B8B0405-4014-43E6-B303-902A4F998E13}"/>
              </a:ext>
            </a:extLst>
          </p:cNvPr>
          <p:cNvCxnSpPr/>
          <p:nvPr userDrawn="1"/>
        </p:nvCxnSpPr>
        <p:spPr>
          <a:xfrm>
            <a:off x="614783"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7" name="Text Placeholder 3">
            <a:extLst>
              <a:ext uri="{FF2B5EF4-FFF2-40B4-BE49-F238E27FC236}">
                <a16:creationId xmlns:a16="http://schemas.microsoft.com/office/drawing/2014/main" id="{B69F8470-F06D-4D52-9A69-30EBD8DA6096}"/>
              </a:ext>
            </a:extLst>
          </p:cNvPr>
          <p:cNvSpPr>
            <a:spLocks noGrp="1"/>
          </p:cNvSpPr>
          <p:nvPr>
            <p:ph type="body" sz="quarter" idx="10" hasCustomPrompt="1"/>
          </p:nvPr>
        </p:nvSpPr>
        <p:spPr>
          <a:xfrm>
            <a:off x="614783"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13910143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eft image - S">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5593557"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500046"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500046"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5593546"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5277038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ef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656173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46823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46823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656173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25500417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eft image - L">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0"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740457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740457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73533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735337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425363925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Right image - S ">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7026350" y="-1"/>
            <a:ext cx="5165650" cy="6858000"/>
          </a:xfrm>
          <a:solidFill>
            <a:srgbClr val="F7F7F7"/>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11" name="Title 1">
            <a:extLst>
              <a:ext uri="{FF2B5EF4-FFF2-40B4-BE49-F238E27FC236}">
                <a16:creationId xmlns:a16="http://schemas.microsoft.com/office/drawing/2014/main" id="{A421150D-F679-4DFA-93CF-0E5480CC490F}"/>
              </a:ext>
            </a:extLst>
          </p:cNvPr>
          <p:cNvSpPr>
            <a:spLocks noGrp="1"/>
          </p:cNvSpPr>
          <p:nvPr>
            <p:ph type="title" hasCustomPrompt="1"/>
          </p:nvPr>
        </p:nvSpPr>
        <p:spPr>
          <a:xfrm>
            <a:off x="692373" y="1241625"/>
            <a:ext cx="6000749" cy="480131"/>
          </a:xfrm>
          <a:prstGeom prst="rect">
            <a:avLst/>
          </a:prstGeom>
        </p:spPr>
        <p:txBody>
          <a:bodyPr wrap="square">
            <a:spAutoFit/>
          </a:bodyPr>
          <a:lstStyle>
            <a:lvl1pPr>
              <a:defRPr sz="2800"/>
            </a:lvl1pPr>
          </a:lstStyle>
          <a:p>
            <a:pPr lvl="0"/>
            <a:r>
              <a:rPr lang="en-US" dirty="0"/>
              <a:t>Click to edit Master text styles</a:t>
            </a:r>
          </a:p>
        </p:txBody>
      </p:sp>
      <p:cxnSp>
        <p:nvCxnSpPr>
          <p:cNvPr id="17" name="Straight Connector 16">
            <a:extLst>
              <a:ext uri="{FF2B5EF4-FFF2-40B4-BE49-F238E27FC236}">
                <a16:creationId xmlns:a16="http://schemas.microsoft.com/office/drawing/2014/main" id="{7F1DE310-EEBE-4571-9348-190C69629E15}"/>
              </a:ext>
            </a:extLst>
          </p:cNvPr>
          <p:cNvCxnSpPr/>
          <p:nvPr userDrawn="1"/>
        </p:nvCxnSpPr>
        <p:spPr>
          <a:xfrm>
            <a:off x="598862"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4C777EF-FC93-4970-9186-9F729BE94473}"/>
              </a:ext>
            </a:extLst>
          </p:cNvPr>
          <p:cNvSpPr>
            <a:spLocks noGrp="1"/>
          </p:cNvSpPr>
          <p:nvPr>
            <p:ph type="body" sz="quarter" idx="10" hasCustomPrompt="1"/>
          </p:nvPr>
        </p:nvSpPr>
        <p:spPr>
          <a:xfrm>
            <a:off x="598862"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3" name="Text Placeholder 3">
            <a:extLst>
              <a:ext uri="{FF2B5EF4-FFF2-40B4-BE49-F238E27FC236}">
                <a16:creationId xmlns:a16="http://schemas.microsoft.com/office/drawing/2014/main" id="{BD03799A-7C35-4CAA-BE06-C4A99AE98261}"/>
              </a:ext>
            </a:extLst>
          </p:cNvPr>
          <p:cNvSpPr>
            <a:spLocks noGrp="1"/>
          </p:cNvSpPr>
          <p:nvPr>
            <p:ph type="body" sz="half" idx="2" hasCustomPrompt="1"/>
          </p:nvPr>
        </p:nvSpPr>
        <p:spPr>
          <a:xfrm>
            <a:off x="692362" y="1796208"/>
            <a:ext cx="6000749" cy="3820167"/>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268231459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Right image - M">
    <p:spTree>
      <p:nvGrpSpPr>
        <p:cNvPr id="1" name=""/>
        <p:cNvGrpSpPr/>
        <p:nvPr/>
      </p:nvGrpSpPr>
      <p:grpSpPr>
        <a:xfrm>
          <a:off x="0" y="0"/>
          <a:ext cx="0" cy="0"/>
          <a:chOff x="0" y="0"/>
          <a:chExt cx="0" cy="0"/>
        </a:xfrm>
      </p:grpSpPr>
      <p:sp>
        <p:nvSpPr>
          <p:cNvPr id="9" name="Picture Placeholder 2">
            <a:extLst>
              <a:ext uri="{FF2B5EF4-FFF2-40B4-BE49-F238E27FC236}">
                <a16:creationId xmlns:a16="http://schemas.microsoft.com/office/drawing/2014/main" id="{E364E913-4A6A-4F3B-B209-831A75170B72}"/>
              </a:ext>
            </a:extLst>
          </p:cNvPr>
          <p:cNvSpPr>
            <a:spLocks noGrp="1"/>
          </p:cNvSpPr>
          <p:nvPr>
            <p:ph type="pic" idx="1" hasCustomPrompt="1"/>
          </p:nvPr>
        </p:nvSpPr>
        <p:spPr>
          <a:xfrm>
            <a:off x="6096000" y="-1"/>
            <a:ext cx="6092751" cy="6858000"/>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sp>
        <p:nvSpPr>
          <p:cNvPr id="8" name="Title 1">
            <a:extLst>
              <a:ext uri="{FF2B5EF4-FFF2-40B4-BE49-F238E27FC236}">
                <a16:creationId xmlns:a16="http://schemas.microsoft.com/office/drawing/2014/main" id="{E30453B6-BE94-4D10-99CD-4F6557992EA0}"/>
              </a:ext>
            </a:extLst>
          </p:cNvPr>
          <p:cNvSpPr>
            <a:spLocks noGrp="1"/>
          </p:cNvSpPr>
          <p:nvPr>
            <p:ph type="title" hasCustomPrompt="1"/>
          </p:nvPr>
        </p:nvSpPr>
        <p:spPr>
          <a:xfrm>
            <a:off x="709575" y="1241625"/>
            <a:ext cx="5018228" cy="867930"/>
          </a:xfrm>
          <a:prstGeom prst="rect">
            <a:avLst/>
          </a:prstGeom>
        </p:spPr>
        <p:txBody>
          <a:bodyPr wrap="square">
            <a:spAutoFit/>
          </a:bodyPr>
          <a:lstStyle>
            <a:lvl1pPr>
              <a:defRPr sz="2800"/>
            </a:lvl1pPr>
          </a:lstStyle>
          <a:p>
            <a:pPr lvl="0"/>
            <a:r>
              <a:rPr lang="en-US" dirty="0"/>
              <a:t>Click to edit Master text styles  </a:t>
            </a:r>
          </a:p>
        </p:txBody>
      </p:sp>
      <p:cxnSp>
        <p:nvCxnSpPr>
          <p:cNvPr id="11" name="Straight Connector 10">
            <a:extLst>
              <a:ext uri="{FF2B5EF4-FFF2-40B4-BE49-F238E27FC236}">
                <a16:creationId xmlns:a16="http://schemas.microsoft.com/office/drawing/2014/main" id="{076CAFA7-68AE-4EAD-BE3A-A5B16D9D3552}"/>
              </a:ext>
            </a:extLst>
          </p:cNvPr>
          <p:cNvCxnSpPr/>
          <p:nvPr userDrawn="1"/>
        </p:nvCxnSpPr>
        <p:spPr>
          <a:xfrm>
            <a:off x="61607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4" name="Text Placeholder 3">
            <a:extLst>
              <a:ext uri="{FF2B5EF4-FFF2-40B4-BE49-F238E27FC236}">
                <a16:creationId xmlns:a16="http://schemas.microsoft.com/office/drawing/2014/main" id="{A8F2FE0A-3A4C-445D-8290-44FCEA3F5955}"/>
              </a:ext>
            </a:extLst>
          </p:cNvPr>
          <p:cNvSpPr>
            <a:spLocks noGrp="1"/>
          </p:cNvSpPr>
          <p:nvPr>
            <p:ph type="body" sz="quarter" idx="10" hasCustomPrompt="1"/>
          </p:nvPr>
        </p:nvSpPr>
        <p:spPr>
          <a:xfrm>
            <a:off x="616074"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
        <p:nvSpPr>
          <p:cNvPr id="15" name="Text Placeholder 3">
            <a:extLst>
              <a:ext uri="{FF2B5EF4-FFF2-40B4-BE49-F238E27FC236}">
                <a16:creationId xmlns:a16="http://schemas.microsoft.com/office/drawing/2014/main" id="{C9AD2564-EF06-46B2-95AF-0FC81EEDCC98}"/>
              </a:ext>
            </a:extLst>
          </p:cNvPr>
          <p:cNvSpPr>
            <a:spLocks noGrp="1"/>
          </p:cNvSpPr>
          <p:nvPr>
            <p:ph type="body" sz="half" idx="2" hasCustomPrompt="1"/>
          </p:nvPr>
        </p:nvSpPr>
        <p:spPr>
          <a:xfrm>
            <a:off x="709574" y="2245766"/>
            <a:ext cx="5018229" cy="3920948"/>
          </a:xfrm>
        </p:spPr>
        <p:txBody>
          <a:bodyPr>
            <a:noAutofit/>
          </a:bodyPr>
          <a:lstStyle>
            <a:lvl1pPr marL="0" indent="0">
              <a:lnSpc>
                <a:spcPts val="2400"/>
              </a:lnSpc>
              <a:buNone/>
              <a:defRPr lang="en-US" sz="1800" dirty="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dirty="0"/>
              <a:t>Click to edit Master text styles </a:t>
            </a:r>
          </a:p>
        </p:txBody>
      </p:sp>
    </p:spTree>
    <p:extLst>
      <p:ext uri="{BB962C8B-B14F-4D97-AF65-F5344CB8AC3E}">
        <p14:creationId xmlns:p14="http://schemas.microsoft.com/office/powerpoint/2010/main" val="3864113316"/>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Left image-L (White bg)">
    <p:bg>
      <p:bgPr>
        <a:solidFill>
          <a:schemeClr val="bg1"/>
        </a:solidFill>
        <a:effectLst/>
      </p:bgPr>
    </p:bg>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2CB99501-2A5A-45F8-BACF-23701FE68337}"/>
              </a:ext>
            </a:extLst>
          </p:cNvPr>
          <p:cNvSpPr>
            <a:spLocks noGrp="1"/>
          </p:cNvSpPr>
          <p:nvPr>
            <p:ph type="pic" idx="1" hasCustomPrompt="1"/>
          </p:nvPr>
        </p:nvSpPr>
        <p:spPr>
          <a:xfrm>
            <a:off x="5194302" y="0"/>
            <a:ext cx="6997698" cy="6857999"/>
          </a:xfrm>
          <a:solidFill>
            <a:srgbClr val="F4F4F4"/>
          </a:solidFill>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picture here</a:t>
            </a:r>
          </a:p>
        </p:txBody>
      </p:sp>
      <p:sp>
        <p:nvSpPr>
          <p:cNvPr id="4" name="Text Placeholder 3">
            <a:extLst>
              <a:ext uri="{FF2B5EF4-FFF2-40B4-BE49-F238E27FC236}">
                <a16:creationId xmlns:a16="http://schemas.microsoft.com/office/drawing/2014/main" id="{4CE260B5-3078-4CFA-A43A-D57EA4E988F4}"/>
              </a:ext>
            </a:extLst>
          </p:cNvPr>
          <p:cNvSpPr>
            <a:spLocks noGrp="1"/>
          </p:cNvSpPr>
          <p:nvPr>
            <p:ph type="body" sz="half" idx="2"/>
          </p:nvPr>
        </p:nvSpPr>
        <p:spPr>
          <a:xfrm>
            <a:off x="652649" y="2228472"/>
            <a:ext cx="4204643" cy="3936800"/>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Title 1">
            <a:extLst>
              <a:ext uri="{FF2B5EF4-FFF2-40B4-BE49-F238E27FC236}">
                <a16:creationId xmlns:a16="http://schemas.microsoft.com/office/drawing/2014/main" id="{6147FA91-C242-46DD-BE23-48F41CC2970C}"/>
              </a:ext>
            </a:extLst>
          </p:cNvPr>
          <p:cNvSpPr>
            <a:spLocks noGrp="1"/>
          </p:cNvSpPr>
          <p:nvPr>
            <p:ph type="title" hasCustomPrompt="1"/>
          </p:nvPr>
        </p:nvSpPr>
        <p:spPr>
          <a:xfrm>
            <a:off x="652649" y="1218965"/>
            <a:ext cx="4255850" cy="933507"/>
          </a:xfrm>
          <a:prstGeom prst="rect">
            <a:avLst/>
          </a:prstGeom>
        </p:spPr>
        <p:txBody>
          <a:bodyPr anchor="t">
            <a:noAutofit/>
          </a:bodyPr>
          <a:lstStyle>
            <a:lvl1pPr>
              <a:defRPr sz="2800"/>
            </a:lvl1pPr>
          </a:lstStyle>
          <a:p>
            <a:pPr lvl="0"/>
            <a:r>
              <a:rPr lang="en-US" dirty="0"/>
              <a:t>Click to edit Master text styles</a:t>
            </a:r>
          </a:p>
        </p:txBody>
      </p:sp>
      <p:cxnSp>
        <p:nvCxnSpPr>
          <p:cNvPr id="7" name="Straight Connector 6">
            <a:extLst>
              <a:ext uri="{FF2B5EF4-FFF2-40B4-BE49-F238E27FC236}">
                <a16:creationId xmlns:a16="http://schemas.microsoft.com/office/drawing/2014/main" id="{20EEAF69-B649-4DD9-BE4A-CC1FC2864BDE}"/>
              </a:ext>
            </a:extLst>
          </p:cNvPr>
          <p:cNvCxnSpPr/>
          <p:nvPr userDrawn="1"/>
        </p:nvCxnSpPr>
        <p:spPr>
          <a:xfrm>
            <a:off x="601444"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8" name="Text Placeholder 3">
            <a:extLst>
              <a:ext uri="{FF2B5EF4-FFF2-40B4-BE49-F238E27FC236}">
                <a16:creationId xmlns:a16="http://schemas.microsoft.com/office/drawing/2014/main" id="{822686E3-ED91-4402-ABE9-E10A74CBDBB8}"/>
              </a:ext>
            </a:extLst>
          </p:cNvPr>
          <p:cNvSpPr>
            <a:spLocks noGrp="1"/>
          </p:cNvSpPr>
          <p:nvPr>
            <p:ph type="body" sz="quarter" idx="10" hasCustomPrompt="1"/>
          </p:nvPr>
        </p:nvSpPr>
        <p:spPr>
          <a:xfrm>
            <a:off x="601445" y="313371"/>
            <a:ext cx="4307054"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27806611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 Footer (white bg) ">
    <p:spTree>
      <p:nvGrpSpPr>
        <p:cNvPr id="1" name=""/>
        <p:cNvGrpSpPr/>
        <p:nvPr/>
      </p:nvGrpSpPr>
      <p:grpSpPr>
        <a:xfrm>
          <a:off x="0" y="0"/>
          <a:ext cx="0" cy="0"/>
          <a:chOff x="0" y="0"/>
          <a:chExt cx="0" cy="0"/>
        </a:xfrm>
      </p:grpSpPr>
    </p:spTree>
    <p:extLst>
      <p:ext uri="{BB962C8B-B14F-4D97-AF65-F5344CB8AC3E}">
        <p14:creationId xmlns:p14="http://schemas.microsoft.com/office/powerpoint/2010/main" val="94355432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reserve="1">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21608253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blu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B0641AD-3AD5-4F67-A775-821CB3080BD2}"/>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141802275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hank you Slide">
    <p:bg>
      <p:bgPr>
        <a:solidFill>
          <a:srgbClr val="F5FAFC"/>
        </a:solidFill>
        <a:effectLst/>
      </p:bgPr>
    </p:bg>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3F35E03-ED1F-4BA6-A9DB-BAA193266DF0}"/>
              </a:ext>
            </a:extLst>
          </p:cNvPr>
          <p:cNvSpPr txBox="1"/>
          <p:nvPr userDrawn="1"/>
        </p:nvSpPr>
        <p:spPr>
          <a:xfrm>
            <a:off x="3457462" y="2905780"/>
            <a:ext cx="5246914" cy="584775"/>
          </a:xfrm>
          <a:prstGeom prst="rect">
            <a:avLst/>
          </a:prstGeom>
          <a:noFill/>
        </p:spPr>
        <p:txBody>
          <a:bodyPr wrap="square" rtlCol="0">
            <a:spAutoFit/>
          </a:bodyPr>
          <a:lstStyle/>
          <a:p>
            <a:pPr algn="ctr"/>
            <a:r>
              <a:rPr lang="en-US" sz="3200" b="1" dirty="0">
                <a:solidFill>
                  <a:schemeClr val="tx1"/>
                </a:solidFill>
                <a:cs typeface="Arial" panose="020B0604020202020204" pitchFamily="34" charset="0"/>
              </a:rPr>
              <a:t>Thank you!</a:t>
            </a:r>
          </a:p>
        </p:txBody>
      </p:sp>
      <p:sp>
        <p:nvSpPr>
          <p:cNvPr id="7" name="Rectangle 6">
            <a:extLst>
              <a:ext uri="{FF2B5EF4-FFF2-40B4-BE49-F238E27FC236}">
                <a16:creationId xmlns:a16="http://schemas.microsoft.com/office/drawing/2014/main" id="{D95BEDD7-9550-46FC-AAD4-3BCDC60161D9}"/>
              </a:ext>
            </a:extLst>
          </p:cNvPr>
          <p:cNvSpPr/>
          <p:nvPr userDrawn="1"/>
        </p:nvSpPr>
        <p:spPr>
          <a:xfrm>
            <a:off x="0" y="6115986"/>
            <a:ext cx="12192000" cy="742013"/>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rgbClr val="009CD6"/>
              </a:solidFill>
            </a:endParaRPr>
          </a:p>
        </p:txBody>
      </p:sp>
    </p:spTree>
    <p:extLst>
      <p:ext uri="{BB962C8B-B14F-4D97-AF65-F5344CB8AC3E}">
        <p14:creationId xmlns:p14="http://schemas.microsoft.com/office/powerpoint/2010/main" val="69760784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userDrawn="1">
  <p:cSld name="3_Title and Content">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7CD000AF-B921-43E9-B432-355A07B6E46E}"/>
              </a:ext>
            </a:extLst>
          </p:cNvPr>
          <p:cNvSpPr/>
          <p:nvPr userDrawn="1"/>
        </p:nvSpPr>
        <p:spPr>
          <a:xfrm>
            <a:off x="0" y="6115986"/>
            <a:ext cx="10028420" cy="742013"/>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68953649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24450848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Big text two column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8999926" cy="4067251"/>
          </a:xfrm>
        </p:spPr>
        <p:txBody>
          <a:bodyPr numCol="2"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a:p>
            <a:pPr lvl="0"/>
            <a:r>
              <a:rPr lang="en-US" dirty="0" err="1"/>
              <a:t>Nulla</a:t>
            </a:r>
            <a:r>
              <a:rPr lang="en-US" dirty="0"/>
              <a:t> </a:t>
            </a:r>
            <a:r>
              <a:rPr lang="en-US" dirty="0" err="1"/>
              <a:t>consequat</a:t>
            </a:r>
            <a:r>
              <a:rPr lang="en-US" dirty="0"/>
              <a:t> </a:t>
            </a:r>
            <a:r>
              <a:rPr lang="en-US" dirty="0" err="1"/>
              <a:t>massa</a:t>
            </a:r>
            <a:r>
              <a:rPr lang="en-US" dirty="0"/>
              <a:t> </a:t>
            </a:r>
            <a:r>
              <a:rPr lang="en-US" dirty="0" err="1"/>
              <a:t>quis</a:t>
            </a:r>
            <a:r>
              <a:rPr lang="en-US" dirty="0"/>
              <a:t> </a:t>
            </a:r>
            <a:r>
              <a:rPr lang="en-US" dirty="0" err="1"/>
              <a:t>enim</a:t>
            </a:r>
            <a:r>
              <a:rPr lang="en-US" dirty="0"/>
              <a:t>. Donec </a:t>
            </a:r>
            <a:r>
              <a:rPr lang="en-US" dirty="0" err="1"/>
              <a:t>pede</a:t>
            </a:r>
            <a:r>
              <a:rPr lang="en-US" dirty="0"/>
              <a:t> </a:t>
            </a:r>
            <a:r>
              <a:rPr lang="en-US" dirty="0" err="1"/>
              <a:t>justo</a:t>
            </a:r>
            <a:r>
              <a:rPr lang="en-US" dirty="0"/>
              <a:t>, </a:t>
            </a:r>
            <a:r>
              <a:rPr lang="en-US" dirty="0" err="1"/>
              <a:t>fringilla</a:t>
            </a:r>
            <a:r>
              <a:rPr lang="en-US" dirty="0"/>
              <a:t> vel, </a:t>
            </a:r>
            <a:r>
              <a:rPr lang="en-US" dirty="0" err="1"/>
              <a:t>aliquet</a:t>
            </a:r>
            <a:r>
              <a:rPr lang="en-US" dirty="0"/>
              <a:t> </a:t>
            </a:r>
            <a:r>
              <a:rPr lang="en-US" dirty="0" err="1"/>
              <a:t>nec</a:t>
            </a:r>
            <a:r>
              <a:rPr lang="en-US" dirty="0"/>
              <a:t>.</a:t>
            </a:r>
          </a:p>
          <a:p>
            <a:pPr marL="91440" marR="0" lvl="0" indent="0" algn="l" defTabSz="914400" rtl="0" eaLnBrk="1" fontAlgn="auto" latinLnBrk="0" hangingPunct="1">
              <a:lnSpc>
                <a:spcPct val="100000"/>
              </a:lnSpc>
              <a:spcBef>
                <a:spcPts val="1000"/>
              </a:spcBef>
              <a:spcAft>
                <a:spcPts val="0"/>
              </a:spcAft>
              <a:buClr>
                <a:srgbClr val="009CD6"/>
              </a:buClr>
              <a:buSzPct val="110000"/>
              <a:buFontTx/>
              <a:buNone/>
              <a:tabLst/>
              <a:defRPr/>
            </a:pPr>
            <a:r>
              <a:rPr lang="en-US" dirty="0"/>
              <a:t>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50670260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Big text 1 column">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725414" y="2033625"/>
            <a:ext cx="6297178" cy="4067251"/>
          </a:xfrm>
        </p:spPr>
        <p:txBody>
          <a:bodyPr numCol="1" spcCol="274320">
            <a:noAutofit/>
          </a:bodyPr>
          <a:lstStyle>
            <a:lvl1pPr marL="91440" marR="0" indent="0" algn="l" defTabSz="914400" rtl="0" eaLnBrk="1" fontAlgn="auto" latinLnBrk="0" hangingPunct="1">
              <a:lnSpc>
                <a:spcPct val="100000"/>
              </a:lnSpc>
              <a:spcBef>
                <a:spcPts val="1000"/>
              </a:spcBef>
              <a:spcAft>
                <a:spcPts val="0"/>
              </a:spcAft>
              <a:buClr>
                <a:srgbClr val="009CD6"/>
              </a:buClr>
              <a:buSzPct val="110000"/>
              <a:buFontTx/>
              <a:buNone/>
              <a:tabLst/>
              <a:defRPr sz="2400" spc="20"/>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Donec </a:t>
            </a:r>
            <a:r>
              <a:rPr lang="en-US" dirty="0" err="1"/>
              <a:t>quam</a:t>
            </a:r>
            <a:r>
              <a:rPr lang="en-US" dirty="0"/>
              <a:t> </a:t>
            </a:r>
            <a:r>
              <a:rPr lang="en-US" dirty="0" err="1"/>
              <a:t>felis</a:t>
            </a:r>
            <a:r>
              <a:rPr lang="en-US" dirty="0"/>
              <a:t>, </a:t>
            </a:r>
            <a:r>
              <a:rPr lang="en-US" dirty="0" err="1"/>
              <a:t>ultricies</a:t>
            </a:r>
            <a:r>
              <a:rPr lang="en-US" dirty="0"/>
              <a:t> </a:t>
            </a:r>
            <a:r>
              <a:rPr lang="en-US" dirty="0" err="1"/>
              <a:t>nec</a:t>
            </a:r>
            <a:r>
              <a:rPr lang="en-US" dirty="0"/>
              <a:t>, </a:t>
            </a:r>
            <a:r>
              <a:rPr lang="en-US" dirty="0" err="1"/>
              <a:t>pellentesque</a:t>
            </a:r>
            <a:r>
              <a:rPr lang="en-US" dirty="0"/>
              <a:t> </a:t>
            </a:r>
            <a:r>
              <a:rPr lang="en-US" dirty="0" err="1"/>
              <a:t>eu</a:t>
            </a:r>
            <a:r>
              <a:rPr lang="en-US" dirty="0"/>
              <a:t>, </a:t>
            </a:r>
            <a:r>
              <a:rPr lang="en-US" dirty="0" err="1"/>
              <a:t>pretium</a:t>
            </a:r>
            <a:r>
              <a:rPr lang="en-US" dirty="0"/>
              <a:t> </a:t>
            </a:r>
            <a:r>
              <a:rPr lang="en-US" dirty="0" err="1"/>
              <a:t>quis</a:t>
            </a:r>
            <a:r>
              <a:rPr lang="en-US" dirty="0"/>
              <a:t>, sem. </a:t>
            </a:r>
          </a:p>
        </p:txBody>
      </p:sp>
      <p:sp>
        <p:nvSpPr>
          <p:cNvPr id="8" name="Title 1">
            <a:extLst>
              <a:ext uri="{FF2B5EF4-FFF2-40B4-BE49-F238E27FC236}">
                <a16:creationId xmlns:a16="http://schemas.microsoft.com/office/drawing/2014/main" id="{2068AA50-AAA8-4842-ABF3-40CA7CFE97D8}"/>
              </a:ext>
            </a:extLst>
          </p:cNvPr>
          <p:cNvSpPr>
            <a:spLocks noGrp="1"/>
          </p:cNvSpPr>
          <p:nvPr>
            <p:ph type="title" hasCustomPrompt="1"/>
          </p:nvPr>
        </p:nvSpPr>
        <p:spPr>
          <a:xfrm>
            <a:off x="719358" y="685156"/>
            <a:ext cx="8999926" cy="597012"/>
          </a:xfrm>
          <a:prstGeom prst="rect">
            <a:avLst/>
          </a:prstGeom>
        </p:spPr>
        <p:txBody>
          <a:bodyPr>
            <a:noAutofit/>
          </a:bodyPr>
          <a:lstStyle>
            <a:lvl1pPr>
              <a:defRPr sz="2800"/>
            </a:lvl1pPr>
          </a:lstStyle>
          <a:p>
            <a:pPr lvl="0"/>
            <a:r>
              <a:rPr lang="en-US" dirty="0"/>
              <a:t>Click to edit Master text styles</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56407432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Big text aligned right + Italic">
    <p:spTree>
      <p:nvGrpSpPr>
        <p:cNvPr id="1" name=""/>
        <p:cNvGrpSpPr/>
        <p:nvPr/>
      </p:nvGrpSpPr>
      <p:grpSpPr>
        <a:xfrm>
          <a:off x="0" y="0"/>
          <a:ext cx="0" cy="0"/>
          <a:chOff x="0" y="0"/>
          <a:chExt cx="0" cy="0"/>
        </a:xfrm>
      </p:grpSpPr>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buNone/>
              <a:defRPr sz="1600">
                <a:solidFill>
                  <a:schemeClr val="accent2"/>
                </a:solidFill>
              </a:defRPr>
            </a:lvl1pPr>
          </a:lstStyle>
          <a:p>
            <a:pPr lvl="0"/>
            <a:r>
              <a:rPr lang="en-US"/>
              <a:t>Click to edit section name</a:t>
            </a:r>
            <a:endParaRPr lang="en-US" dirty="0"/>
          </a:p>
        </p:txBody>
      </p:sp>
      <p:sp>
        <p:nvSpPr>
          <p:cNvPr id="6" name="Shape 610" hidden="1">
            <a:extLst>
              <a:ext uri="{FF2B5EF4-FFF2-40B4-BE49-F238E27FC236}">
                <a16:creationId xmlns:a16="http://schemas.microsoft.com/office/drawing/2014/main" id="{C5B068B2-AEB9-41E6-AB3C-EA87FFB0FE76}"/>
              </a:ext>
            </a:extLst>
          </p:cNvPr>
          <p:cNvSpPr/>
          <p:nvPr userDrawn="1"/>
        </p:nvSpPr>
        <p:spPr>
          <a:xfrm>
            <a:off x="510238" y="2132869"/>
            <a:ext cx="6303518" cy="3103212"/>
          </a:xfrm>
          <a:prstGeom prst="rect">
            <a:avLst/>
          </a:prstGeom>
          <a:noFill/>
          <a:ln>
            <a:noFill/>
          </a:ln>
        </p:spPr>
        <p:txBody>
          <a:bodyPr lIns="91412" tIns="45700" rIns="91412" bIns="45700" anchor="t" anchorCtr="0">
            <a:noAutofit/>
          </a:bodyPr>
          <a:lstStyle/>
          <a:p>
            <a:pPr algn="r">
              <a:buSzPct val="25000"/>
            </a:pPr>
            <a:r>
              <a:rPr lang="en-GB" sz="2800" dirty="0">
                <a:latin typeface="Arial" panose="020B0604020202020204" pitchFamily="34" charset="0"/>
                <a:ea typeface="Roboto"/>
                <a:cs typeface="Arial" panose="020B0604020202020204" pitchFamily="34" charset="0"/>
                <a:sym typeface="Roboto"/>
              </a:rPr>
              <a:t>We have focused on </a:t>
            </a:r>
            <a:r>
              <a:rPr lang="en-GB" sz="2800" b="1" dirty="0">
                <a:latin typeface="Arial" panose="020B0604020202020204" pitchFamily="34" charset="0"/>
                <a:ea typeface="Roboto"/>
                <a:cs typeface="Arial" panose="020B0604020202020204" pitchFamily="34" charset="0"/>
                <a:sym typeface="Roboto"/>
              </a:rPr>
              <a:t>preparing and empowering BDT staff</a:t>
            </a:r>
            <a:r>
              <a:rPr lang="en-GB" sz="2800" dirty="0">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p:txBody>
      </p:sp>
      <p:sp>
        <p:nvSpPr>
          <p:cNvPr id="7" name="Subtitle 8">
            <a:extLst>
              <a:ext uri="{FF2B5EF4-FFF2-40B4-BE49-F238E27FC236}">
                <a16:creationId xmlns:a16="http://schemas.microsoft.com/office/drawing/2014/main" id="{A4620858-2872-44F6-B072-7E678A260322}"/>
              </a:ext>
            </a:extLst>
          </p:cNvPr>
          <p:cNvSpPr txBox="1">
            <a:spLocks/>
          </p:cNvSpPr>
          <p:nvPr userDrawn="1"/>
        </p:nvSpPr>
        <p:spPr>
          <a:xfrm>
            <a:off x="7295839" y="2132869"/>
            <a:ext cx="4663323" cy="4303496"/>
          </a:xfrm>
          <a:prstGeom prst="rect">
            <a:avLst/>
          </a:prstGeom>
        </p:spPr>
        <p:txBody>
          <a:bodyPr>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Arial" panose="020B0604020202020204" pitchFamily="34" charset="0"/>
                <a:ea typeface="+mn-ea"/>
                <a:cs typeface="Arial" panose="020B0604020202020204" pitchFamily="34" charset="0"/>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lnSpc>
                <a:spcPct val="100000"/>
              </a:lnSpc>
              <a:spcBef>
                <a:spcPts val="1800"/>
              </a:spcBef>
            </a:pPr>
            <a:endParaRPr lang="en-US" i="1" dirty="0">
              <a:solidFill>
                <a:schemeClr val="bg2">
                  <a:lumMod val="25000"/>
                </a:schemeClr>
              </a:solidFill>
              <a:latin typeface="Georgia" panose="02040502050405020303" pitchFamily="18" charset="0"/>
            </a:endParaRPr>
          </a:p>
        </p:txBody>
      </p:sp>
      <p:cxnSp>
        <p:nvCxnSpPr>
          <p:cNvPr id="11" name="Straight Connector 10">
            <a:extLst>
              <a:ext uri="{FF2B5EF4-FFF2-40B4-BE49-F238E27FC236}">
                <a16:creationId xmlns:a16="http://schemas.microsoft.com/office/drawing/2014/main" id="{BE0E510D-A28B-40D0-90A9-897A15E93F85}"/>
              </a:ext>
            </a:extLst>
          </p:cNvPr>
          <p:cNvCxnSpPr>
            <a:cxnSpLocks/>
          </p:cNvCxnSpPr>
          <p:nvPr userDrawn="1"/>
        </p:nvCxnSpPr>
        <p:spPr>
          <a:xfrm>
            <a:off x="7069545" y="2248302"/>
            <a:ext cx="0" cy="3133725"/>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Text Placeholder 3">
            <a:extLst>
              <a:ext uri="{FF2B5EF4-FFF2-40B4-BE49-F238E27FC236}">
                <a16:creationId xmlns:a16="http://schemas.microsoft.com/office/drawing/2014/main" id="{5B885EC5-B7E9-4FBB-A4AE-A260C8DCB031}"/>
              </a:ext>
            </a:extLst>
          </p:cNvPr>
          <p:cNvSpPr>
            <a:spLocks noGrp="1"/>
          </p:cNvSpPr>
          <p:nvPr>
            <p:ph type="body" sz="quarter" idx="11" hasCustomPrompt="1"/>
          </p:nvPr>
        </p:nvSpPr>
        <p:spPr>
          <a:xfrm>
            <a:off x="503238" y="2133600"/>
            <a:ext cx="6297612" cy="3079750"/>
          </a:xfrm>
        </p:spPr>
        <p:txBody>
          <a:bodyPr/>
          <a:lstStyle>
            <a:lvl1pPr marL="0" marR="0" indent="0" algn="r" defTabSz="914400" rtl="0" eaLnBrk="1" fontAlgn="auto" latinLnBrk="0" hangingPunct="1">
              <a:lnSpc>
                <a:spcPct val="100000"/>
              </a:lnSpc>
              <a:spcBef>
                <a:spcPts val="0"/>
              </a:spcBef>
              <a:spcAft>
                <a:spcPts val="0"/>
              </a:spcAft>
              <a:buClrTx/>
              <a:buSzPct val="25000"/>
              <a:buFontTx/>
              <a:buNone/>
              <a:tabLst/>
              <a:defRPr/>
            </a:lvl1pPr>
          </a:lstStyle>
          <a:p>
            <a:pPr marL="0" marR="0" lvl="0" indent="0" algn="r" defTabSz="914400" rtl="0" eaLnBrk="1" fontAlgn="auto" latinLnBrk="0" hangingPunct="1">
              <a:lnSpc>
                <a:spcPct val="100000"/>
              </a:lnSpc>
              <a:spcBef>
                <a:spcPts val="0"/>
              </a:spcBef>
              <a:spcAft>
                <a:spcPts val="0"/>
              </a:spcAft>
              <a:buClrTx/>
              <a:buSzPct val="25000"/>
              <a:buFontTx/>
              <a:buNone/>
              <a:tabLst/>
              <a:defRPr/>
            </a:pP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We have focused on </a:t>
            </a:r>
            <a:r>
              <a:rPr kumimoji="0" lang="en-GB" sz="2800" b="1"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preparing and empowering BDT staff</a:t>
            </a:r>
            <a:r>
              <a:rPr kumimoji="0" lang="en-GB" sz="2800" b="0" i="0" u="none" strike="noStrike" kern="1200" cap="none" spc="0" normalizeH="0" baseline="0" noProof="0" dirty="0">
                <a:ln>
                  <a:noFill/>
                </a:ln>
                <a:solidFill>
                  <a:prstClr val="black"/>
                </a:solidFill>
                <a:effectLst/>
                <a:uLnTx/>
                <a:uFillTx/>
                <a:latin typeface="Arial" panose="020B0604020202020204" pitchFamily="34" charset="0"/>
                <a:ea typeface="Roboto"/>
                <a:cs typeface="Arial" panose="020B0604020202020204" pitchFamily="34" charset="0"/>
                <a:sym typeface="Roboto"/>
              </a:rPr>
              <a:t> with the tools and resources to deliver value and impact, with performance management related objectives being adjusted accordingly</a:t>
            </a:r>
          </a:p>
          <a:p>
            <a:pPr lvl="0"/>
            <a:endParaRPr lang="en-US" dirty="0"/>
          </a:p>
        </p:txBody>
      </p:sp>
      <p:sp>
        <p:nvSpPr>
          <p:cNvPr id="12" name="Text Placeholder 11">
            <a:extLst>
              <a:ext uri="{FF2B5EF4-FFF2-40B4-BE49-F238E27FC236}">
                <a16:creationId xmlns:a16="http://schemas.microsoft.com/office/drawing/2014/main" id="{2EFC6EC8-B366-4C1C-9E18-04E70FF727B4}"/>
              </a:ext>
            </a:extLst>
          </p:cNvPr>
          <p:cNvSpPr>
            <a:spLocks noGrp="1"/>
          </p:cNvSpPr>
          <p:nvPr>
            <p:ph type="body" sz="quarter" idx="12" hasCustomPrompt="1"/>
          </p:nvPr>
        </p:nvSpPr>
        <p:spPr>
          <a:xfrm>
            <a:off x="7296150" y="2133600"/>
            <a:ext cx="4683125" cy="3856038"/>
          </a:xfrm>
        </p:spPr>
        <p:txBody>
          <a:bodyPr/>
          <a:lstStyle>
            <a:lvl1pPr marL="0" marR="0" indent="0" algn="l" defTabSz="914400" rtl="0" eaLnBrk="1" fontAlgn="auto" latinLnBrk="0" hangingPunct="1">
              <a:lnSpc>
                <a:spcPct val="100000"/>
              </a:lnSpc>
              <a:spcBef>
                <a:spcPts val="1800"/>
              </a:spcBef>
              <a:spcAft>
                <a:spcPts val="0"/>
              </a:spcAft>
              <a:buClrTx/>
              <a:buSzTx/>
              <a:buFontTx/>
              <a:buNone/>
              <a:tabLst/>
              <a:defRPr sz="2400">
                <a:solidFill>
                  <a:schemeClr val="bg2">
                    <a:lumMod val="25000"/>
                  </a:schemeClr>
                </a:solidFill>
              </a:defRPr>
            </a:lvl1pPr>
          </a:lstStyle>
          <a:p>
            <a:pPr algn="l">
              <a:lnSpc>
                <a:spcPct val="100000"/>
              </a:lnSpc>
              <a:spcBef>
                <a:spcPts val="1800"/>
              </a:spcBef>
            </a:pPr>
            <a:r>
              <a:rPr lang="en-GB" i="1" dirty="0">
                <a:solidFill>
                  <a:schemeClr val="bg2">
                    <a:lumMod val="25000"/>
                  </a:schemeClr>
                </a:solidFill>
                <a:latin typeface="Georgia" panose="02040502050405020303" pitchFamily="18" charset="0"/>
              </a:rPr>
              <a:t>Multiple RBM workshops for</a:t>
            </a:r>
            <a:br>
              <a:rPr lang="en-GB" i="1" dirty="0">
                <a:solidFill>
                  <a:schemeClr val="bg2">
                    <a:lumMod val="25000"/>
                  </a:schemeClr>
                </a:solidFill>
                <a:latin typeface="Georgia" panose="02040502050405020303" pitchFamily="18" charset="0"/>
              </a:rPr>
            </a:br>
            <a:r>
              <a:rPr lang="en-GB" i="1" dirty="0">
                <a:solidFill>
                  <a:schemeClr val="bg2">
                    <a:lumMod val="25000"/>
                  </a:schemeClr>
                </a:solidFill>
                <a:latin typeface="Georgia" panose="02040502050405020303" pitchFamily="18" charset="0"/>
              </a:rPr>
              <a:t>all HQ-based teams and Regional Offices </a:t>
            </a:r>
          </a:p>
          <a:p>
            <a:pPr algn="l">
              <a:lnSpc>
                <a:spcPct val="100000"/>
              </a:lnSpc>
              <a:spcBef>
                <a:spcPts val="1800"/>
              </a:spcBef>
            </a:pPr>
            <a:r>
              <a:rPr lang="en-GB" i="1" dirty="0">
                <a:solidFill>
                  <a:schemeClr val="bg2">
                    <a:lumMod val="25000"/>
                  </a:schemeClr>
                </a:solidFill>
                <a:latin typeface="Georgia" panose="02040502050405020303" pitchFamily="18" charset="0"/>
              </a:rPr>
              <a:t>Project Management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Communication for Development training</a:t>
            </a:r>
          </a:p>
          <a:p>
            <a:pPr algn="l">
              <a:lnSpc>
                <a:spcPct val="100000"/>
              </a:lnSpc>
              <a:spcBef>
                <a:spcPts val="1800"/>
              </a:spcBef>
            </a:pPr>
            <a:r>
              <a:rPr lang="en-GB" i="1" dirty="0">
                <a:solidFill>
                  <a:schemeClr val="bg2">
                    <a:lumMod val="25000"/>
                  </a:schemeClr>
                </a:solidFill>
                <a:latin typeface="Georgia" panose="02040502050405020303" pitchFamily="18" charset="0"/>
              </a:rPr>
              <a:t>Procurement training</a:t>
            </a:r>
            <a:endParaRPr lang="en-US" i="1" dirty="0">
              <a:solidFill>
                <a:schemeClr val="bg2">
                  <a:lumMod val="25000"/>
                </a:schemeClr>
              </a:solidFill>
              <a:latin typeface="Georgia" panose="02040502050405020303" pitchFamily="18" charset="0"/>
            </a:endParaRPr>
          </a:p>
          <a:p>
            <a:pPr lvl="0"/>
            <a:endParaRPr lang="en-US" dirty="0"/>
          </a:p>
        </p:txBody>
      </p:sp>
    </p:spTree>
    <p:extLst>
      <p:ext uri="{BB962C8B-B14F-4D97-AF65-F5344CB8AC3E}">
        <p14:creationId xmlns:p14="http://schemas.microsoft.com/office/powerpoint/2010/main" val="34633762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Quote with big quote marks">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336800"/>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Tree>
    <p:extLst>
      <p:ext uri="{BB962C8B-B14F-4D97-AF65-F5344CB8AC3E}">
        <p14:creationId xmlns:p14="http://schemas.microsoft.com/office/powerpoint/2010/main" val="1987959152"/>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Quote with photo">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31A647C-A7BD-47C9-962C-55289EF4CD84}"/>
              </a:ext>
            </a:extLst>
          </p:cNvPr>
          <p:cNvSpPr>
            <a:spLocks noGrp="1"/>
          </p:cNvSpPr>
          <p:nvPr>
            <p:ph idx="1" hasCustomPrompt="1"/>
          </p:nvPr>
        </p:nvSpPr>
        <p:spPr>
          <a:xfrm>
            <a:off x="1520946" y="2658534"/>
            <a:ext cx="9150108" cy="3764076"/>
          </a:xfrm>
        </p:spPr>
        <p:txBody>
          <a:bodyPr numCol="1" spcCol="274320">
            <a:noAutofit/>
          </a:bodyPr>
          <a:lstStyle>
            <a:lvl1pPr marL="91440" indent="0">
              <a:lnSpc>
                <a:spcPct val="100000"/>
              </a:lnSpc>
              <a:buClr>
                <a:srgbClr val="009CD6"/>
              </a:buClr>
              <a:buFontTx/>
              <a:buNone/>
              <a:defRPr sz="3200" i="1" spc="20">
                <a:latin typeface="Georgia" panose="02040502050405020303" pitchFamily="18" charset="0"/>
              </a:defRPr>
            </a:lvl1pPr>
            <a:lvl2pPr marL="548640" indent="0">
              <a:lnSpc>
                <a:spcPts val="2400"/>
              </a:lnSpc>
              <a:buClr>
                <a:srgbClr val="009CD6"/>
              </a:buClr>
              <a:buFontTx/>
              <a:buNone/>
              <a:defRPr sz="1800" spc="20"/>
            </a:lvl2pPr>
            <a:lvl3pPr marL="1005840" indent="0">
              <a:lnSpc>
                <a:spcPts val="2400"/>
              </a:lnSpc>
              <a:buClr>
                <a:srgbClr val="009CD6"/>
              </a:buClr>
              <a:buFontTx/>
              <a:buNone/>
              <a:defRPr sz="1800" spc="20"/>
            </a:lvl3pPr>
            <a:lvl4pPr marL="1463040" indent="0">
              <a:lnSpc>
                <a:spcPts val="2400"/>
              </a:lnSpc>
              <a:buClr>
                <a:srgbClr val="009CD6"/>
              </a:buClr>
              <a:buFontTx/>
              <a:buNone/>
              <a:defRPr sz="1800" spc="20"/>
            </a:lvl4pPr>
            <a:lvl5pPr>
              <a:buClr>
                <a:srgbClr val="5B9BD5"/>
              </a:buCl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Aenean </a:t>
            </a:r>
            <a:r>
              <a:rPr lang="en-US" dirty="0" err="1"/>
              <a:t>commodo</a:t>
            </a:r>
            <a:r>
              <a:rPr lang="en-US" dirty="0"/>
              <a:t> ligula </a:t>
            </a:r>
            <a:r>
              <a:rPr lang="en-US" dirty="0" err="1"/>
              <a:t>eget</a:t>
            </a:r>
            <a:r>
              <a:rPr lang="en-US" dirty="0"/>
              <a:t> dolor. Aenean </a:t>
            </a:r>
            <a:r>
              <a:rPr lang="en-US" dirty="0" err="1"/>
              <a:t>massa</a:t>
            </a:r>
            <a:r>
              <a:rPr lang="en-US" dirty="0"/>
              <a:t>. Cum sociis </a:t>
            </a:r>
            <a:r>
              <a:rPr lang="en-US" dirty="0" err="1"/>
              <a:t>natoque</a:t>
            </a:r>
            <a:r>
              <a:rPr lang="en-US" dirty="0"/>
              <a:t> </a:t>
            </a:r>
            <a:r>
              <a:rPr lang="en-US" dirty="0" err="1"/>
              <a:t>penatibus</a:t>
            </a:r>
            <a:r>
              <a:rPr lang="en-US" dirty="0"/>
              <a:t> et </a:t>
            </a:r>
            <a:r>
              <a:rPr lang="en-US" dirty="0" err="1"/>
              <a:t>magnis</a:t>
            </a:r>
            <a:r>
              <a:rPr lang="en-US" dirty="0"/>
              <a:t> dis parturient </a:t>
            </a:r>
            <a:r>
              <a:rPr lang="en-US" dirty="0" err="1"/>
              <a:t>montes</a:t>
            </a:r>
            <a:r>
              <a:rPr lang="en-US" dirty="0"/>
              <a:t>, </a:t>
            </a:r>
            <a:r>
              <a:rPr lang="en-US" dirty="0" err="1"/>
              <a:t>nascetur</a:t>
            </a:r>
            <a:r>
              <a:rPr lang="en-US" dirty="0"/>
              <a:t> </a:t>
            </a:r>
            <a:r>
              <a:rPr lang="en-US" dirty="0" err="1"/>
              <a:t>ridiculus</a:t>
            </a:r>
            <a:r>
              <a:rPr lang="en-US" dirty="0"/>
              <a:t> mus.” </a:t>
            </a:r>
          </a:p>
        </p:txBody>
      </p:sp>
      <p:cxnSp>
        <p:nvCxnSpPr>
          <p:cNvPr id="9" name="Straight Connector 8">
            <a:extLst>
              <a:ext uri="{FF2B5EF4-FFF2-40B4-BE49-F238E27FC236}">
                <a16:creationId xmlns:a16="http://schemas.microsoft.com/office/drawing/2014/main" id="{1D7316B5-C57D-4BFE-9E05-E402A449FF88}"/>
              </a:ext>
            </a:extLst>
          </p:cNvPr>
          <p:cNvCxnSpPr/>
          <p:nvPr userDrawn="1"/>
        </p:nvCxnSpPr>
        <p:spPr>
          <a:xfrm>
            <a:off x="614785"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10" name="Text Placeholder 3">
            <a:extLst>
              <a:ext uri="{FF2B5EF4-FFF2-40B4-BE49-F238E27FC236}">
                <a16:creationId xmlns:a16="http://schemas.microsoft.com/office/drawing/2014/main" id="{B8F92057-32FC-4FC9-AF35-02473A8E4978}"/>
              </a:ext>
            </a:extLst>
          </p:cNvPr>
          <p:cNvSpPr>
            <a:spLocks noGrp="1"/>
          </p:cNvSpPr>
          <p:nvPr>
            <p:ph type="body" sz="quarter" idx="10" hasCustomPrompt="1"/>
          </p:nvPr>
        </p:nvSpPr>
        <p:spPr>
          <a:xfrm>
            <a:off x="614785" y="313371"/>
            <a:ext cx="4554538" cy="308803"/>
          </a:xfrm>
        </p:spPr>
        <p:txBody>
          <a:bodyPr anchor="ctr"/>
          <a:lstStyle>
            <a:lvl1pPr marL="91440" indent="0" algn="l">
              <a:buNone/>
              <a:defRPr sz="1600">
                <a:solidFill>
                  <a:schemeClr val="accent2"/>
                </a:solidFill>
              </a:defRPr>
            </a:lvl1pPr>
          </a:lstStyle>
          <a:p>
            <a:pPr lvl="0"/>
            <a:r>
              <a:rPr lang="en-US" dirty="0"/>
              <a:t>Click to edit section name</a:t>
            </a:r>
          </a:p>
        </p:txBody>
      </p:sp>
      <p:sp>
        <p:nvSpPr>
          <p:cNvPr id="6" name="Picture Placeholder 5">
            <a:extLst>
              <a:ext uri="{FF2B5EF4-FFF2-40B4-BE49-F238E27FC236}">
                <a16:creationId xmlns:a16="http://schemas.microsoft.com/office/drawing/2014/main" id="{BE0DB947-B9BF-4F5D-BCB3-A4E551A7C958}"/>
              </a:ext>
            </a:extLst>
          </p:cNvPr>
          <p:cNvSpPr>
            <a:spLocks noGrp="1"/>
          </p:cNvSpPr>
          <p:nvPr>
            <p:ph type="pic" sz="quarter" idx="11" hasCustomPrompt="1"/>
          </p:nvPr>
        </p:nvSpPr>
        <p:spPr>
          <a:xfrm>
            <a:off x="5473700" y="1215232"/>
            <a:ext cx="1244600" cy="1244600"/>
          </a:xfrm>
          <a:prstGeom prst="flowChartConnector">
            <a:avLst/>
          </a:prstGeom>
          <a:solidFill>
            <a:schemeClr val="bg1">
              <a:lumMod val="85000"/>
            </a:schemeClr>
          </a:solidFill>
        </p:spPr>
        <p:txBody>
          <a:bodyPr anchor="ctr"/>
          <a:lstStyle>
            <a:lvl1pPr>
              <a:defRPr sz="1400" b="0"/>
            </a:lvl1pPr>
          </a:lstStyle>
          <a:p>
            <a:r>
              <a:rPr lang="en-US" dirty="0"/>
              <a:t>Insert</a:t>
            </a:r>
            <a:br>
              <a:rPr lang="en-US" dirty="0"/>
            </a:br>
            <a:r>
              <a:rPr lang="en-US" dirty="0"/>
              <a:t>Photo</a:t>
            </a:r>
          </a:p>
        </p:txBody>
      </p:sp>
    </p:spTree>
    <p:extLst>
      <p:ext uri="{BB962C8B-B14F-4D97-AF65-F5344CB8AC3E}">
        <p14:creationId xmlns:p14="http://schemas.microsoft.com/office/powerpoint/2010/main" val="106831931"/>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Title + large image (light blue bg) 2">
    <p:spTree>
      <p:nvGrpSpPr>
        <p:cNvPr id="1" name=""/>
        <p:cNvGrpSpPr/>
        <p:nvPr/>
      </p:nvGrpSpPr>
      <p:grpSpPr>
        <a:xfrm>
          <a:off x="0" y="0"/>
          <a:ext cx="0" cy="0"/>
          <a:chOff x="0" y="0"/>
          <a:chExt cx="0" cy="0"/>
        </a:xfrm>
      </p:grpSpPr>
      <p:sp>
        <p:nvSpPr>
          <p:cNvPr id="14" name="Picture Placeholder 2">
            <a:extLst>
              <a:ext uri="{FF2B5EF4-FFF2-40B4-BE49-F238E27FC236}">
                <a16:creationId xmlns:a16="http://schemas.microsoft.com/office/drawing/2014/main" id="{5ED55E9E-BFC6-411F-90A8-B7CC917CD1B5}"/>
              </a:ext>
            </a:extLst>
          </p:cNvPr>
          <p:cNvSpPr>
            <a:spLocks noGrp="1"/>
          </p:cNvSpPr>
          <p:nvPr>
            <p:ph type="pic" idx="1" hasCustomPrompt="1"/>
          </p:nvPr>
        </p:nvSpPr>
        <p:spPr>
          <a:xfrm>
            <a:off x="698526" y="1881427"/>
            <a:ext cx="10976290" cy="3985973"/>
          </a:xfrm>
        </p:spPr>
        <p:txBody>
          <a:bodyPr anchor="ctr">
            <a:normAutofit/>
          </a:bodyPr>
          <a:lstStyle>
            <a:lvl1pPr marL="0" indent="0" algn="ctr">
              <a:buNone/>
              <a:defRPr sz="4000" i="1">
                <a:solidFill>
                  <a:schemeClr val="bg1">
                    <a:lumMod val="75000"/>
                  </a:schemeClr>
                </a:solidFill>
                <a:latin typeface="Arial" panose="020B0604020202020204" pitchFamily="34" charset="0"/>
                <a:cs typeface="Arial" panose="020B060402020202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dirty="0"/>
              <a:t>Insert image here</a:t>
            </a:r>
          </a:p>
        </p:txBody>
      </p:sp>
      <p:cxnSp>
        <p:nvCxnSpPr>
          <p:cNvPr id="6" name="Straight Connector 5">
            <a:extLst>
              <a:ext uri="{FF2B5EF4-FFF2-40B4-BE49-F238E27FC236}">
                <a16:creationId xmlns:a16="http://schemas.microsoft.com/office/drawing/2014/main" id="{E7FA0E66-7846-4BCB-AE09-F966602C759F}"/>
              </a:ext>
            </a:extLst>
          </p:cNvPr>
          <p:cNvCxnSpPr/>
          <p:nvPr userDrawn="1"/>
        </p:nvCxnSpPr>
        <p:spPr>
          <a:xfrm>
            <a:off x="607468" y="280669"/>
            <a:ext cx="0" cy="374209"/>
          </a:xfrm>
          <a:prstGeom prst="line">
            <a:avLst/>
          </a:prstGeom>
          <a:ln w="25400">
            <a:solidFill>
              <a:srgbClr val="00A3E0"/>
            </a:solidFill>
          </a:ln>
        </p:spPr>
        <p:style>
          <a:lnRef idx="1">
            <a:schemeClr val="accent1"/>
          </a:lnRef>
          <a:fillRef idx="0">
            <a:schemeClr val="accent1"/>
          </a:fillRef>
          <a:effectRef idx="0">
            <a:schemeClr val="accent1"/>
          </a:effectRef>
          <a:fontRef idx="minor">
            <a:schemeClr val="tx1"/>
          </a:fontRef>
        </p:style>
      </p:cxnSp>
      <p:sp>
        <p:nvSpPr>
          <p:cNvPr id="9" name="Text Placeholder 3">
            <a:extLst>
              <a:ext uri="{FF2B5EF4-FFF2-40B4-BE49-F238E27FC236}">
                <a16:creationId xmlns:a16="http://schemas.microsoft.com/office/drawing/2014/main" id="{CF0B2556-6FCF-4306-988D-12A70352A48D}"/>
              </a:ext>
            </a:extLst>
          </p:cNvPr>
          <p:cNvSpPr>
            <a:spLocks noGrp="1"/>
          </p:cNvSpPr>
          <p:nvPr>
            <p:ph type="body" sz="quarter" idx="10"/>
          </p:nvPr>
        </p:nvSpPr>
        <p:spPr>
          <a:xfrm>
            <a:off x="607468" y="313371"/>
            <a:ext cx="4554538" cy="308803"/>
          </a:xfrm>
        </p:spPr>
        <p:txBody>
          <a:bodyPr anchor="ctr"/>
          <a:lstStyle>
            <a:lvl1pPr marL="91440" indent="0">
              <a:buNone/>
              <a:defRPr sz="1600">
                <a:solidFill>
                  <a:schemeClr val="accent2"/>
                </a:solidFill>
              </a:defRPr>
            </a:lvl1pPr>
          </a:lstStyle>
          <a:p>
            <a:pPr lvl="0"/>
            <a:r>
              <a:rPr lang="en-US" dirty="0"/>
              <a:t>Click to edit Master text styles</a:t>
            </a:r>
          </a:p>
        </p:txBody>
      </p:sp>
      <p:sp>
        <p:nvSpPr>
          <p:cNvPr id="10" name="Title Placeholder 1">
            <a:extLst>
              <a:ext uri="{FF2B5EF4-FFF2-40B4-BE49-F238E27FC236}">
                <a16:creationId xmlns:a16="http://schemas.microsoft.com/office/drawing/2014/main" id="{B0DA0626-8521-4B9A-A854-E817A6A1230B}"/>
              </a:ext>
            </a:extLst>
          </p:cNvPr>
          <p:cNvSpPr>
            <a:spLocks noGrp="1"/>
          </p:cNvSpPr>
          <p:nvPr>
            <p:ph type="title"/>
          </p:nvPr>
        </p:nvSpPr>
        <p:spPr>
          <a:xfrm>
            <a:off x="688392" y="1231105"/>
            <a:ext cx="10515600" cy="568434"/>
          </a:xfrm>
          <a:prstGeom prst="rect">
            <a:avLst/>
          </a:prstGeom>
        </p:spPr>
        <p:txBody>
          <a:bodyPr vert="horz" lIns="91440" tIns="45720" rIns="91440" bIns="45720" rtlCol="0" anchor="t">
            <a:noAutofit/>
          </a:bodyPr>
          <a:lstStyle/>
          <a:p>
            <a:r>
              <a:rPr lang="en-US" dirty="0"/>
              <a:t>Click to edit Master title style</a:t>
            </a:r>
          </a:p>
        </p:txBody>
      </p:sp>
    </p:spTree>
    <p:extLst>
      <p:ext uri="{BB962C8B-B14F-4D97-AF65-F5344CB8AC3E}">
        <p14:creationId xmlns:p14="http://schemas.microsoft.com/office/powerpoint/2010/main" val="2362081594"/>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light blu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55F4467-8115-4C34-B39A-8E571F625EA9}"/>
              </a:ext>
            </a:extLst>
          </p:cNvPr>
          <p:cNvSpPr/>
          <p:nvPr userDrawn="1"/>
        </p:nvSpPr>
        <p:spPr>
          <a:xfrm>
            <a:off x="-30161" y="0"/>
            <a:ext cx="12222161" cy="6858000"/>
          </a:xfrm>
          <a:prstGeom prst="rect">
            <a:avLst/>
          </a:prstGeom>
          <a:solidFill>
            <a:srgbClr val="F5FAF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t> </a:t>
            </a:r>
          </a:p>
        </p:txBody>
      </p:sp>
    </p:spTree>
    <p:extLst>
      <p:ext uri="{BB962C8B-B14F-4D97-AF65-F5344CB8AC3E}">
        <p14:creationId xmlns:p14="http://schemas.microsoft.com/office/powerpoint/2010/main" val="3067180665"/>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blank">
  <p:cSld name="Blank (white bg) ">
    <p:bg>
      <p:bgPr>
        <a:solidFill>
          <a:schemeClr val="bg1"/>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336622E0-A137-429D-BE75-779E322CE694}"/>
              </a:ext>
            </a:extLst>
          </p:cNvPr>
          <p:cNvSpPr/>
          <p:nvPr userDrawn="1"/>
        </p:nvSpPr>
        <p:spPr>
          <a:xfrm>
            <a:off x="-30161" y="0"/>
            <a:ext cx="12222161"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Avenir Next LT Pro" panose="020B0504020202020204" pitchFamily="34" charset="0"/>
              </a:rPr>
              <a:t> </a:t>
            </a:r>
          </a:p>
        </p:txBody>
      </p:sp>
    </p:spTree>
    <p:extLst>
      <p:ext uri="{BB962C8B-B14F-4D97-AF65-F5344CB8AC3E}">
        <p14:creationId xmlns:p14="http://schemas.microsoft.com/office/powerpoint/2010/main" val="105035650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slideLayout" Target="../slideLayouts/slideLayout22.xml"/><Relationship Id="rId3"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slideLayout" Target="../slideLayouts/slideLayout24.xml"/><Relationship Id="rId3" Type="http://schemas.openxmlformats.org/officeDocument/2006/relationships/slideLayout" Target="../slideLayouts/slideLayout25.xml"/><Relationship Id="rId4" Type="http://schemas.openxmlformats.org/officeDocument/2006/relationships/theme" Target="../theme/theme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8" name="TextBox 7">
            <a:extLst>
              <a:ext uri="{FF2B5EF4-FFF2-40B4-BE49-F238E27FC236}">
                <a16:creationId xmlns:a16="http://schemas.microsoft.com/office/drawing/2014/main" id="{69A5A063-7EAA-4705-81BD-73270FF5BA28}"/>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F4ED357C-3FA0-42D4-850C-879BB0BE1875}"/>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3452108936"/>
      </p:ext>
    </p:extLst>
  </p:cSld>
  <p:clrMap bg1="lt1" tx1="dk1" bg2="lt2" tx2="dk2" accent1="accent1" accent2="accent2" accent3="accent3" accent4="accent4" accent5="accent5" accent6="accent6" hlink="hlink" folHlink="folHlink"/>
  <p:sldLayoutIdLst>
    <p:sldLayoutId id="2147483656" r:id="rId1"/>
    <p:sldLayoutId id="2147483653" r:id="rId2"/>
    <p:sldLayoutId id="2147483652" r:id="rId3"/>
    <p:sldLayoutId id="2147483675" r:id="rId4"/>
    <p:sldLayoutId id="2147483676" r:id="rId5"/>
    <p:sldLayoutId id="2147483674" r:id="rId6"/>
    <p:sldLayoutId id="2147483672" r:id="rId7"/>
    <p:sldLayoutId id="2147483657" r:id="rId8"/>
    <p:sldLayoutId id="2147483717" r:id="rId9"/>
    <p:sldLayoutId id="2147483718" r:id="rId10"/>
    <p:sldLayoutId id="2147483719" r:id="rId11"/>
    <p:sldLayoutId id="2147483670" r:id="rId12"/>
    <p:sldLayoutId id="2147483660" r:id="rId13"/>
    <p:sldLayoutId id="2147483687" r:id="rId14"/>
    <p:sldLayoutId id="2147483707" r:id="rId15"/>
    <p:sldLayoutId id="2147483712" r:id="rId16"/>
    <p:sldLayoutId id="2147483721" r:id="rId17"/>
  </p:sldLayoutIdLst>
  <p:hf hdr="0" ftr="0" dt="0"/>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ts val="2200"/>
        </a:lnSpc>
        <a:spcBef>
          <a:spcPts val="10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ts val="2200"/>
        </a:lnSpc>
        <a:spcBef>
          <a:spcPts val="500"/>
        </a:spcBef>
        <a:buClr>
          <a:srgbClr val="009CD6"/>
        </a:buClr>
        <a:buSzPct val="110000"/>
        <a:buFont typeface="Arial" panose="020B0604020202020204" pitchFamily="34" charset="0"/>
        <a:buChar char="•"/>
        <a:defRPr sz="1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6C4518C-C369-4BCE-93F6-ACF7A0A4563A}"/>
              </a:ext>
            </a:extLst>
          </p:cNvPr>
          <p:cNvSpPr>
            <a:spLocks noGrp="1"/>
          </p:cNvSpPr>
          <p:nvPr>
            <p:ph type="title"/>
          </p:nvPr>
        </p:nvSpPr>
        <p:spPr>
          <a:xfrm>
            <a:off x="688392"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lvl="0"/>
            <a:r>
              <a:rPr lang="en-US" dirty="0"/>
              <a:t>Second level</a:t>
            </a:r>
          </a:p>
          <a:p>
            <a:pPr lvl="1"/>
            <a:r>
              <a:rPr lang="en-US" dirty="0"/>
              <a:t>Third level</a:t>
            </a:r>
          </a:p>
          <a:p>
            <a:pPr lvl="2"/>
            <a:r>
              <a:rPr lang="en-US" dirty="0"/>
              <a:t>Fourth level</a:t>
            </a:r>
          </a:p>
          <a:p>
            <a:pPr lvl="3"/>
            <a:r>
              <a:rPr lang="en-US" dirty="0"/>
              <a:t>Fifth level</a:t>
            </a:r>
          </a:p>
        </p:txBody>
      </p:sp>
      <p:sp>
        <p:nvSpPr>
          <p:cNvPr id="6" name="TextBox 5">
            <a:extLst>
              <a:ext uri="{FF2B5EF4-FFF2-40B4-BE49-F238E27FC236}">
                <a16:creationId xmlns:a16="http://schemas.microsoft.com/office/drawing/2014/main" id="{693ABCAB-1B02-4C7B-89B1-A5BB0E479D06}"/>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7" name="TextBox 6">
            <a:extLst>
              <a:ext uri="{FF2B5EF4-FFF2-40B4-BE49-F238E27FC236}">
                <a16:creationId xmlns:a16="http://schemas.microsoft.com/office/drawing/2014/main" id="{77662A7B-D8AC-460A-9C3E-1872390023D8}"/>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497039940"/>
      </p:ext>
    </p:extLst>
  </p:cSld>
  <p:clrMap bg1="lt1" tx1="dk1" bg2="lt2" tx2="dk2" accent1="accent1" accent2="accent2" accent3="accent3" accent4="accent4" accent5="accent5" accent6="accent6" hlink="hlink" folHlink="folHlink"/>
  <p:sldLayoutIdLst>
    <p:sldLayoutId id="2147483710" r:id="rId1"/>
    <p:sldLayoutId id="2147483716" r:id="rId2"/>
    <p:sldLayoutId id="2147483711" r:id="rId3"/>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228600" indent="-137160" algn="l" defTabSz="914400" rtl="0" eaLnBrk="1" latinLnBrk="0" hangingPunct="1">
        <a:lnSpc>
          <a:spcPct val="100000"/>
        </a:lnSpc>
        <a:spcBef>
          <a:spcPts val="10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1pPr>
      <a:lvl2pPr marL="6858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a:solidFill>
            <a:schemeClr val="tx1"/>
          </a:solidFill>
          <a:latin typeface="Arial" panose="020B0604020202020204" pitchFamily="34" charset="0"/>
          <a:ea typeface="+mn-ea"/>
          <a:cs typeface="Arial" panose="020B0604020202020204" pitchFamily="34" charset="0"/>
        </a:defRPr>
      </a:lvl2pPr>
      <a:lvl3pPr marL="11430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3pPr>
      <a:lvl4pPr marL="1600200" indent="-137160" algn="l" defTabSz="914400" rtl="0" eaLnBrk="1" latinLnBrk="0" hangingPunct="1">
        <a:lnSpc>
          <a:spcPct val="100000"/>
        </a:lnSpc>
        <a:spcBef>
          <a:spcPts val="500"/>
        </a:spcBef>
        <a:buClr>
          <a:srgbClr val="009CD6"/>
        </a:buClr>
        <a:buSzPct val="110000"/>
        <a:buFont typeface="Arial" panose="020B0604020202020204" pitchFamily="34" charset="0"/>
        <a:buChar char="•"/>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6328A0EE-5A32-42C1-8C1D-EA2BEF099C17}"/>
              </a:ext>
            </a:extLst>
          </p:cNvPr>
          <p:cNvSpPr>
            <a:spLocks noGrp="1"/>
          </p:cNvSpPr>
          <p:nvPr>
            <p:ph type="body" idx="1"/>
          </p:nvPr>
        </p:nvSpPr>
        <p:spPr>
          <a:xfrm>
            <a:off x="1816313" y="2209801"/>
            <a:ext cx="8559373" cy="3793066"/>
          </a:xfrm>
          <a:prstGeom prst="rect">
            <a:avLst/>
          </a:prstGeom>
        </p:spPr>
        <p:txBody>
          <a:bodyPr vert="horz" lIns="91440" tIns="45720" rIns="91440" bIns="45720" rtlCol="0">
            <a:noAutofit/>
          </a:bodyPr>
          <a:lstStyle/>
          <a:p>
            <a:pPr algn="ctr"/>
            <a:r>
              <a:rPr lang="en-US" sz="2800" i="1" dirty="0">
                <a:latin typeface="Georgia" panose="02040502050405020303" pitchFamily="18" charset="0"/>
              </a:rPr>
              <a:t>We grew up with the internet. </a:t>
            </a:r>
            <a:br>
              <a:rPr lang="en-US" sz="2800" i="1" dirty="0">
                <a:latin typeface="Georgia" panose="02040502050405020303" pitchFamily="18" charset="0"/>
              </a:rPr>
            </a:br>
            <a:r>
              <a:rPr lang="en-US" sz="2800" i="1" dirty="0">
                <a:latin typeface="Georgia" panose="02040502050405020303" pitchFamily="18" charset="0"/>
              </a:rPr>
              <a:t>I mean, the internet has always been here with us. The grown-ups are like ‘Wow the internet appeared’, while it is perfectly normal for us.” </a:t>
            </a:r>
          </a:p>
        </p:txBody>
      </p:sp>
      <p:sp>
        <p:nvSpPr>
          <p:cNvPr id="8" name="TextBox 7">
            <a:extLst>
              <a:ext uri="{FF2B5EF4-FFF2-40B4-BE49-F238E27FC236}">
                <a16:creationId xmlns:a16="http://schemas.microsoft.com/office/drawing/2014/main" id="{43FB8933-3AE5-487A-8B03-0B68C8923CB0}"/>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9" name="TextBox 8">
            <a:extLst>
              <a:ext uri="{FF2B5EF4-FFF2-40B4-BE49-F238E27FC236}">
                <a16:creationId xmlns:a16="http://schemas.microsoft.com/office/drawing/2014/main" id="{CD9BF5BD-2163-4157-A2AF-C24DDF31C8DA}"/>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57613210"/>
      </p:ext>
    </p:extLst>
  </p:cSld>
  <p:clrMap bg1="lt1" tx1="dk1" bg2="lt2" tx2="dk2" accent1="accent1" accent2="accent2" accent3="accent3" accent4="accent4" accent5="accent5" accent6="accent6" hlink="hlink" folHlink="folHlink"/>
  <p:sldLayoutIdLst>
    <p:sldLayoutId id="2147483714" r:id="rId1"/>
    <p:sldLayoutId id="2147483715" r:id="rId2"/>
  </p:sldLayoutIdLst>
  <p:txStyles>
    <p:titleStyle>
      <a:lvl1pPr algn="l" defTabSz="914400" rtl="0" eaLnBrk="1" latinLnBrk="0" hangingPunct="1">
        <a:lnSpc>
          <a:spcPct val="90000"/>
        </a:lnSpc>
        <a:spcBef>
          <a:spcPct val="0"/>
        </a:spcBef>
        <a:buNone/>
        <a:defRPr sz="2800" b="1" kern="1200">
          <a:solidFill>
            <a:schemeClr val="tx1"/>
          </a:solidFill>
          <a:latin typeface="Arial" panose="020B0604020202020204" pitchFamily="34" charset="0"/>
          <a:ea typeface="+mj-ea"/>
          <a:cs typeface="Arial" panose="020B0604020202020204" pitchFamily="34" charset="0"/>
        </a:defRPr>
      </a:lvl1pPr>
    </p:titleStyle>
    <p:bodyStyle>
      <a:lvl1pPr marL="91440" indent="0" algn="ctr" defTabSz="914400" rtl="0" eaLnBrk="1" latinLnBrk="0" hangingPunct="1">
        <a:lnSpc>
          <a:spcPct val="100000"/>
        </a:lnSpc>
        <a:spcBef>
          <a:spcPts val="1000"/>
        </a:spcBef>
        <a:buClr>
          <a:srgbClr val="009CD6"/>
        </a:buClr>
        <a:buSzPct val="110000"/>
        <a:buFontTx/>
        <a:buNone/>
        <a:defRPr sz="3600" kern="1200" spc="0">
          <a:solidFill>
            <a:schemeClr val="tx1"/>
          </a:solidFill>
          <a:latin typeface="Arial" panose="020B0604020202020204" pitchFamily="34" charset="0"/>
          <a:ea typeface="+mn-ea"/>
          <a:cs typeface="Arial" panose="020B0604020202020204" pitchFamily="34" charset="0"/>
        </a:defRPr>
      </a:lvl1pPr>
      <a:lvl2pPr marL="548640" indent="0" algn="l" defTabSz="914400" rtl="0" eaLnBrk="1" latinLnBrk="0" hangingPunct="1">
        <a:lnSpc>
          <a:spcPct val="100000"/>
        </a:lnSpc>
        <a:spcBef>
          <a:spcPts val="500"/>
        </a:spcBef>
        <a:buClr>
          <a:srgbClr val="009CD6"/>
        </a:buClr>
        <a:buSzPct val="110000"/>
        <a:buFontTx/>
        <a:buNone/>
        <a:defRPr sz="2800" kern="1200" spc="0">
          <a:solidFill>
            <a:schemeClr val="tx1"/>
          </a:solidFill>
          <a:latin typeface="Arial" panose="020B0604020202020204" pitchFamily="34" charset="0"/>
          <a:ea typeface="+mn-ea"/>
          <a:cs typeface="Arial" panose="020B0604020202020204" pitchFamily="34" charset="0"/>
        </a:defRPr>
      </a:lvl2pPr>
      <a:lvl3pPr marL="10058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3pPr>
      <a:lvl4pPr marL="1463040" indent="0" algn="l" defTabSz="914400" rtl="0" eaLnBrk="1" latinLnBrk="0" hangingPunct="1">
        <a:lnSpc>
          <a:spcPct val="100000"/>
        </a:lnSpc>
        <a:spcBef>
          <a:spcPts val="500"/>
        </a:spcBef>
        <a:buClr>
          <a:srgbClr val="009CD6"/>
        </a:buClr>
        <a:buSzPct val="110000"/>
        <a:buFontTx/>
        <a:buNone/>
        <a:defRPr sz="2800" kern="1200" spc="0" baseline="0">
          <a:solidFill>
            <a:schemeClr val="tx1"/>
          </a:solidFill>
          <a:latin typeface="Arial" panose="020B0604020202020204" pitchFamily="34" charset="0"/>
          <a:ea typeface="+mn-ea"/>
          <a:cs typeface="Arial" panose="020B0604020202020204" pitchFamily="34" charset="0"/>
        </a:defRPr>
      </a:lvl4pPr>
      <a:lvl5pPr marL="2057400" indent="-228600" algn="l" defTabSz="914400" rtl="0" eaLnBrk="1" latinLnBrk="0" hangingPunct="1">
        <a:lnSpc>
          <a:spcPts val="2200"/>
        </a:lnSpc>
        <a:spcBef>
          <a:spcPts val="500"/>
        </a:spcBef>
        <a:buClr>
          <a:srgbClr val="00B0F0"/>
        </a:buClr>
        <a:buFont typeface="Arial" panose="020B0604020202020204" pitchFamily="34" charset="0"/>
        <a:buChar char="•"/>
        <a:defRPr sz="1800" kern="1200" spc="30" baseline="0">
          <a:solidFill>
            <a:schemeClr val="tx1"/>
          </a:solidFill>
          <a:latin typeface="Arial" panose="020B0604020202020204" pitchFamily="34" charset="0"/>
          <a:ea typeface="+mn-ea"/>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rgbClr val="F5FAFC"/>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3903303-232A-4935-AFB3-F7B88DD729A5}"/>
              </a:ext>
            </a:extLst>
          </p:cNvPr>
          <p:cNvSpPr>
            <a:spLocks noGrp="1"/>
          </p:cNvSpPr>
          <p:nvPr>
            <p:ph type="title"/>
          </p:nvPr>
        </p:nvSpPr>
        <p:spPr>
          <a:xfrm>
            <a:off x="685893" y="879975"/>
            <a:ext cx="10515600" cy="746442"/>
          </a:xfrm>
          <a:prstGeom prst="rect">
            <a:avLst/>
          </a:prstGeom>
        </p:spPr>
        <p:txBody>
          <a:bodyPr vert="horz" lIns="91440" tIns="45720" rIns="91440" bIns="45720" rtlCol="0" anchor="t">
            <a:noAutofit/>
          </a:bodyPr>
          <a:lstStyle/>
          <a:p>
            <a:r>
              <a:rPr lang="en-US" dirty="0"/>
              <a:t>Click to edit Master title style</a:t>
            </a:r>
          </a:p>
        </p:txBody>
      </p:sp>
      <p:sp>
        <p:nvSpPr>
          <p:cNvPr id="3" name="Text Placeholder 2">
            <a:extLst>
              <a:ext uri="{FF2B5EF4-FFF2-40B4-BE49-F238E27FC236}">
                <a16:creationId xmlns:a16="http://schemas.microsoft.com/office/drawing/2014/main" id="{C8383453-70D1-44FB-B9C3-2EEFC15545D7}"/>
              </a:ext>
            </a:extLst>
          </p:cNvPr>
          <p:cNvSpPr>
            <a:spLocks noGrp="1"/>
          </p:cNvSpPr>
          <p:nvPr>
            <p:ph type="body" idx="1"/>
          </p:nvPr>
        </p:nvSpPr>
        <p:spPr>
          <a:xfrm>
            <a:off x="688392" y="1804342"/>
            <a:ext cx="10515600" cy="4351338"/>
          </a:xfrm>
          <a:prstGeom prst="rect">
            <a:avLst/>
          </a:prstGeom>
        </p:spPr>
        <p:txBody>
          <a:bodyPr vert="horz" lIns="91440" tIns="45720" rIns="91440" bIns="45720" rtlCol="0">
            <a:noAutofit/>
          </a:bodyPr>
          <a:lstStyle/>
          <a:p>
            <a:pPr marL="228600" marR="0" lvl="0" indent="-137160" algn="l" defTabSz="914400" rtl="0" eaLnBrk="1" fontAlgn="auto" latinLnBrk="0" hangingPunct="1">
              <a:lnSpc>
                <a:spcPts val="2200"/>
              </a:lnSpc>
              <a:spcBef>
                <a:spcPts val="10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Second level</a:t>
            </a:r>
          </a:p>
          <a:p>
            <a:pPr marL="685800" marR="0" lvl="1"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Third level</a:t>
            </a:r>
          </a:p>
          <a:p>
            <a:pPr marL="1143000" marR="0" lvl="2"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Fourth level</a:t>
            </a:r>
          </a:p>
          <a:p>
            <a:pPr marL="1600200" marR="0" lvl="3" indent="-137160" algn="l" defTabSz="914400" rtl="0" eaLnBrk="1" fontAlgn="auto" latinLnBrk="0" hangingPunct="1">
              <a:lnSpc>
                <a:spcPts val="2200"/>
              </a:lnSpc>
              <a:spcBef>
                <a:spcPts val="500"/>
              </a:spcBef>
              <a:spcAft>
                <a:spcPts val="0"/>
              </a:spcAft>
              <a:buClr>
                <a:srgbClr val="009CD6"/>
              </a:buClr>
              <a:buSzPct val="110000"/>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rPr>
              <a:t>Fifth level</a:t>
            </a:r>
          </a:p>
        </p:txBody>
      </p:sp>
      <p:sp>
        <p:nvSpPr>
          <p:cNvPr id="7" name="TextBox 6">
            <a:extLst>
              <a:ext uri="{FF2B5EF4-FFF2-40B4-BE49-F238E27FC236}">
                <a16:creationId xmlns:a16="http://schemas.microsoft.com/office/drawing/2014/main" id="{E9BFC052-984C-4106-B990-03A1EB3873C1}"/>
              </a:ext>
            </a:extLst>
          </p:cNvPr>
          <p:cNvSpPr txBox="1"/>
          <p:nvPr userDrawn="1"/>
        </p:nvSpPr>
        <p:spPr>
          <a:xfrm>
            <a:off x="9182937" y="6343130"/>
            <a:ext cx="2499360" cy="307777"/>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400" spc="50" baseline="0" dirty="0">
                <a:solidFill>
                  <a:schemeClr val="accent2"/>
                </a:solidFill>
                <a:latin typeface="Arial" panose="020B0604020202020204" pitchFamily="34" charset="0"/>
                <a:cs typeface="Arial" panose="020B0604020202020204" pitchFamily="34" charset="0"/>
              </a:rPr>
              <a:t>www.itu.int</a:t>
            </a:r>
          </a:p>
        </p:txBody>
      </p:sp>
      <p:sp>
        <p:nvSpPr>
          <p:cNvPr id="8" name="TextBox 7">
            <a:extLst>
              <a:ext uri="{FF2B5EF4-FFF2-40B4-BE49-F238E27FC236}">
                <a16:creationId xmlns:a16="http://schemas.microsoft.com/office/drawing/2014/main" id="{DB202A0A-9127-4C98-B796-7DD30E32B3B1}"/>
              </a:ext>
            </a:extLst>
          </p:cNvPr>
          <p:cNvSpPr txBox="1"/>
          <p:nvPr userDrawn="1"/>
        </p:nvSpPr>
        <p:spPr>
          <a:xfrm>
            <a:off x="11420070" y="6345034"/>
            <a:ext cx="553720" cy="292388"/>
          </a:xfrm>
          <a:prstGeom prst="rect">
            <a:avLst/>
          </a:prstGeom>
          <a:noFill/>
        </p:spPr>
        <p:txBody>
          <a:bodyPr wrap="square" rtlCol="0">
            <a:spAutoFit/>
          </a:bodyPr>
          <a:lstStyle/>
          <a:p>
            <a:pPr algn="r"/>
            <a:fld id="{D88FE18D-1554-4525-B2E9-CBAFE9755A5A}" type="slidenum">
              <a:rPr lang="en-US" sz="1300" smtClean="0">
                <a:solidFill>
                  <a:schemeClr val="tx1"/>
                </a:solidFill>
              </a:rPr>
              <a:t>‹#›</a:t>
            </a:fld>
            <a:endParaRPr lang="en-US" sz="1300" dirty="0">
              <a:solidFill>
                <a:schemeClr val="tx1"/>
              </a:solidFill>
            </a:endParaRPr>
          </a:p>
        </p:txBody>
      </p:sp>
    </p:spTree>
    <p:extLst>
      <p:ext uri="{BB962C8B-B14F-4D97-AF65-F5344CB8AC3E}">
        <p14:creationId xmlns:p14="http://schemas.microsoft.com/office/powerpoint/2010/main" val="186103942"/>
      </p:ext>
    </p:extLst>
  </p:cSld>
  <p:clrMap bg1="lt1" tx1="dk1" bg2="lt2" tx2="dk2" accent1="accent1" accent2="accent2" accent3="accent3" accent4="accent4" accent5="accent5" accent6="accent6" hlink="hlink" folHlink="folHlink"/>
  <p:sldLayoutIdLst>
    <p:sldLayoutId id="2147483696" r:id="rId1"/>
    <p:sldLayoutId id="2147483678" r:id="rId2"/>
    <p:sldLayoutId id="2147483720" r:id="rId3"/>
  </p:sldLayoutIdLst>
  <p:txStyles>
    <p:titleStyle>
      <a:lvl1pPr algn="l" defTabSz="914400" rtl="0" eaLnBrk="1" latinLnBrk="0" hangingPunct="1">
        <a:lnSpc>
          <a:spcPct val="90000"/>
        </a:lnSpc>
        <a:spcBef>
          <a:spcPct val="0"/>
        </a:spcBef>
        <a:buNone/>
        <a:defRPr sz="2800" b="1"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s>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822960"/>
            <a:ext cx="7315200" cy="457200"/>
          </a:xfrm>
          <a:prstGeom prst="rect">
            <a:avLst/>
          </a:prstGeom>
          <a:noFill/>
        </p:spPr>
        <p:txBody>
          <a:bodyPr wrap="square">
            <a:spAutoFit/>
          </a:bodyPr>
          <a:lstStyle/>
          <a:p>
            <a:r>
              <a:rPr sz="1200" b="1" i="0">
                <a:solidFill>
                  <a:srgbClr val="595959"/>
                </a:solidFill>
                <a:latin typeface="Arial"/>
              </a:rPr>
              <a:t>KP1 · MODULE 4 · VIDEO 4.1</a:t>
            </a:r>
          </a:p>
        </p:txBody>
      </p:sp>
      <p:sp>
        <p:nvSpPr>
          <p:cNvPr id="3" name="TextBox 2"/>
          <p:cNvSpPr txBox="1"/>
          <p:nvPr/>
        </p:nvSpPr>
        <p:spPr>
          <a:xfrm>
            <a:off x="822960" y="1828800"/>
            <a:ext cx="2011680" cy="1097280"/>
          </a:xfrm>
          <a:prstGeom prst="rect">
            <a:avLst/>
          </a:prstGeom>
          <a:noFill/>
        </p:spPr>
        <p:txBody>
          <a:bodyPr wrap="square">
            <a:spAutoFit/>
          </a:bodyPr>
          <a:lstStyle/>
          <a:p>
            <a:r>
              <a:rPr sz="6000" b="1" i="0">
                <a:solidFill>
                  <a:srgbClr val="009CD6"/>
                </a:solidFill>
                <a:latin typeface="Arial"/>
              </a:rPr>
              <a:t>4.1</a:t>
            </a:r>
          </a:p>
        </p:txBody>
      </p:sp>
      <p:sp>
        <p:nvSpPr>
          <p:cNvPr id="4" name="TextBox 3"/>
          <p:cNvSpPr txBox="1"/>
          <p:nvPr/>
        </p:nvSpPr>
        <p:spPr>
          <a:xfrm>
            <a:off x="822960" y="2880360"/>
            <a:ext cx="9601200" cy="1371600"/>
          </a:xfrm>
          <a:prstGeom prst="rect">
            <a:avLst/>
          </a:prstGeom>
          <a:noFill/>
        </p:spPr>
        <p:txBody>
          <a:bodyPr wrap="square">
            <a:spAutoFit/>
          </a:bodyPr>
          <a:lstStyle/>
          <a:p>
            <a:r>
              <a:rPr sz="3400" b="1" i="0">
                <a:solidFill>
                  <a:srgbClr val="1A1A1A"/>
                </a:solidFill>
                <a:latin typeface="Arial"/>
              </a:rPr>
              <a:t>Meet Progressa — a real sector with a real fragmentation problem</a:t>
            </a:r>
          </a:p>
        </p:txBody>
      </p:sp>
      <p:sp>
        <p:nvSpPr>
          <p:cNvPr id="5" name="TextBox 4"/>
          <p:cNvSpPr txBox="1"/>
          <p:nvPr/>
        </p:nvSpPr>
        <p:spPr>
          <a:xfrm>
            <a:off x="822960" y="4343400"/>
            <a:ext cx="9875520" cy="1554480"/>
          </a:xfrm>
          <a:prstGeom prst="rect">
            <a:avLst/>
          </a:prstGeom>
          <a:noFill/>
        </p:spPr>
        <p:txBody>
          <a:bodyPr wrap="square">
            <a:spAutoFit/>
          </a:bodyPr>
          <a:lstStyle/>
          <a:p>
            <a:r>
              <a:rPr sz="1700" b="0" i="1">
                <a:solidFill>
                  <a:srgbClr val="595959"/>
                </a:solidFill>
                <a:latin typeface="Arial"/>
              </a:rPr>
              <a:t>Progressa is a demonstration education sector with the fragmentation problem most countries share — the same learner registered in several places, identity proven on paper. Meet its institutions and its problem, because the rest of this module runs the full method on exactly this canvas.</a:t>
            </a:r>
          </a:p>
        </p:txBody>
      </p:sp>
      <p:sp>
        <p:nvSpPr>
          <p:cNvPr id="6" name="TextBox 5"/>
          <p:cNvSpPr txBox="1"/>
          <p:nvPr/>
        </p:nvSpPr>
        <p:spPr>
          <a:xfrm>
            <a:off x="822960" y="5989320"/>
            <a:ext cx="7315200" cy="365760"/>
          </a:xfrm>
          <a:prstGeom prst="rect">
            <a:avLst/>
          </a:prstGeom>
          <a:noFill/>
        </p:spPr>
        <p:txBody>
          <a:bodyPr wrap="square">
            <a:spAutoFit/>
          </a:bodyPr>
          <a:lstStyle/>
          <a:p>
            <a:r>
              <a:rPr sz="1200" b="0" i="0">
                <a:solidFill>
                  <a:srgbClr val="595959"/>
                </a:solidFill>
                <a:latin typeface="Arial"/>
              </a:rPr>
              <a:t>standalone video · voice-over on text slides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1325880"/>
            <a:ext cx="5486400" cy="365760"/>
          </a:xfrm>
          <a:prstGeom prst="rect">
            <a:avLst/>
          </a:prstGeom>
          <a:noFill/>
        </p:spPr>
        <p:txBody>
          <a:bodyPr wrap="square">
            <a:spAutoFit/>
          </a:bodyPr>
          <a:lstStyle/>
          <a:p>
            <a:r>
              <a:rPr sz="1200" b="1" i="0">
                <a:solidFill>
                  <a:srgbClr val="006E96"/>
                </a:solidFill>
                <a:latin typeface="Arial"/>
              </a:rPr>
              <a:t>WHERE WE START</a:t>
            </a:r>
          </a:p>
        </p:txBody>
      </p:sp>
      <p:sp>
        <p:nvSpPr>
          <p:cNvPr id="3" name="TextBox 2"/>
          <p:cNvSpPr txBox="1"/>
          <p:nvPr/>
        </p:nvSpPr>
        <p:spPr>
          <a:xfrm>
            <a:off x="1005840" y="1783080"/>
            <a:ext cx="10149840" cy="1737360"/>
          </a:xfrm>
          <a:prstGeom prst="rect">
            <a:avLst/>
          </a:prstGeom>
          <a:noFill/>
        </p:spPr>
        <p:txBody>
          <a:bodyPr wrap="square">
            <a:spAutoFit/>
          </a:bodyPr>
          <a:lstStyle/>
          <a:p>
            <a:r>
              <a:rPr sz="3000" b="1" i="0">
                <a:solidFill>
                  <a:srgbClr val="1A1A1A"/>
                </a:solidFill>
                <a:latin typeface="Arial"/>
              </a:rPr>
              <a:t>To see the method work, you need a realistic place to run it.</a:t>
            </a:r>
          </a:p>
        </p:txBody>
      </p:sp>
      <p:sp>
        <p:nvSpPr>
          <p:cNvPr id="4" name="TextBox 3"/>
          <p:cNvSpPr txBox="1"/>
          <p:nvPr/>
        </p:nvSpPr>
        <p:spPr>
          <a:xfrm>
            <a:off x="1005840" y="3611880"/>
            <a:ext cx="10149840" cy="2377440"/>
          </a:xfrm>
          <a:prstGeom prst="rect">
            <a:avLst/>
          </a:prstGeom>
          <a:noFill/>
        </p:spPr>
        <p:txBody>
          <a:bodyPr wrap="square">
            <a:spAutoFit/>
          </a:bodyPr>
          <a:lstStyle/>
          <a:p>
            <a:pPr>
              <a:spcAft>
                <a:spcPts val="800"/>
              </a:spcAft>
            </a:pPr>
            <a:r>
              <a:rPr sz="1700" b="0" i="0">
                <a:solidFill>
                  <a:srgbClr val="595959"/>
                </a:solidFill>
                <a:latin typeface="Arial"/>
              </a:rPr>
              <a:t>Progressa — a demonstration country with an education sector like many across the continent.</a:t>
            </a:r>
          </a:p>
          <a:p>
            <a:pPr>
              <a:spcAft>
                <a:spcPts val="800"/>
              </a:spcAft>
            </a:pPr>
            <a:r>
              <a:rPr sz="1700" b="0" i="0">
                <a:solidFill>
                  <a:srgbClr val="595959"/>
                </a:solidFill>
                <a:latin typeface="Arial"/>
              </a:rPr>
              <a:t>Real institutions. A real fragmentation problem. A minister who wants results.</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bodies: a policy unit, a service authority, two registries, a platform</a:t>
            </a:r>
          </a:p>
        </p:txBody>
      </p:sp>
      <p:sp>
        <p:nvSpPr>
          <p:cNvPr id="4" name="Oval 3"/>
          <p:cNvSpPr/>
          <p:nvPr/>
        </p:nvSpPr>
        <p:spPr>
          <a:xfrm>
            <a:off x="621792" y="15087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63040"/>
            <a:ext cx="10527487" cy="813815"/>
          </a:xfrm>
          <a:prstGeom prst="rect">
            <a:avLst/>
          </a:prstGeom>
          <a:noFill/>
        </p:spPr>
        <p:txBody>
          <a:bodyPr wrap="square">
            <a:spAutoFit/>
          </a:bodyPr>
          <a:lstStyle/>
          <a:p>
            <a:pPr>
              <a:spcAft>
                <a:spcPts val="300"/>
              </a:spcAft>
            </a:pPr>
            <a:r>
              <a:rPr sz="1900" b="1" i="0">
                <a:solidFill>
                  <a:srgbClr val="1A1A1A"/>
                </a:solidFill>
                <a:latin typeface="Arial"/>
              </a:rPr>
              <a:t>Ministry of Education, Youth and Sport (MoEYS)</a:t>
            </a:r>
          </a:p>
          <a:p>
            <a:pPr>
              <a:spcAft>
                <a:spcPts val="300"/>
              </a:spcAft>
            </a:pPr>
            <a:r>
              <a:rPr sz="1550" b="0" i="0">
                <a:solidFill>
                  <a:srgbClr val="595959"/>
                </a:solidFill>
                <a:latin typeface="Arial"/>
              </a:rPr>
              <a:t>Sets policy and funds schools. The policy unit.</a:t>
            </a:r>
          </a:p>
        </p:txBody>
      </p:sp>
      <p:sp>
        <p:nvSpPr>
          <p:cNvPr id="6" name="Rectangle 5"/>
          <p:cNvSpPr/>
          <p:nvPr/>
        </p:nvSpPr>
        <p:spPr>
          <a:xfrm>
            <a:off x="621792" y="2281428"/>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368296"/>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322576"/>
            <a:ext cx="10527487" cy="813815"/>
          </a:xfrm>
          <a:prstGeom prst="rect">
            <a:avLst/>
          </a:prstGeom>
          <a:noFill/>
        </p:spPr>
        <p:txBody>
          <a:bodyPr wrap="square">
            <a:spAutoFit/>
          </a:bodyPr>
          <a:lstStyle/>
          <a:p>
            <a:pPr>
              <a:spcAft>
                <a:spcPts val="300"/>
              </a:spcAft>
            </a:pPr>
            <a:r>
              <a:rPr sz="1900" b="1" i="0">
                <a:solidFill>
                  <a:srgbClr val="1A1A1A"/>
                </a:solidFill>
                <a:latin typeface="Arial"/>
              </a:rPr>
              <a:t>National Examination Authority (PNEA)</a:t>
            </a:r>
          </a:p>
          <a:p>
            <a:pPr>
              <a:spcAft>
                <a:spcPts val="300"/>
              </a:spcAft>
            </a:pPr>
            <a:r>
              <a:rPr sz="1550" b="0" i="0">
                <a:solidFill>
                  <a:srgbClr val="595959"/>
                </a:solidFill>
                <a:latin typeface="Arial"/>
              </a:rPr>
              <a:t>Runs examinations and certifies results. The service authority.</a:t>
            </a:r>
          </a:p>
        </p:txBody>
      </p:sp>
      <p:sp>
        <p:nvSpPr>
          <p:cNvPr id="9" name="Rectangle 8"/>
          <p:cNvSpPr/>
          <p:nvPr/>
        </p:nvSpPr>
        <p:spPr>
          <a:xfrm>
            <a:off x="621792" y="3140963"/>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3227831"/>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3182111"/>
            <a:ext cx="10527487" cy="813815"/>
          </a:xfrm>
          <a:prstGeom prst="rect">
            <a:avLst/>
          </a:prstGeom>
          <a:noFill/>
        </p:spPr>
        <p:txBody>
          <a:bodyPr wrap="square">
            <a:spAutoFit/>
          </a:bodyPr>
          <a:lstStyle/>
          <a:p>
            <a:pPr>
              <a:spcAft>
                <a:spcPts val="300"/>
              </a:spcAft>
            </a:pPr>
            <a:r>
              <a:rPr sz="1900" b="1" i="0">
                <a:solidFill>
                  <a:srgbClr val="1A1A1A"/>
                </a:solidFill>
                <a:latin typeface="Arial"/>
              </a:rPr>
              <a:t>Learner Registry (PLR)</a:t>
            </a:r>
          </a:p>
          <a:p>
            <a:pPr>
              <a:spcAft>
                <a:spcPts val="300"/>
              </a:spcAft>
            </a:pPr>
            <a:r>
              <a:rPr sz="1550" b="0" i="0">
                <a:solidFill>
                  <a:srgbClr val="595959"/>
                </a:solidFill>
                <a:latin typeface="Arial"/>
              </a:rPr>
              <a:t>Meant to be the one list of who is a learner.</a:t>
            </a:r>
          </a:p>
        </p:txBody>
      </p:sp>
      <p:sp>
        <p:nvSpPr>
          <p:cNvPr id="12" name="Rectangle 11"/>
          <p:cNvSpPr/>
          <p:nvPr/>
        </p:nvSpPr>
        <p:spPr>
          <a:xfrm>
            <a:off x="621792" y="4000500"/>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4087368"/>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4041648"/>
            <a:ext cx="10527487" cy="813815"/>
          </a:xfrm>
          <a:prstGeom prst="rect">
            <a:avLst/>
          </a:prstGeom>
          <a:noFill/>
        </p:spPr>
        <p:txBody>
          <a:bodyPr wrap="square">
            <a:spAutoFit/>
          </a:bodyPr>
          <a:lstStyle/>
          <a:p>
            <a:pPr>
              <a:spcAft>
                <a:spcPts val="300"/>
              </a:spcAft>
            </a:pPr>
            <a:r>
              <a:rPr sz="1900" b="1" i="0">
                <a:solidFill>
                  <a:srgbClr val="1A1A1A"/>
                </a:solidFill>
                <a:latin typeface="Arial"/>
              </a:rPr>
              <a:t>National Identity Authority (PNIA)</a:t>
            </a:r>
          </a:p>
          <a:p>
            <a:pPr>
              <a:spcAft>
                <a:spcPts val="300"/>
              </a:spcAft>
            </a:pPr>
            <a:r>
              <a:rPr sz="1550" b="0" i="0">
                <a:solidFill>
                  <a:srgbClr val="595959"/>
                </a:solidFill>
                <a:latin typeface="Arial"/>
              </a:rPr>
              <a:t>Owns the person identity every sector reuses.</a:t>
            </a:r>
          </a:p>
        </p:txBody>
      </p:sp>
      <p:sp>
        <p:nvSpPr>
          <p:cNvPr id="15" name="Rectangle 14"/>
          <p:cNvSpPr/>
          <p:nvPr/>
        </p:nvSpPr>
        <p:spPr>
          <a:xfrm>
            <a:off x="621792" y="4860036"/>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946903"/>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901183"/>
            <a:ext cx="10527487" cy="813815"/>
          </a:xfrm>
          <a:prstGeom prst="rect">
            <a:avLst/>
          </a:prstGeom>
          <a:noFill/>
        </p:spPr>
        <p:txBody>
          <a:bodyPr wrap="square">
            <a:spAutoFit/>
          </a:bodyPr>
          <a:lstStyle/>
          <a:p>
            <a:pPr>
              <a:spcAft>
                <a:spcPts val="300"/>
              </a:spcAft>
            </a:pPr>
            <a:r>
              <a:rPr sz="1900" b="1" i="0">
                <a:solidFill>
                  <a:srgbClr val="1A1A1A"/>
                </a:solidFill>
                <a:latin typeface="Arial"/>
              </a:rPr>
              <a:t>Digital Government Authority (PDGA)</a:t>
            </a:r>
          </a:p>
          <a:p>
            <a:pPr>
              <a:spcAft>
                <a:spcPts val="300"/>
              </a:spcAft>
            </a:pPr>
            <a:r>
              <a:rPr sz="1550" b="0" i="0">
                <a:solidFill>
                  <a:srgbClr val="595959"/>
                </a:solidFill>
                <a:latin typeface="Arial"/>
              </a:rPr>
              <a:t>Runs the shared data-exchange backbone and payments.</a:t>
            </a:r>
          </a:p>
        </p:txBody>
      </p:sp>
      <p:sp>
        <p:nvSpPr>
          <p:cNvPr id="18" name="TextBox 17"/>
          <p:cNvSpPr txBox="1"/>
          <p:nvPr/>
        </p:nvSpPr>
        <p:spPr>
          <a:xfrm>
            <a:off x="658368" y="5870448"/>
            <a:ext cx="10881360" cy="548640"/>
          </a:xfrm>
          <a:prstGeom prst="rect">
            <a:avLst/>
          </a:prstGeom>
          <a:noFill/>
        </p:spPr>
        <p:txBody>
          <a:bodyPr wrap="square">
            <a:spAutoFit/>
          </a:bodyPr>
          <a:lstStyle/>
          <a:p>
            <a:r>
              <a:rPr sz="1550" b="1" i="0">
                <a:solidFill>
                  <a:srgbClr val="006E96"/>
                </a:solidFill>
                <a:latin typeface="Arial"/>
              </a:rPr>
              <a:t>Two registries — and neither is the undisputed owner of the learner.</a:t>
            </a:r>
          </a:p>
        </p:txBody>
      </p:sp>
      <p:sp>
        <p:nvSpPr>
          <p:cNvPr id="19" name="TextBox 18"/>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One learner, three registrations, and the three lists do not agree</a:t>
            </a:r>
          </a:p>
        </p:txBody>
      </p:sp>
      <p:sp>
        <p:nvSpPr>
          <p:cNvPr id="4" name="TextBox 3"/>
          <p:cNvSpPr txBox="1"/>
          <p:nvPr/>
        </p:nvSpPr>
        <p:spPr>
          <a:xfrm>
            <a:off x="658368" y="1600200"/>
            <a:ext cx="10881360" cy="2651760"/>
          </a:xfrm>
          <a:prstGeom prst="rect">
            <a:avLst/>
          </a:prstGeom>
          <a:noFill/>
        </p:spPr>
        <p:txBody>
          <a:bodyPr wrap="square">
            <a:spAutoFit/>
          </a:bodyPr>
          <a:lstStyle/>
          <a:p>
            <a:pPr>
              <a:spcAft>
                <a:spcPts val="1200"/>
              </a:spcAft>
            </a:pPr>
            <a:r>
              <a:rPr sz="2000" b="0" i="0">
                <a:solidFill>
                  <a:srgbClr val="1A1A1A"/>
                </a:solidFill>
                <a:latin typeface="Arial"/>
              </a:rPr>
              <a:t>A learner is registered three times — once in the school census, once by the Examination Authority for exams, once by a social grant programme. None of the three lists agree.</a:t>
            </a:r>
          </a:p>
          <a:p>
            <a:pPr>
              <a:spcAft>
                <a:spcPts val="1200"/>
              </a:spcAft>
            </a:pPr>
            <a:r>
              <a:rPr sz="2000" b="0" i="0">
                <a:solidFill>
                  <a:srgbClr val="1A1A1A"/>
                </a:solidFill>
                <a:latin typeface="Arial"/>
              </a:rPr>
              <a:t>A parent proves the child's identity on paper at every counter, because no system trusts another's. The minister has promised a single learner record that follows the child from primary school to university — and it cannot be delivered, because the systems do not fit together.</a:t>
            </a:r>
          </a:p>
        </p:txBody>
      </p:sp>
      <p:sp>
        <p:nvSpPr>
          <p:cNvPr id="5" name="Rounded Rectangle 4"/>
          <p:cNvSpPr/>
          <p:nvPr/>
        </p:nvSpPr>
        <p:spPr>
          <a:xfrm>
            <a:off x="658368" y="4434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626864"/>
            <a:ext cx="10479024" cy="1051560"/>
          </a:xfrm>
          <a:prstGeom prst="rect">
            <a:avLst/>
          </a:prstGeom>
          <a:noFill/>
        </p:spPr>
        <p:txBody>
          <a:bodyPr wrap="square">
            <a:spAutoFit/>
          </a:bodyPr>
          <a:lstStyle/>
          <a:p>
            <a:pPr>
              <a:spcAft>
                <a:spcPts val="700"/>
              </a:spcAft>
            </a:pPr>
            <a:r>
              <a:rPr sz="2300" b="1" i="0">
                <a:solidFill>
                  <a:srgbClr val="006E96"/>
                </a:solidFill>
                <a:latin typeface="Arial"/>
              </a:rPr>
              <a:t>Not a Progressa problem. Most education sectors share it.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Fictional on purpose — so every step can be shown in full detail</a:t>
            </a:r>
          </a:p>
        </p:txBody>
      </p:sp>
      <p:sp>
        <p:nvSpPr>
          <p:cNvPr id="4" name="TextBox 3"/>
          <p:cNvSpPr txBox="1"/>
          <p:nvPr/>
        </p:nvSpPr>
        <p:spPr>
          <a:xfrm>
            <a:off x="658368" y="1600200"/>
            <a:ext cx="10881360" cy="1508760"/>
          </a:xfrm>
          <a:prstGeom prst="rect">
            <a:avLst/>
          </a:prstGeom>
          <a:noFill/>
        </p:spPr>
        <p:txBody>
          <a:bodyPr wrap="square">
            <a:spAutoFit/>
          </a:bodyPr>
          <a:lstStyle/>
          <a:p>
            <a:pPr>
              <a:spcAft>
                <a:spcPts val="1200"/>
              </a:spcAft>
            </a:pPr>
            <a:r>
              <a:rPr sz="2000" b="0" i="0">
                <a:solidFill>
                  <a:srgbClr val="1A1A1A"/>
                </a:solidFill>
                <a:latin typeface="Arial"/>
              </a:rPr>
              <a:t>Progressa shows every step in detail without exposing any real country, and its shapes — duplicate registries, paper re-entry, a stalled flagship — are the ones you will recognise.</a:t>
            </a:r>
          </a:p>
          <a:p>
            <a:pPr>
              <a:spcAft>
                <a:spcPts val="1200"/>
              </a:spcAft>
            </a:pPr>
            <a:r>
              <a:rPr sz="2000" b="0" i="0">
                <a:solidFill>
                  <a:srgbClr val="1A1A1A"/>
                </a:solidFill>
                <a:latin typeface="Arial"/>
              </a:rPr>
              <a:t>Keep your own sector in mind as we go.</a:t>
            </a:r>
          </a:p>
        </p:txBody>
      </p:sp>
      <p:sp>
        <p:nvSpPr>
          <p:cNvPr id="5" name="Rounded Rectangle 4"/>
          <p:cNvSpPr/>
          <p:nvPr/>
        </p:nvSpPr>
        <p:spPr>
          <a:xfrm>
            <a:off x="658368" y="3291840"/>
            <a:ext cx="10881360" cy="1325880"/>
          </a:xfrm>
          <a:prstGeom prst="roundRect">
            <a:avLst>
              <a:gd name="adj" fmla="val 4500"/>
            </a:avLst>
          </a:prstGeom>
          <a:solidFill>
            <a:srgbClr val="E5F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483864"/>
            <a:ext cx="10479024" cy="1051560"/>
          </a:xfrm>
          <a:prstGeom prst="rect">
            <a:avLst/>
          </a:prstGeom>
          <a:noFill/>
        </p:spPr>
        <p:txBody>
          <a:bodyPr wrap="square">
            <a:spAutoFit/>
          </a:bodyPr>
          <a:lstStyle/>
          <a:p>
            <a:pPr>
              <a:spcAft>
                <a:spcPts val="700"/>
              </a:spcAft>
            </a:pPr>
            <a:r>
              <a:rPr sz="2300" b="1" i="0">
                <a:solidFill>
                  <a:srgbClr val="006E96"/>
                </a:solidFill>
                <a:latin typeface="Arial"/>
              </a:rPr>
              <a:t>The institutions change. The method does not.</a:t>
            </a:r>
          </a:p>
        </p:txBody>
      </p:sp>
      <p:sp>
        <p:nvSpPr>
          <p:cNvPr id="7" name="TextBox 6"/>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Five phases, six deliverables — this is what you will watch being built</a:t>
            </a:r>
          </a:p>
        </p:txBody>
      </p:sp>
      <p:sp>
        <p:nvSpPr>
          <p:cNvPr id="4" name="Oval 3"/>
          <p:cNvSpPr/>
          <p:nvPr/>
        </p:nvSpPr>
        <p:spPr>
          <a:xfrm>
            <a:off x="621792" y="14630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1</a:t>
            </a:r>
          </a:p>
        </p:txBody>
      </p:sp>
      <p:sp>
        <p:nvSpPr>
          <p:cNvPr id="5" name="TextBox 4"/>
          <p:cNvSpPr txBox="1"/>
          <p:nvPr/>
        </p:nvSpPr>
        <p:spPr>
          <a:xfrm>
            <a:off x="1115568" y="1417320"/>
            <a:ext cx="10527487" cy="685799"/>
          </a:xfrm>
          <a:prstGeom prst="rect">
            <a:avLst/>
          </a:prstGeom>
          <a:noFill/>
        </p:spPr>
        <p:txBody>
          <a:bodyPr wrap="square">
            <a:spAutoFit/>
          </a:bodyPr>
          <a:lstStyle/>
          <a:p>
            <a:pPr>
              <a:spcAft>
                <a:spcPts val="300"/>
              </a:spcAft>
            </a:pPr>
            <a:r>
              <a:rPr sz="1700" b="1" i="0">
                <a:solidFill>
                  <a:srgbClr val="1A1A1A"/>
                </a:solidFill>
                <a:latin typeface="Arial"/>
              </a:rPr>
              <a:t>A picture of what exists today</a:t>
            </a:r>
          </a:p>
          <a:p>
            <a:pPr>
              <a:spcAft>
                <a:spcPts val="300"/>
              </a:spcAft>
            </a:pPr>
            <a:r>
              <a:rPr sz="1550" b="0" i="0">
                <a:solidFill>
                  <a:srgbClr val="595959"/>
                </a:solidFill>
                <a:latin typeface="Arial"/>
              </a:rPr>
              <a:t>Discover</a:t>
            </a:r>
          </a:p>
        </p:txBody>
      </p:sp>
      <p:sp>
        <p:nvSpPr>
          <p:cNvPr id="6" name="Rectangle 5"/>
          <p:cNvSpPr/>
          <p:nvPr/>
        </p:nvSpPr>
        <p:spPr>
          <a:xfrm>
            <a:off x="621792" y="210769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21792" y="219456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2</a:t>
            </a:r>
          </a:p>
        </p:txBody>
      </p:sp>
      <p:sp>
        <p:nvSpPr>
          <p:cNvPr id="8" name="TextBox 7"/>
          <p:cNvSpPr txBox="1"/>
          <p:nvPr/>
        </p:nvSpPr>
        <p:spPr>
          <a:xfrm>
            <a:off x="1115568" y="2148840"/>
            <a:ext cx="10527487" cy="685799"/>
          </a:xfrm>
          <a:prstGeom prst="rect">
            <a:avLst/>
          </a:prstGeom>
          <a:noFill/>
        </p:spPr>
        <p:txBody>
          <a:bodyPr wrap="square">
            <a:spAutoFit/>
          </a:bodyPr>
          <a:lstStyle/>
          <a:p>
            <a:pPr>
              <a:spcAft>
                <a:spcPts val="300"/>
              </a:spcAft>
            </a:pPr>
            <a:r>
              <a:rPr sz="1700" b="1" i="0">
                <a:solidFill>
                  <a:srgbClr val="1A1A1A"/>
                </a:solidFill>
                <a:latin typeface="Arial"/>
              </a:rPr>
              <a:t>A ranked gap analysis</a:t>
            </a:r>
          </a:p>
          <a:p>
            <a:pPr>
              <a:spcAft>
                <a:spcPts val="300"/>
              </a:spcAft>
            </a:pPr>
            <a:r>
              <a:rPr sz="1550" b="0" i="0">
                <a:solidFill>
                  <a:srgbClr val="595959"/>
                </a:solidFill>
                <a:latin typeface="Arial"/>
              </a:rPr>
              <a:t>Assess</a:t>
            </a:r>
          </a:p>
        </p:txBody>
      </p:sp>
      <p:sp>
        <p:nvSpPr>
          <p:cNvPr id="9" name="Rectangle 8"/>
          <p:cNvSpPr/>
          <p:nvPr/>
        </p:nvSpPr>
        <p:spPr>
          <a:xfrm>
            <a:off x="621792" y="283921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21792" y="2926079"/>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3</a:t>
            </a:r>
          </a:p>
        </p:txBody>
      </p:sp>
      <p:sp>
        <p:nvSpPr>
          <p:cNvPr id="11" name="TextBox 10"/>
          <p:cNvSpPr txBox="1"/>
          <p:nvPr/>
        </p:nvSpPr>
        <p:spPr>
          <a:xfrm>
            <a:off x="1115568" y="2880360"/>
            <a:ext cx="10527487" cy="685799"/>
          </a:xfrm>
          <a:prstGeom prst="rect">
            <a:avLst/>
          </a:prstGeom>
          <a:noFill/>
        </p:spPr>
        <p:txBody>
          <a:bodyPr wrap="square">
            <a:spAutoFit/>
          </a:bodyPr>
          <a:lstStyle/>
          <a:p>
            <a:pPr>
              <a:spcAft>
                <a:spcPts val="300"/>
              </a:spcAft>
            </a:pPr>
            <a:r>
              <a:rPr sz="1700" b="1" i="0">
                <a:solidFill>
                  <a:srgbClr val="1A1A1A"/>
                </a:solidFill>
                <a:latin typeface="Arial"/>
              </a:rPr>
              <a:t>A localised framework with build, buy or share calls</a:t>
            </a:r>
          </a:p>
          <a:p>
            <a:pPr>
              <a:spcAft>
                <a:spcPts val="300"/>
              </a:spcAft>
            </a:pPr>
            <a:r>
              <a:rPr sz="1550" b="0" i="0">
                <a:solidFill>
                  <a:srgbClr val="595959"/>
                </a:solidFill>
                <a:latin typeface="Arial"/>
              </a:rPr>
              <a:t>Adapt</a:t>
            </a:r>
          </a:p>
        </p:txBody>
      </p:sp>
      <p:sp>
        <p:nvSpPr>
          <p:cNvPr id="12" name="Rectangle 11"/>
          <p:cNvSpPr/>
          <p:nvPr/>
        </p:nvSpPr>
        <p:spPr>
          <a:xfrm>
            <a:off x="621792" y="357073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21792" y="365760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4</a:t>
            </a:r>
          </a:p>
        </p:txBody>
      </p:sp>
      <p:sp>
        <p:nvSpPr>
          <p:cNvPr id="14" name="TextBox 13"/>
          <p:cNvSpPr txBox="1"/>
          <p:nvPr/>
        </p:nvSpPr>
        <p:spPr>
          <a:xfrm>
            <a:off x="1115568" y="3611880"/>
            <a:ext cx="10527487" cy="685799"/>
          </a:xfrm>
          <a:prstGeom prst="rect">
            <a:avLst/>
          </a:prstGeom>
          <a:noFill/>
        </p:spPr>
        <p:txBody>
          <a:bodyPr wrap="square">
            <a:spAutoFit/>
          </a:bodyPr>
          <a:lstStyle/>
          <a:p>
            <a:pPr>
              <a:spcAft>
                <a:spcPts val="300"/>
              </a:spcAft>
            </a:pPr>
            <a:r>
              <a:rPr sz="1700" b="1" i="0">
                <a:solidFill>
                  <a:srgbClr val="1A1A1A"/>
                </a:solidFill>
                <a:latin typeface="Arial"/>
              </a:rPr>
              <a:t>A target architecture — the designed future state</a:t>
            </a:r>
          </a:p>
          <a:p>
            <a:pPr>
              <a:spcAft>
                <a:spcPts val="300"/>
              </a:spcAft>
            </a:pPr>
            <a:r>
              <a:rPr sz="1550" b="0" i="0">
                <a:solidFill>
                  <a:srgbClr val="595959"/>
                </a:solidFill>
                <a:latin typeface="Arial"/>
              </a:rPr>
              <a:t>Plan</a:t>
            </a:r>
          </a:p>
        </p:txBody>
      </p:sp>
      <p:sp>
        <p:nvSpPr>
          <p:cNvPr id="15" name="Rectangle 14"/>
          <p:cNvSpPr/>
          <p:nvPr/>
        </p:nvSpPr>
        <p:spPr>
          <a:xfrm>
            <a:off x="621792" y="430225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621792" y="438912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5</a:t>
            </a:r>
          </a:p>
        </p:txBody>
      </p:sp>
      <p:sp>
        <p:nvSpPr>
          <p:cNvPr id="17" name="TextBox 16"/>
          <p:cNvSpPr txBox="1"/>
          <p:nvPr/>
        </p:nvSpPr>
        <p:spPr>
          <a:xfrm>
            <a:off x="1115568" y="4343400"/>
            <a:ext cx="10527487" cy="685799"/>
          </a:xfrm>
          <a:prstGeom prst="rect">
            <a:avLst/>
          </a:prstGeom>
          <a:noFill/>
        </p:spPr>
        <p:txBody>
          <a:bodyPr wrap="square">
            <a:spAutoFit/>
          </a:bodyPr>
          <a:lstStyle/>
          <a:p>
            <a:pPr>
              <a:spcAft>
                <a:spcPts val="300"/>
              </a:spcAft>
            </a:pPr>
            <a:r>
              <a:rPr sz="1700" b="1" i="0">
                <a:solidFill>
                  <a:srgbClr val="1A1A1A"/>
                </a:solidFill>
                <a:latin typeface="Arial"/>
              </a:rPr>
              <a:t>A sequenced, costed roadmap</a:t>
            </a:r>
          </a:p>
          <a:p>
            <a:pPr>
              <a:spcAft>
                <a:spcPts val="300"/>
              </a:spcAft>
            </a:pPr>
            <a:r>
              <a:rPr sz="1550" b="0" i="0">
                <a:solidFill>
                  <a:srgbClr val="595959"/>
                </a:solidFill>
                <a:latin typeface="Arial"/>
              </a:rPr>
              <a:t>Plan</a:t>
            </a:r>
          </a:p>
        </p:txBody>
      </p:sp>
      <p:sp>
        <p:nvSpPr>
          <p:cNvPr id="18" name="Rectangle 17"/>
          <p:cNvSpPr/>
          <p:nvPr/>
        </p:nvSpPr>
        <p:spPr>
          <a:xfrm>
            <a:off x="621792" y="5033772"/>
            <a:ext cx="10881360" cy="12700"/>
          </a:xfrm>
          <a:prstGeom prst="rect">
            <a:avLst/>
          </a:prstGeom>
          <a:solidFill>
            <a:srgbClr val="DDEC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21792" y="5120640"/>
            <a:ext cx="310896" cy="310896"/>
          </a:xfrm>
          <a:prstGeom prst="ellipse">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300" b="1" i="0">
                <a:solidFill>
                  <a:srgbClr val="FFFFFF"/>
                </a:solidFill>
                <a:latin typeface="Arial"/>
              </a:rPr>
              <a:t>6</a:t>
            </a:r>
          </a:p>
        </p:txBody>
      </p:sp>
      <p:sp>
        <p:nvSpPr>
          <p:cNvPr id="20" name="TextBox 19"/>
          <p:cNvSpPr txBox="1"/>
          <p:nvPr/>
        </p:nvSpPr>
        <p:spPr>
          <a:xfrm>
            <a:off x="1115568" y="5074920"/>
            <a:ext cx="10527487" cy="685799"/>
          </a:xfrm>
          <a:prstGeom prst="rect">
            <a:avLst/>
          </a:prstGeom>
          <a:noFill/>
        </p:spPr>
        <p:txBody>
          <a:bodyPr wrap="square">
            <a:spAutoFit/>
          </a:bodyPr>
          <a:lstStyle/>
          <a:p>
            <a:pPr>
              <a:spcAft>
                <a:spcPts val="300"/>
              </a:spcAft>
            </a:pPr>
            <a:r>
              <a:rPr sz="1700" b="1" i="0">
                <a:solidFill>
                  <a:srgbClr val="1A1A1A"/>
                </a:solidFill>
                <a:latin typeface="Arial"/>
              </a:rPr>
              <a:t>A living, governed architecture</a:t>
            </a:r>
          </a:p>
          <a:p>
            <a:pPr>
              <a:spcAft>
                <a:spcPts val="300"/>
              </a:spcAft>
            </a:pPr>
            <a:r>
              <a:rPr sz="1550" b="0" i="0">
                <a:solidFill>
                  <a:srgbClr val="595959"/>
                </a:solidFill>
                <a:latin typeface="Arial"/>
              </a:rPr>
              <a:t>Execute &amp; Govern</a:t>
            </a:r>
          </a:p>
        </p:txBody>
      </p:sp>
      <p:sp>
        <p:nvSpPr>
          <p:cNvPr id="21" name="TextBox 20"/>
          <p:cNvSpPr txBox="1"/>
          <p:nvPr/>
        </p:nvSpPr>
        <p:spPr>
          <a:xfrm>
            <a:off x="658368" y="5916168"/>
            <a:ext cx="10881360" cy="548640"/>
          </a:xfrm>
          <a:prstGeom prst="rect">
            <a:avLst/>
          </a:prstGeom>
          <a:noFill/>
        </p:spPr>
        <p:txBody>
          <a:bodyPr wrap="square">
            <a:spAutoFit/>
          </a:bodyPr>
          <a:lstStyle/>
          <a:p>
            <a:r>
              <a:rPr sz="1550" b="1" i="0">
                <a:solidFill>
                  <a:srgbClr val="006E96"/>
                </a:solidFill>
                <a:latin typeface="Arial"/>
              </a:rPr>
              <a:t>Six deliverables across five phases, produced in that order — Plan produces two.</a:t>
            </a:r>
          </a:p>
        </p:txBody>
      </p:sp>
      <p:sp>
        <p:nvSpPr>
          <p:cNvPr id="22" name="TextBox 21"/>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05840" y="2103120"/>
            <a:ext cx="10149840" cy="2377440"/>
          </a:xfrm>
          <a:prstGeom prst="rect">
            <a:avLst/>
          </a:prstGeom>
          <a:noFill/>
        </p:spPr>
        <p:txBody>
          <a:bodyPr wrap="square">
            <a:spAutoFit/>
          </a:bodyPr>
          <a:lstStyle/>
          <a:p>
            <a:r>
              <a:rPr sz="3000" b="1" i="0">
                <a:solidFill>
                  <a:srgbClr val="1A1A1A"/>
                </a:solidFill>
                <a:latin typeface="Arial"/>
              </a:rPr>
              <a:t>Progressa is a realistic education sector with the fragmentation problem most countries share — the canvas for running the whole method, step by step, so you can reproduce it on your own.</a:t>
            </a:r>
          </a:p>
        </p:txBody>
      </p:sp>
      <p:sp>
        <p:nvSpPr>
          <p:cNvPr id="3" name="TextBox 2"/>
          <p:cNvSpPr txBox="1"/>
          <p:nvPr/>
        </p:nvSpPr>
        <p:spPr>
          <a:xfrm>
            <a:off x="1005840" y="1554480"/>
            <a:ext cx="5486400" cy="365760"/>
          </a:xfrm>
          <a:prstGeom prst="rect">
            <a:avLst/>
          </a:prstGeom>
          <a:noFill/>
        </p:spPr>
        <p:txBody>
          <a:bodyPr wrap="square">
            <a:spAutoFit/>
          </a:bodyPr>
          <a:lstStyle/>
          <a:p>
            <a:r>
              <a:rPr sz="1200" b="1" i="0">
                <a:solidFill>
                  <a:srgbClr val="006E96"/>
                </a:solidFill>
                <a:latin typeface="Arial"/>
              </a:rPr>
              <a:t>IN ONE SENTENCE</a:t>
            </a:r>
          </a:p>
        </p:txBody>
      </p:sp>
      <p:sp>
        <p:nvSpPr>
          <p:cNvPr id="4" name="Rounded Rectangle 3"/>
          <p:cNvSpPr/>
          <p:nvPr/>
        </p:nvSpPr>
        <p:spPr>
          <a:xfrm>
            <a:off x="658368" y="4709160"/>
            <a:ext cx="10881360" cy="1554480"/>
          </a:xfrm>
          <a:prstGeom prst="roundRect">
            <a:avLst>
              <a:gd name="adj" fmla="val 4500"/>
            </a:avLst>
          </a:prstGeom>
          <a:solidFill>
            <a:srgbClr val="FFFFFF"/>
          </a:solidFill>
          <a:ln w="9525">
            <a:solidFill>
              <a:srgbClr val="009C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noAutofit/>
          </a:bodyPr>
          <a:lstStyle/>
          <a:p>
            <a:pPr algn="l">
              <a:spcAft>
                <a:spcPts val="400"/>
              </a:spcAft>
            </a:pPr>
            <a:r>
              <a:rPr sz="1800" b="1" i="0">
                <a:solidFill>
                  <a:srgbClr val="006E96"/>
                </a:solidFill>
                <a:latin typeface="Arial"/>
              </a:rPr>
              <a:t>Do this on your own sector. </a:t>
            </a:r>
            <a:r>
              <a:rPr sz="1800" b="1" i="0">
                <a:solidFill>
                  <a:srgbClr val="1A1A1A"/>
                </a:solidFill>
                <a:latin typeface="Arial"/>
              </a:rPr>
              <a:t>Build your own demonstration canvas.</a:t>
            </a:r>
          </a:p>
          <a:p>
            <a:pPr algn="l">
              <a:spcAft>
                <a:spcPts val="400"/>
              </a:spcAft>
            </a:pPr>
            <a:r>
              <a:rPr sz="1800" b="0" i="0">
                <a:solidFill>
                  <a:srgbClr val="595959"/>
                </a:solidFill>
                <a:latin typeface="Arial"/>
              </a:rPr>
              <a:t>The prompt in the companion material gives you a one-page canvas (bodies, symptoms, stalled flagship). Before the next video.</a:t>
            </a:r>
          </a:p>
        </p:txBody>
      </p:sp>
      <p:sp>
        <p:nvSpPr>
          <p:cNvPr id="5" name="TextBox 4"/>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
        <p:nvSpPr>
          <p:cNvPr id="6" name="TextBox 5"/>
          <p:cNvSpPr txBox="1"/>
          <p:nvPr/>
        </p:nvSpPr>
        <p:spPr>
          <a:xfrm>
            <a:off x="10058400" y="6473952"/>
            <a:ext cx="1673352" cy="292608"/>
          </a:xfrm>
          <a:prstGeom prst="rect">
            <a:avLst/>
          </a:prstGeom>
          <a:noFill/>
        </p:spPr>
        <p:txBody>
          <a:bodyPr wrap="square">
            <a:spAutoFit/>
          </a:bodyPr>
          <a:lstStyle/>
          <a:p>
            <a:pPr algn="r"/>
            <a:r>
              <a:rPr sz="900" b="0" i="0">
                <a:solidFill>
                  <a:srgbClr val="595959"/>
                </a:solidFill>
                <a:latin typeface="Arial"/>
              </a:rPr>
              <a:t>www.itu.int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384048"/>
            <a:ext cx="45720" cy="256032"/>
          </a:xfrm>
          <a:prstGeom prst="rect">
            <a:avLst/>
          </a:prstGeom>
          <a:solidFill>
            <a:srgbClr val="009C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274320"/>
            <a:ext cx="11247120" cy="914400"/>
          </a:xfrm>
          <a:prstGeom prst="rect">
            <a:avLst/>
          </a:prstGeom>
          <a:noFill/>
        </p:spPr>
        <p:txBody>
          <a:bodyPr wrap="square">
            <a:spAutoFit/>
          </a:bodyPr>
          <a:lstStyle/>
          <a:p>
            <a:r>
              <a:rPr sz="2800" b="1" i="0">
                <a:solidFill>
                  <a:srgbClr val="1A1A1A"/>
                </a:solidFill>
                <a:latin typeface="Arial"/>
              </a:rPr>
              <a:t>Sources</a:t>
            </a:r>
          </a:p>
        </p:txBody>
      </p:sp>
      <p:sp>
        <p:nvSpPr>
          <p:cNvPr id="4" name="TextBox 3"/>
          <p:cNvSpPr txBox="1"/>
          <p:nvPr/>
        </p:nvSpPr>
        <p:spPr>
          <a:xfrm>
            <a:off x="658368" y="1554480"/>
            <a:ext cx="10789920" cy="3840480"/>
          </a:xfrm>
          <a:prstGeom prst="rect">
            <a:avLst/>
          </a:prstGeom>
          <a:noFill/>
        </p:spPr>
        <p:txBody>
          <a:bodyPr wrap="square">
            <a:spAutoFit/>
          </a:bodyPr>
          <a:lstStyle/>
          <a:p>
            <a:pPr>
              <a:spcAft>
                <a:spcPts val="1200"/>
              </a:spcAft>
            </a:pPr>
            <a:r>
              <a:rPr sz="1700" b="0" i="0">
                <a:solidFill>
                  <a:srgbClr val="1A1A1A"/>
                </a:solidFill>
                <a:latin typeface="Arial"/>
              </a:rPr>
              <a:t>•  PAERA v1.0 — §2.1 (Problem statement)</a:t>
            </a:r>
          </a:p>
          <a:p>
            <a:pPr>
              <a:spcAft>
                <a:spcPts val="1200"/>
              </a:spcAft>
            </a:pPr>
            <a:r>
              <a:rPr sz="1700" b="0" i="0">
                <a:solidFill>
                  <a:srgbClr val="1A1A1A"/>
                </a:solidFill>
                <a:latin typeface="Arial"/>
              </a:rPr>
              <a:t>•  PAERA v1.0 — §2.3 (Role of Enterprise Architecture)</a:t>
            </a:r>
          </a:p>
        </p:txBody>
      </p:sp>
      <p:sp>
        <p:nvSpPr>
          <p:cNvPr id="5" name="TextBox 4"/>
          <p:cNvSpPr txBox="1"/>
          <p:nvPr/>
        </p:nvSpPr>
        <p:spPr>
          <a:xfrm>
            <a:off x="658368" y="5806440"/>
            <a:ext cx="10789920" cy="457200"/>
          </a:xfrm>
          <a:prstGeom prst="rect">
            <a:avLst/>
          </a:prstGeom>
          <a:noFill/>
        </p:spPr>
        <p:txBody>
          <a:bodyPr wrap="square">
            <a:spAutoFit/>
          </a:bodyPr>
          <a:lstStyle/>
          <a:p>
            <a:r>
              <a:rPr sz="1400" b="1" i="0">
                <a:solidFill>
                  <a:srgbClr val="006E96"/>
                </a:solidFill>
                <a:latin typeface="Arial"/>
              </a:rPr>
              <a:t>Find the link in the description.</a:t>
            </a:r>
          </a:p>
        </p:txBody>
      </p:sp>
      <p:sp>
        <p:nvSpPr>
          <p:cNvPr id="6" name="TextBox 5"/>
          <p:cNvSpPr txBox="1"/>
          <p:nvPr/>
        </p:nvSpPr>
        <p:spPr>
          <a:xfrm>
            <a:off x="457200" y="6473952"/>
            <a:ext cx="7772400" cy="292608"/>
          </a:xfrm>
          <a:prstGeom prst="rect">
            <a:avLst/>
          </a:prstGeom>
          <a:noFill/>
        </p:spPr>
        <p:txBody>
          <a:bodyPr wrap="square">
            <a:spAutoFit/>
          </a:bodyPr>
          <a:lstStyle/>
          <a:p>
            <a:r>
              <a:rPr sz="900" b="0" i="0">
                <a:solidFill>
                  <a:srgbClr val="595959"/>
                </a:solidFill>
                <a:latin typeface="Arial"/>
              </a:rPr>
              <a:t>4.1 · Meet Progressa — a real sector with a real fragmentation problem</a:t>
            </a:r>
          </a:p>
        </p:txBody>
      </p:sp>
    </p:spTree>
  </p:cSld>
  <p:clrMapOvr>
    <a:masterClrMapping/>
  </p:clrMapOvr>
</p:sld>
</file>

<file path=ppt/theme/theme1.xml><?xml version="1.0" encoding="utf-8"?>
<a:theme xmlns:a="http://schemas.openxmlformats.org/drawingml/2006/main" name="ITU Theme - Whit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0000"/>
      </a:hlink>
      <a:folHlink>
        <a:srgbClr val="757070"/>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A0500DBE-3369-4A4A-B28D-9AE5003E2570}"/>
    </a:ext>
  </a:extLst>
</a:theme>
</file>

<file path=ppt/theme/theme2.xml><?xml version="1.0" encoding="utf-8"?>
<a:theme xmlns:a="http://schemas.openxmlformats.org/drawingml/2006/main" name="Big text">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EA5A528F-177A-4F34-B410-08836428AF20}"/>
    </a:ext>
  </a:extLst>
</a:theme>
</file>

<file path=ppt/theme/theme3.xml><?xml version="1.0" encoding="utf-8"?>
<a:theme xmlns:a="http://schemas.openxmlformats.org/drawingml/2006/main" name="Quote Slide">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B0771621-B97B-4C13-9C8D-7F1D735791AC}"/>
    </a:ext>
  </a:extLst>
</a:theme>
</file>

<file path=ppt/theme/theme4.xml><?xml version="1.0" encoding="utf-8"?>
<a:theme xmlns:a="http://schemas.openxmlformats.org/drawingml/2006/main" name="ITU Theme light blue bg">
  <a:themeElements>
    <a:clrScheme name="ITU Template">
      <a:dk1>
        <a:sysClr val="windowText" lastClr="000000"/>
      </a:dk1>
      <a:lt1>
        <a:sysClr val="window" lastClr="FFFFFF"/>
      </a:lt1>
      <a:dk2>
        <a:srgbClr val="3A3838"/>
      </a:dk2>
      <a:lt2>
        <a:srgbClr val="F5FAFC"/>
      </a:lt2>
      <a:accent1>
        <a:srgbClr val="009CD6"/>
      </a:accent1>
      <a:accent2>
        <a:srgbClr val="757070"/>
      </a:accent2>
      <a:accent3>
        <a:srgbClr val="A5A5A5"/>
      </a:accent3>
      <a:accent4>
        <a:srgbClr val="595959"/>
      </a:accent4>
      <a:accent5>
        <a:srgbClr val="005EB8"/>
      </a:accent5>
      <a:accent6>
        <a:srgbClr val="E5F5FB"/>
      </a:accent6>
      <a:hlink>
        <a:srgbClr val="009CD6"/>
      </a:hlink>
      <a:folHlink>
        <a:srgbClr val="009CD6"/>
      </a:folHlink>
    </a:clrScheme>
    <a:fontScheme name="ITU Powerpoint Tempolate">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ITU_Powerpoint_Standard_template_July_2022.potx" id="{034C4141-8F63-40F4-9DEE-E5766630A6A8}" vid="{D1ECFA71-5D53-4A3F-BEBD-1C69573B5224}"/>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ed7f0f61-51dd-499b-8f04-7c837a526382">
      <Terms xmlns="http://schemas.microsoft.com/office/infopath/2007/PartnerControls"/>
    </lcf76f155ced4ddcb4097134ff3c332f>
    <TaxCatchAll xmlns="ab90e5c9-10d8-4476-84ba-6005a25f4984"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53A3A08329EEE04EB33D96A577905A26" ma:contentTypeVersion="19" ma:contentTypeDescription="Create a new document." ma:contentTypeScope="" ma:versionID="a8087e2cbe64624dcde6ca4894bfb0b6">
  <xsd:schema xmlns:xsd="http://www.w3.org/2001/XMLSchema" xmlns:xs="http://www.w3.org/2001/XMLSchema" xmlns:p="http://schemas.microsoft.com/office/2006/metadata/properties" xmlns:ns2="ed7f0f61-51dd-499b-8f04-7c837a526382" xmlns:ns3="ab90e5c9-10d8-4476-84ba-6005a25f4984" targetNamespace="http://schemas.microsoft.com/office/2006/metadata/properties" ma:root="true" ma:fieldsID="2701f39123c6a01fbf026076f5c6add9" ns2:_="" ns3:_="">
    <xsd:import namespace="ed7f0f61-51dd-499b-8f04-7c837a526382"/>
    <xsd:import namespace="ab90e5c9-10d8-4476-84ba-6005a25f4984"/>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MediaServiceDateTaken" minOccurs="0"/>
                <xsd:element ref="ns2:MediaLengthInSeconds" minOccurs="0"/>
                <xsd:element ref="ns2:MediaServiceAutoTags" minOccurs="0"/>
                <xsd:element ref="ns2:MediaServiceOCR" minOccurs="0"/>
                <xsd:element ref="ns2:MediaServiceGenerationTime" minOccurs="0"/>
                <xsd:element ref="ns2:MediaServiceEventHashCode" minOccurs="0"/>
                <xsd:element ref="ns2:lcf76f155ced4ddcb4097134ff3c332f" minOccurs="0"/>
                <xsd:element ref="ns3:TaxCatchAll" minOccurs="0"/>
                <xsd:element ref="ns2:MediaServiceLocation"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d7f0f61-51dd-499b-8f04-7c837a52638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4" nillable="true" ma:displayName="MediaServiceDateTaken" ma:hidden="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element name="MediaServiceAutoTags" ma:index="16" nillable="true" ma:displayName="Tags" ma:internalName="MediaServiceAutoTags" ma:readOnly="true">
      <xsd:simpleType>
        <xsd:restriction base="dms:Text"/>
      </xsd:simple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lcf76f155ced4ddcb4097134ff3c332f" ma:index="21" nillable="true" ma:taxonomy="true" ma:internalName="lcf76f155ced4ddcb4097134ff3c332f" ma:taxonomyFieldName="MediaServiceImageTags" ma:displayName="Image Tags" ma:readOnly="false" ma:fieldId="{5cf76f15-5ced-4ddc-b409-7134ff3c332f}" ma:taxonomyMulti="true" ma:sspId="0e895586-ec57-4162-862b-45953123501e" ma:termSetId="09814cd3-568e-fe90-9814-8d621ff8fb84" ma:anchorId="fba54fb3-c3e1-fe81-a776-ca4b69148c4d" ma:open="true" ma:isKeyword="false">
      <xsd:complexType>
        <xsd:sequence>
          <xsd:element ref="pc:Terms" minOccurs="0" maxOccurs="1"/>
        </xsd:sequence>
      </xsd:complexType>
    </xsd:element>
    <xsd:element name="MediaServiceLocation" ma:index="23" nillable="true" ma:displayName="Location" ma:indexed="true" ma:internalName="MediaServiceLocation" ma:readOnly="true">
      <xsd:simpleType>
        <xsd:restriction base="dms:Text"/>
      </xsd:simpleType>
    </xsd:element>
    <xsd:element name="MediaServiceObjectDetectorVersions" ma:index="24" nillable="true" ma:displayName="MediaServiceObjectDetectorVersions"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MediaServiceBillingMetadata" ma:index="26"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ab90e5c9-10d8-4476-84ba-6005a25f4984"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22" nillable="true" ma:displayName="Taxonomy Catch All Column" ma:hidden="true" ma:list="{f45fae84-f8a8-4d35-b240-8a5cf95bb259}" ma:internalName="TaxCatchAll" ma:showField="CatchAllData" ma:web="ab90e5c9-10d8-4476-84ba-6005a25f4984">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5F615F30-55BC-4400-8171-49B6C1A1BF75}">
  <ds:schemaRefs>
    <ds:schemaRef ds:uri="http://schemas.microsoft.com/office/2006/metadata/properties"/>
    <ds:schemaRef ds:uri="http://schemas.microsoft.com/office/infopath/2007/PartnerControls"/>
    <ds:schemaRef ds:uri="http://schemas.microsoft.com/sharepoint/v3"/>
    <ds:schemaRef ds:uri="ed7f0f61-51dd-499b-8f04-7c837a526382"/>
    <ds:schemaRef ds:uri="ab90e5c9-10d8-4476-84ba-6005a25f4984"/>
  </ds:schemaRefs>
</ds:datastoreItem>
</file>

<file path=customXml/itemProps2.xml><?xml version="1.0" encoding="utf-8"?>
<ds:datastoreItem xmlns:ds="http://schemas.openxmlformats.org/officeDocument/2006/customXml" ds:itemID="{A48191B6-3A4E-47E8-99A3-94A5982E1B43}">
  <ds:schemaRefs>
    <ds:schemaRef ds:uri="http://schemas.microsoft.com/sharepoint/v3/contenttype/forms"/>
  </ds:schemaRefs>
</ds:datastoreItem>
</file>

<file path=customXml/itemProps3.xml><?xml version="1.0" encoding="utf-8"?>
<ds:datastoreItem xmlns:ds="http://schemas.openxmlformats.org/officeDocument/2006/customXml" ds:itemID="{68C4513F-118C-4668-805A-58D1CE3FDA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d7f0f61-51dd-499b-8f04-7c837a526382"/>
    <ds:schemaRef ds:uri="ab90e5c9-10d8-4476-84ba-6005a25f4984"/>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emplate>ITU_Powerpoint_standard_template_16x9__July_2022</Template>
  <TotalTime>462</TotalTime>
  <Words>2240</Words>
  <Application>Microsoft Office PowerPoint</Application>
  <PresentationFormat>Widescreen</PresentationFormat>
  <Paragraphs>473</Paragraphs>
  <Slides>38</Slides>
  <Notes>20</Notes>
  <HiddenSlides>0</HiddenSlides>
  <MMClips>0</MMClips>
  <ScaleCrop>false</ScaleCrop>
  <HeadingPairs>
    <vt:vector size="6" baseType="variant">
      <vt:variant>
        <vt:lpstr>Fonts Used</vt:lpstr>
      </vt:variant>
      <vt:variant>
        <vt:i4>6</vt:i4>
      </vt:variant>
      <vt:variant>
        <vt:lpstr>Theme</vt:lpstr>
      </vt:variant>
      <vt:variant>
        <vt:i4>4</vt:i4>
      </vt:variant>
      <vt:variant>
        <vt:lpstr>Slide Titles</vt:lpstr>
      </vt:variant>
      <vt:variant>
        <vt:i4>38</vt:i4>
      </vt:variant>
    </vt:vector>
  </HeadingPairs>
  <TitlesOfParts>
    <vt:vector size="48" baseType="lpstr">
      <vt:lpstr>Arial</vt:lpstr>
      <vt:lpstr>Avenir Next LT Pro</vt:lpstr>
      <vt:lpstr>Calibri</vt:lpstr>
      <vt:lpstr>Georgia</vt:lpstr>
      <vt:lpstr>Lato Light</vt:lpstr>
      <vt:lpstr>Roboto</vt:lpstr>
      <vt:lpstr>ITU Theme - White bg</vt:lpstr>
      <vt:lpstr>Big text</vt:lpstr>
      <vt:lpstr>Quote Slide</vt:lpstr>
      <vt:lpstr>ITU Theme light blue bg</vt:lpstr>
      <vt:lpstr>PowerPoint Presentation</vt:lpstr>
      <vt:lpstr>PowerPoint Presentation</vt:lpstr>
      <vt:lpstr>Slide title text Arial Bold 28pt</vt:lpstr>
      <vt:lpstr>PowerPoint Presentation</vt:lpstr>
      <vt:lpstr>Long slide title  goes here second line here</vt:lpstr>
      <vt:lpstr>Slide title goes here second line of slide title goes here </vt:lpstr>
      <vt:lpstr>Long slide title goes here second line here</vt:lpstr>
      <vt:lpstr>Long slide title goes here second line of slide title here third line goes here</vt:lpstr>
      <vt:lpstr>Long slide title goes here second line of slide title here third line goes here</vt:lpstr>
      <vt:lpstr>Slide title goes here</vt:lpstr>
      <vt:lpstr>PowerPoint Presentation</vt:lpstr>
      <vt:lpstr>Click to add slide title here  </vt:lpstr>
      <vt:lpstr>Click to add slide title here </vt:lpstr>
      <vt:lpstr>PowerPoint Presentation</vt:lpstr>
      <vt:lpstr>PowerPoint Presentation</vt:lpstr>
      <vt:lpstr>PowerPoint Presentation</vt:lpstr>
      <vt:lpstr>PowerPoint Presentation</vt:lpstr>
      <vt:lpstr>Placeholder text for slide title</vt:lpstr>
      <vt:lpstr>Simple table</vt:lpstr>
      <vt:lpstr>PowerPoint Presentation</vt:lpstr>
      <vt:lpstr>Figure 1: Figure title</vt:lpstr>
      <vt:lpstr>Graphics</vt:lpstr>
      <vt:lpstr>PowerPoint Presentation</vt:lpstr>
      <vt:lpstr>PowerPoint Presentation</vt:lpstr>
      <vt:lpstr>PowerPoint Presentation</vt:lpstr>
      <vt:lpstr>PowerPoint Presentation</vt:lpstr>
      <vt:lpstr>PowerPoint Presentation</vt:lpstr>
      <vt:lpstr>Figure Title</vt:lpstr>
      <vt:lpstr>Figure Title</vt:lpstr>
      <vt:lpstr>Figure Title</vt:lpstr>
      <vt:lpstr>Key figures</vt:lpstr>
      <vt:lpstr>PowerPoint Presentation</vt:lpstr>
      <vt:lpstr>Timeline title</vt:lpstr>
      <vt:lpstr>Timeline title</vt:lpstr>
      <vt:lpstr>Timeline title</vt:lpstr>
      <vt:lpstr>PowerPoint Presentation</vt:lpstr>
      <vt:lpstr>ITU Blue</vt:lpstr>
      <vt:lpstr>PowerPoint Presentation</vt:lpstr>
    </vt:vector>
  </TitlesOfParts>
  <Company>ITU</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CHIMA HERNANDEZ, Maria Fernanda</dc:creator>
  <cp:lastModifiedBy>Anselmino, Carolina</cp:lastModifiedBy>
  <cp:revision>1</cp:revision>
  <dcterms:created xsi:type="dcterms:W3CDTF">2026-05-08T11:19:41Z</dcterms:created>
  <dcterms:modified xsi:type="dcterms:W3CDTF">2026-07-22T19:37:40Z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0x01010053A3A08329EEE04EB33D96A577905A26</vt:lpwstr>
  </property>
  <property fmtid="{D5CDD505-2E9C-101B-9397-08002B2CF9AE}" pid="3" name="MediaServiceImageTags">
    <vt:lpwstr/>
  </property>
</Properties>
</file>