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11" r:id="rId33"/>
    <p:sldId id="2712" r:id="rId34"/>
    <p:sldId id="2713" r:id="rId35"/>
    <p:sldId id="2714" r:id="rId36"/>
    <p:sldId id="2715" r:id="rId37"/>
    <p:sldId id="2716" r:id="rId38"/>
    <p:sldId id="2717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One discipline makes principles useful instead of decorative. For each one, write three things: the statement, the reason, and the implication — what the principle forces you to do, or to refuse. Take 'reuse before build'. Statement: we consume an existing building block before we build a new one. Reason: the country pays once instead of many times. Implication: any project proposing to build its own identity or payment function must first show why the shared one cannot be used — and the EA Board can say no. A principle with a written implication can settle an argument. A principle without one cannot.</a:t>
            </a:r>
          </a:p>
          <a:p/>
          <a:p>
            <a:r>
              <a:t>The implication band is the operative beat of 2.3 — the only full-colour block in the video. Hold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Adopting them is three steps, not a three-month workshop. Step one: take the ten as your baseline. Step two: tailor the wording to your country — point each principle at your own laws, your data-protection act, your procurement rules, so it has teeth in your context. Step three: add at most a few principles your country genuinely needs that PAERA does not cover, and add them deliberately, with a reason written down. That is the whole job. You inherit the thinking; you localise the wording. You do not start from a blank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Every architecture team faces the same temptation early on. Someone says: let us write our country's architectural principles. Three months later there are forty drafts, half contradicting each other, and no agreement. There is a faster way — the principles already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First, be clear what a principle is for. An architectural principle is a short rule that settles a design argument before it starts. 'Reuse before you buy; buy before you build.' 'Data has one owner.' 'The citizen is asked for information only once.' A good principle is a decision you make once, so your team does not re-argue it on every project. Principles are working tools, not wall decorations. If a principle never changes a decision, it is not a principle — it is a slogan.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PAERA publishes ten architectural principles in section 5.2. They cover the ground every public-sector architecture needs. Rule of law, so every system has a legal basis. Intrinsic security and privacy, built in, not added later. Openness and transparency. Interoperability by default. Once-only — the state asks a citizen for the same information only once. User-centred and inclusive design. Reuse and sharing before building new. Data as a managed asset, with one source of truth. Technology neutrality, to avoid lock-in. And sustainability, so what you build can be maintained. Ten principles, already debated across many countries, ready to adopt.</a:t>
            </a:r>
          </a:p>
          <a:p/>
          <a:p>
            <a:r>
              <a:t>Reveal cumulatively, one row at a time, in the order spoken. This is the reference payload of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2.3. Content slides are identical to the corresponding section of the combined deck KP1_M2_Deck_v0.2.pptx;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Do not spend your first year writing principles. Adopt PAERA's ten, point each at your country's laws, and give each a written implication so it can settle a real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800" b="1" i="0">
                <a:solidFill>
                  <a:srgbClr val="1A1A1A"/>
                </a:solidFill>
                <a:latin typeface="Arial"/>
              </a:rPr>
              <a:t>2.3 — Adopt your principles, don't draft them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2 · Video 2.3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PAERA publishes ten architectural principles, already debated across many countries. Your job is to adopt them, tailor the wording to your context, and use them to settle design arguments — not to spend your first year drafting principles from scratch.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Chief architect · senior architect · sector ICT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FOUR LAYERS THIS MODULE TEACHES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Business — what the body does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Data — what it holds, who owns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Application — what supports the work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Technology — what it all runs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6 shared entities · 10 principles to adopt · 2 traps to catch at Assess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2 · VIDEO 2.3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Adopt your principles, don't draft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PAERA publishes ten architectural principles, already debated across many countries. Your job is to adopt them, tailor the wording to your context, and use them to settle design arguments — not to spend your first year drafting principles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principle is a short rule that settles a design argument before it starts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Reuse before you buy; buy before you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Data has one owner.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93008" cy="173736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792224"/>
            <a:ext cx="3090672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Ask the citizen only once.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49039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decision you make once, so your team does not re-argue it on every project.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892040"/>
            <a:ext cx="10881360" cy="100584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5038344"/>
            <a:ext cx="1047902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If a principle never changes a decision, it is not a principle — it is a slogan.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PAERA gives you ten — already debated across many countries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536192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8132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Rule of law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322576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246888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1401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Intrinsic security and privacy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55264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3401568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346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Openness and transparency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187952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334255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279392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Interoperability by default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120640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" y="5266944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52120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Once-only</a:t>
            </a:r>
          </a:p>
        </p:txBody>
      </p:sp>
      <p:sp>
        <p:nvSpPr>
          <p:cNvPr id="18" name="Oval 17"/>
          <p:cNvSpPr/>
          <p:nvPr/>
        </p:nvSpPr>
        <p:spPr>
          <a:xfrm>
            <a:off x="6281928" y="1536192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148132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User-centred and inclusive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8" y="2322576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81928" y="246888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241401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Reuse and sharing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3255264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81928" y="3401568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3346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Data as a managed asset — one source of truth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1928" y="4187952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81928" y="4334255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4279392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Technology neutrality — avoid lock-in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1928" y="5120640"/>
            <a:ext cx="525780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81928" y="5266944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39128" y="52120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Arial"/>
              </a:rPr>
              <a:t>Sustainability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Adopting them is three steps, not a three-month workshop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46304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1732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Adopt the ten as your baseline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You inherit the thinking instead of starting from a blank page.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9916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30784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03276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Tailor the wording to your country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Point each principle at your own laws, your data-protection act, your procurement rules, so it has teeth in your context.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6070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46939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48200"/>
            <a:ext cx="10527487" cy="156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Add at most a few country-specific principles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Only where PAERA genuinely does not cover something — deliberately, with a reason written down.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Make a principle bite — statement, reason, implication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0020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006E96"/>
                </a:solidFill>
                <a:latin typeface="Arial"/>
              </a:rPr>
              <a:t>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709928"/>
            <a:ext cx="8183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Arial"/>
              </a:rPr>
              <a:t>We consume an existing building block before we build a new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990088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006E96"/>
                </a:solidFill>
                <a:latin typeface="Arial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3099816"/>
            <a:ext cx="818387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Arial"/>
              </a:rPr>
              <a:t>The country pays once, not many times.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379976"/>
            <a:ext cx="10881360" cy="146304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51713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Arial"/>
              </a:rPr>
              <a:t>IMPLICATION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489704"/>
            <a:ext cx="81838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Arial"/>
              </a:rPr>
              <a:t>Any project proposing to build its own identity must first show why the shared one cannot be used — and the EA Board can say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978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0" i="0">
                <a:solidFill>
                  <a:srgbClr val="595959"/>
                </a:solidFill>
                <a:latin typeface="Arial"/>
              </a:rPr>
              <a:t>A principle with a written implication can settle an argument. A principle without one cannot.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Principles are decisions you make once so your team does not re-argue them on every project — and PAERA already made the first ten for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Turn a PAERA principle into a country-tailored principle card.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four-part principle card ready for the EA Board's principle register.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 (Principles)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§3.3 (Digital Infrastructure principles)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2.3 · Adopt your principles, don't draft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