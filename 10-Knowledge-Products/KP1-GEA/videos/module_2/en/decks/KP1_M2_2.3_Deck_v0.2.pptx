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ngesInfos/changesInfo1.xml" ContentType="application/vnd.ms-powerpoint.changesinfo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4"/>
    <p:sldMasterId id="2147483709" r:id="rId5"/>
    <p:sldMasterId id="2147483713" r:id="rId6"/>
    <p:sldMasterId id="2147483691" r:id="rId7"/>
  </p:sldMasterIdLst>
  <p:notesMasterIdLst>
    <p:notesMasterId r:id="rId46"/>
  </p:notesMasterIdLst>
  <p:handoutMasterIdLst>
    <p:handoutMasterId r:id="rId47"/>
  </p:handoutMasterIdLst>
  <p:sldIdLst>
    <p:sldId id="2713" r:id="rId35"/>
    <p:sldId id="2714" r:id="rId36"/>
    <p:sldId id="2715" r:id="rId37"/>
    <p:sldId id="2716" r:id="rId38"/>
    <p:sldId id="2717" r:id="rId39"/>
    <p:sldId id="2718" r:id="rId40"/>
    <p:sldId id="2719" r:id="rId41"/>
    <p:sldId id="2720" r:id="rId4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6A6A6"/>
    <a:srgbClr val="0083B3"/>
    <a:srgbClr val="9D26FF"/>
    <a:srgbClr val="0076A1"/>
    <a:srgbClr val="FFFFFF"/>
    <a:srgbClr val="009CD6"/>
    <a:srgbClr val="A5A5A5"/>
    <a:srgbClr val="757070"/>
    <a:srgbClr val="6F6F6E"/>
    <a:srgbClr val="F5FAF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CBC4942-2EA4-48B8-A075-B5F2ABFFFDF6}" v="10" dt="2026-07-22T19:37:31.02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71" d="100"/>
          <a:sy n="71" d="100"/>
        </p:scale>
        <p:origin x="412" y="4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124" d="100"/>
          <a:sy n="124" d="100"/>
        </p:scale>
        <p:origin x="4188" y="88"/>
      </p:cViewPr>
      <p:guideLst/>
    </p:cSldViewPr>
  </p:notes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Master" Target="slideMasters/slideMaster2.xml"/><Relationship Id="rId6" Type="http://schemas.openxmlformats.org/officeDocument/2006/relationships/slideMaster" Target="slideMasters/slideMaster3.xml"/><Relationship Id="rId7" Type="http://schemas.openxmlformats.org/officeDocument/2006/relationships/slideMaster" Target="slideMasters/slideMaster4.xml"/><Relationship Id="rId35" Type="http://schemas.openxmlformats.org/officeDocument/2006/relationships/slide" Target="slides/slide20.xml"/><Relationship Id="rId36" Type="http://schemas.openxmlformats.org/officeDocument/2006/relationships/slide" Target="slides/slide21.xml"/><Relationship Id="rId37" Type="http://schemas.openxmlformats.org/officeDocument/2006/relationships/slide" Target="slides/slide22.xml"/><Relationship Id="rId38" Type="http://schemas.openxmlformats.org/officeDocument/2006/relationships/slide" Target="slides/slide23.xml"/><Relationship Id="rId39" Type="http://schemas.openxmlformats.org/officeDocument/2006/relationships/slide" Target="slides/slide24.xml"/><Relationship Id="rId40" Type="http://schemas.openxmlformats.org/officeDocument/2006/relationships/slide" Target="slides/slide25.xml"/><Relationship Id="rId41" Type="http://schemas.openxmlformats.org/officeDocument/2006/relationships/slide" Target="slides/slide26.xml"/><Relationship Id="rId42" Type="http://schemas.openxmlformats.org/officeDocument/2006/relationships/slide" Target="slides/slide27.xml"/><Relationship Id="rId46" Type="http://schemas.openxmlformats.org/officeDocument/2006/relationships/notesMaster" Target="notesMasters/notesMaster1.xml"/><Relationship Id="rId47" Type="http://schemas.openxmlformats.org/officeDocument/2006/relationships/handoutMaster" Target="handoutMasters/handoutMaster1.xml"/><Relationship Id="rId48" Type="http://schemas.openxmlformats.org/officeDocument/2006/relationships/presProps" Target="presProps.xml"/><Relationship Id="rId49" Type="http://schemas.openxmlformats.org/officeDocument/2006/relationships/viewProps" Target="viewProps.xml"/><Relationship Id="rId50" Type="http://schemas.openxmlformats.org/officeDocument/2006/relationships/theme" Target="theme/theme1.xml"/><Relationship Id="rId51" Type="http://schemas.openxmlformats.org/officeDocument/2006/relationships/tableStyles" Target="tableStyles.xml"/><Relationship Id="rId52" Type="http://schemas.microsoft.com/office/2016/11/relationships/changesInfo" Target="changesInfos/changesInfo1.xml"/><Relationship Id="rId53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nselmino, Carolina" userId="5c3f6dd0-fb53-498d-9f5e-392bc2a3ffc7" providerId="ADAL" clId="{E38CDB5B-0F14-49C4-839B-AE81B7033013}"/>
    <pc:docChg chg="undo custSel addSld delSld modSld">
      <pc:chgData name="Anselmino, Carolina" userId="5c3f6dd0-fb53-498d-9f5e-392bc2a3ffc7" providerId="ADAL" clId="{E38CDB5B-0F14-49C4-839B-AE81B7033013}" dt="2026-07-22T19:37:31.024" v="702" actId="164"/>
      <pc:docMkLst>
        <pc:docMk/>
      </pc:docMkLst>
      <pc:sldChg chg="modSp mod">
        <pc:chgData name="Anselmino, Carolina" userId="5c3f6dd0-fb53-498d-9f5e-392bc2a3ffc7" providerId="ADAL" clId="{E38CDB5B-0F14-49C4-839B-AE81B7033013}" dt="2026-07-22T11:43:29.600" v="14" actId="1076"/>
        <pc:sldMkLst>
          <pc:docMk/>
          <pc:sldMk cId="1405143857" sldId="280"/>
        </pc:sldMkLst>
        <pc:spChg chg="mod">
          <ac:chgData name="Anselmino, Carolina" userId="5c3f6dd0-fb53-498d-9f5e-392bc2a3ffc7" providerId="ADAL" clId="{E38CDB5B-0F14-49C4-839B-AE81B7033013}" dt="2026-07-22T11:43:19.760" v="12" actId="1076"/>
          <ac:spMkLst>
            <pc:docMk/>
            <pc:sldMk cId="1405143857" sldId="280"/>
            <ac:spMk id="45" creationId="{1FF21F3A-03EB-4BF7-B952-9FA7182F69DE}"/>
          </ac:spMkLst>
        </pc:spChg>
        <pc:grpChg chg="mod">
          <ac:chgData name="Anselmino, Carolina" userId="5c3f6dd0-fb53-498d-9f5e-392bc2a3ffc7" providerId="ADAL" clId="{E38CDB5B-0F14-49C4-839B-AE81B7033013}" dt="2026-07-22T11:43:29.600" v="14" actId="1076"/>
          <ac:grpSpMkLst>
            <pc:docMk/>
            <pc:sldMk cId="1405143857" sldId="280"/>
            <ac:grpSpMk id="44" creationId="{B8FF808C-B389-4C00-87CD-F61A6779EE7C}"/>
          </ac:grpSpMkLst>
        </pc:grpChg>
      </pc:sldChg>
      <pc:sldChg chg="addSp delSp modSp mod">
        <pc:chgData name="Anselmino, Carolina" userId="5c3f6dd0-fb53-498d-9f5e-392bc2a3ffc7" providerId="ADAL" clId="{E38CDB5B-0F14-49C4-839B-AE81B7033013}" dt="2026-07-22T19:37:31.024" v="702" actId="164"/>
        <pc:sldMkLst>
          <pc:docMk/>
          <pc:sldMk cId="1196800265" sldId="2681"/>
        </pc:sldMkLst>
        <pc:spChg chg="mod">
          <ac:chgData name="Anselmino, Carolina" userId="5c3f6dd0-fb53-498d-9f5e-392bc2a3ffc7" providerId="ADAL" clId="{E38CDB5B-0F14-49C4-839B-AE81B7033013}" dt="2026-07-22T11:44:01.404" v="22" actId="12788"/>
          <ac:spMkLst>
            <pc:docMk/>
            <pc:sldMk cId="1196800265" sldId="2681"/>
            <ac:spMk id="9" creationId="{A74A033E-F2C4-63F1-935E-B0E00C34458D}"/>
          </ac:spMkLst>
        </pc:spChg>
        <pc:spChg chg="mod">
          <ac:chgData name="Anselmino, Carolina" userId="5c3f6dd0-fb53-498d-9f5e-392bc2a3ffc7" providerId="ADAL" clId="{E38CDB5B-0F14-49C4-839B-AE81B7033013}" dt="2026-07-22T11:46:41.299" v="210" actId="20577"/>
          <ac:spMkLst>
            <pc:docMk/>
            <pc:sldMk cId="1196800265" sldId="2681"/>
            <ac:spMk id="12" creationId="{EEB08032-CE0E-4986-AEDF-A41026C0E8B9}"/>
          </ac:spMkLst>
        </pc:spChg>
        <pc:spChg chg="add mod">
          <ac:chgData name="Anselmino, Carolina" userId="5c3f6dd0-fb53-498d-9f5e-392bc2a3ffc7" providerId="ADAL" clId="{E38CDB5B-0F14-49C4-839B-AE81B7033013}" dt="2026-07-22T11:46:31.178" v="195" actId="20577"/>
          <ac:spMkLst>
            <pc:docMk/>
            <pc:sldMk cId="1196800265" sldId="2681"/>
            <ac:spMk id="14" creationId="{B5087B80-3EE4-1881-0130-ED58CA625092}"/>
          </ac:spMkLst>
        </pc:spChg>
        <pc:spChg chg="add mod">
          <ac:chgData name="Anselmino, Carolina" userId="5c3f6dd0-fb53-498d-9f5e-392bc2a3ffc7" providerId="ADAL" clId="{E38CDB5B-0F14-49C4-839B-AE81B7033013}" dt="2026-07-22T11:51:15.375" v="432" actId="20577"/>
          <ac:spMkLst>
            <pc:docMk/>
            <pc:sldMk cId="1196800265" sldId="2681"/>
            <ac:spMk id="17" creationId="{5E8796F7-DD26-D250-5E97-B38B22298E72}"/>
          </ac:spMkLst>
        </pc:spChg>
        <pc:spChg chg="add mod">
          <ac:chgData name="Anselmino, Carolina" userId="5c3f6dd0-fb53-498d-9f5e-392bc2a3ffc7" providerId="ADAL" clId="{E38CDB5B-0F14-49C4-839B-AE81B7033013}" dt="2026-07-22T19:37:31.024" v="702" actId="164"/>
          <ac:spMkLst>
            <pc:docMk/>
            <pc:sldMk cId="1196800265" sldId="2681"/>
            <ac:spMk id="19" creationId="{352ECD8B-4B24-AB9F-BF07-5E33A295F52D}"/>
          </ac:spMkLst>
        </pc:spChg>
        <pc:grpChg chg="add mod">
          <ac:chgData name="Anselmino, Carolina" userId="5c3f6dd0-fb53-498d-9f5e-392bc2a3ffc7" providerId="ADAL" clId="{E38CDB5B-0F14-49C4-839B-AE81B7033013}" dt="2026-07-22T19:37:31.024" v="702" actId="164"/>
          <ac:grpSpMkLst>
            <pc:docMk/>
            <pc:sldMk cId="1196800265" sldId="2681"/>
            <ac:grpSpMk id="8" creationId="{759E7638-035C-C837-D321-A8C06D48B5DC}"/>
          </ac:grpSpMkLst>
        </pc:grpChg>
        <pc:grpChg chg="add mod">
          <ac:chgData name="Anselmino, Carolina" userId="5c3f6dd0-fb53-498d-9f5e-392bc2a3ffc7" providerId="ADAL" clId="{E38CDB5B-0F14-49C4-839B-AE81B7033013}" dt="2026-07-22T19:37:31.024" v="702" actId="164"/>
          <ac:grpSpMkLst>
            <pc:docMk/>
            <pc:sldMk cId="1196800265" sldId="2681"/>
            <ac:grpSpMk id="20" creationId="{0D0761BD-2F2F-6D79-B3EF-A531E092890D}"/>
          </ac:grpSpMkLst>
        </pc:grpChg>
        <pc:picChg chg="add del">
          <ac:chgData name="Anselmino, Carolina" userId="5c3f6dd0-fb53-498d-9f5e-392bc2a3ffc7" providerId="ADAL" clId="{E38CDB5B-0F14-49C4-839B-AE81B7033013}" dt="2026-07-22T11:42:32.545" v="4" actId="478"/>
          <ac:picMkLst>
            <pc:docMk/>
            <pc:sldMk cId="1196800265" sldId="2681"/>
            <ac:picMk id="3" creationId="{49CB780D-15A3-48FD-506A-45097B8C84EF}"/>
          </ac:picMkLst>
        </pc:picChg>
        <pc:picChg chg="add mod">
          <ac:chgData name="Anselmino, Carolina" userId="5c3f6dd0-fb53-498d-9f5e-392bc2a3ffc7" providerId="ADAL" clId="{E38CDB5B-0F14-49C4-839B-AE81B7033013}" dt="2026-07-22T11:42:43.855" v="6" actId="1076"/>
          <ac:picMkLst>
            <pc:docMk/>
            <pc:sldMk cId="1196800265" sldId="2681"/>
            <ac:picMk id="4" creationId="{69007BE6-4165-6B9F-CABD-19BC8B326D8F}"/>
          </ac:picMkLst>
        </pc:picChg>
        <pc:picChg chg="add del mod">
          <ac:chgData name="Anselmino, Carolina" userId="5c3f6dd0-fb53-498d-9f5e-392bc2a3ffc7" providerId="ADAL" clId="{E38CDB5B-0F14-49C4-839B-AE81B7033013}" dt="2026-07-22T11:43:03.472" v="10" actId="478"/>
          <ac:picMkLst>
            <pc:docMk/>
            <pc:sldMk cId="1196800265" sldId="2681"/>
            <ac:picMk id="6" creationId="{7BDA84B0-A315-5710-DC3F-3108F335D58B}"/>
          </ac:picMkLst>
        </pc:picChg>
        <pc:picChg chg="mod modCrop">
          <ac:chgData name="Anselmino, Carolina" userId="5c3f6dd0-fb53-498d-9f5e-392bc2a3ffc7" providerId="ADAL" clId="{E38CDB5B-0F14-49C4-839B-AE81B7033013}" dt="2026-07-22T11:36:58.998" v="2" actId="732"/>
          <ac:picMkLst>
            <pc:docMk/>
            <pc:sldMk cId="1196800265" sldId="2681"/>
            <ac:picMk id="7" creationId="{A2066351-C569-4C4C-A096-308777FCDC32}"/>
          </ac:picMkLst>
        </pc:picChg>
        <pc:picChg chg="mod">
          <ac:chgData name="Anselmino, Carolina" userId="5c3f6dd0-fb53-498d-9f5e-392bc2a3ffc7" providerId="ADAL" clId="{E38CDB5B-0F14-49C4-839B-AE81B7033013}" dt="2026-07-22T11:44:01.404" v="22" actId="12788"/>
          <ac:picMkLst>
            <pc:docMk/>
            <pc:sldMk cId="1196800265" sldId="2681"/>
            <ac:picMk id="10" creationId="{D4EAC1CC-FDEC-CB2B-4814-426FB9337D67}"/>
          </ac:picMkLst>
        </pc:picChg>
        <pc:cxnChg chg="mod">
          <ac:chgData name="Anselmino, Carolina" userId="5c3f6dd0-fb53-498d-9f5e-392bc2a3ffc7" providerId="ADAL" clId="{E38CDB5B-0F14-49C4-839B-AE81B7033013}" dt="2026-07-22T11:46:16.310" v="179" actId="14100"/>
          <ac:cxnSpMkLst>
            <pc:docMk/>
            <pc:sldMk cId="1196800265" sldId="2681"/>
            <ac:cxnSpMk id="11" creationId="{D9AD66F2-F7C0-4D03-9150-D28F17AC561D}"/>
          </ac:cxnSpMkLst>
        </pc:cxnChg>
      </pc:sldChg>
      <pc:sldChg chg="del">
        <pc:chgData name="Anselmino, Carolina" userId="5c3f6dd0-fb53-498d-9f5e-392bc2a3ffc7" providerId="ADAL" clId="{E38CDB5B-0F14-49C4-839B-AE81B7033013}" dt="2026-07-22T19:26:38.574" v="665" actId="47"/>
        <pc:sldMkLst>
          <pc:docMk/>
          <pc:sldMk cId="1763900471" sldId="2682"/>
        </pc:sldMkLst>
      </pc:sldChg>
      <pc:sldChg chg="del">
        <pc:chgData name="Anselmino, Carolina" userId="5c3f6dd0-fb53-498d-9f5e-392bc2a3ffc7" providerId="ADAL" clId="{E38CDB5B-0F14-49C4-839B-AE81B7033013}" dt="2026-07-22T19:26:35.304" v="664" actId="47"/>
        <pc:sldMkLst>
          <pc:docMk/>
          <pc:sldMk cId="1891845127" sldId="2685"/>
        </pc:sldMkLst>
      </pc:sldChg>
      <pc:sldChg chg="add del">
        <pc:chgData name="Anselmino, Carolina" userId="5c3f6dd0-fb53-498d-9f5e-392bc2a3ffc7" providerId="ADAL" clId="{E38CDB5B-0F14-49C4-839B-AE81B7033013}" dt="2026-07-22T15:50:00.267" v="434" actId="47"/>
        <pc:sldMkLst>
          <pc:docMk/>
          <pc:sldMk cId="2459501262" sldId="2695"/>
        </pc:sldMkLst>
      </pc:sldChg>
      <pc:sldChg chg="modSp add mod">
        <pc:chgData name="Anselmino, Carolina" userId="5c3f6dd0-fb53-498d-9f5e-392bc2a3ffc7" providerId="ADAL" clId="{E38CDB5B-0F14-49C4-839B-AE81B7033013}" dt="2026-07-22T19:17:50.009" v="663" actId="14100"/>
        <pc:sldMkLst>
          <pc:docMk/>
          <pc:sldMk cId="2895905977" sldId="2695"/>
        </pc:sldMkLst>
        <pc:spChg chg="mod">
          <ac:chgData name="Anselmino, Carolina" userId="5c3f6dd0-fb53-498d-9f5e-392bc2a3ffc7" providerId="ADAL" clId="{E38CDB5B-0F14-49C4-839B-AE81B7033013}" dt="2026-07-22T15:51:46.203" v="494" actId="20577"/>
          <ac:spMkLst>
            <pc:docMk/>
            <pc:sldMk cId="2895905977" sldId="2695"/>
            <ac:spMk id="5" creationId="{05ECEA81-427F-77E6-3A96-077D430CC49C}"/>
          </ac:spMkLst>
        </pc:spChg>
        <pc:spChg chg="mod">
          <ac:chgData name="Anselmino, Carolina" userId="5c3f6dd0-fb53-498d-9f5e-392bc2a3ffc7" providerId="ADAL" clId="{E38CDB5B-0F14-49C4-839B-AE81B7033013}" dt="2026-07-22T19:17:50.009" v="663" actId="14100"/>
          <ac:spMkLst>
            <pc:docMk/>
            <pc:sldMk cId="2895905977" sldId="2695"/>
            <ac:spMk id="6" creationId="{F5AB7147-07E3-D061-CD69-902D615A346F}"/>
          </ac:spMkLst>
        </pc:spChg>
        <pc:spChg chg="mod">
          <ac:chgData name="Anselmino, Carolina" userId="5c3f6dd0-fb53-498d-9f5e-392bc2a3ffc7" providerId="ADAL" clId="{E38CDB5B-0F14-49C4-839B-AE81B7033013}" dt="2026-07-22T15:52:40.119" v="519" actId="14100"/>
          <ac:spMkLst>
            <pc:docMk/>
            <pc:sldMk cId="2895905977" sldId="2695"/>
            <ac:spMk id="7" creationId="{645C8C6B-29A8-B1C0-3772-5822CAB07F15}"/>
          </ac:spMkLst>
        </pc:spChg>
      </pc:sldChg>
    </pc:docChg>
  </pc:docChgLst>
</pc:chgInfo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6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6BE192EA-4FB5-417A-96F6-B3058A54ABC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75D5479-0008-4BFD-BE18-7442B169130D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472114D-3A05-4B20-822E-8261653B33D2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ABD4BE7-9FD8-4D10-87DD-2B2BC23B46EC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10342B2-B657-4BF5-B0C4-8D3FD65073D3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1E5079B-D1F0-49DB-8DFB-E06CD09EC1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054729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4F008D2-43B4-45EB-8E80-36DCF9CD046D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6A8591F-50F3-4C40-9DA2-D793276CC0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99949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VO: First, be clear what a principle is for. An architectural principle is a short rule that settles a design argument before it starts. 'Reuse before you buy; buy before you build.' 'Data has one owner.' 'The citizen is asked for information only once.' A good principle is a decision you make once, so your team does not re-argue it on every project. Principles are working tools, not wall decorations. If a principle never changes a decision, it is not a principle — it is a slogan.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VO: Every architecture team faces the same temptation early on. Someone says: let us write our country's architectural principles. Three months later there are forty drafts, half contradicting each other, and no agreement. There is a faster way — the principles already exist.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Title card — the cold open. The hosts name the module, the video number, the title and the single message on this slide; no scripted narration. Hold until the opener begins; the opener is narrated on the next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VO: PAERA publishes ten architectural principles in section 5.2. They cover the ground every public-sector architecture needs. Rule of law, so every system has a legal basis. Intrinsic security and privacy, built in, not added later. Openness and transparency. Interoperability by default. Once-only — the state asks a citizen for the same information only once. User-centred and inclusive design. Reuse and sharing before building new. Data as a managed asset, with one source of truth. Technology neutrality, to avoid lock-in. And sustainability, so what you build can be maintained. Ten principles, already debated across many countries, ready to adopt.</a:t>
            </a:r>
          </a:p>
          <a:p/>
          <a:p>
            <a:r>
              <a:t>Reveal cumulatively, one row at a time, in the order spoken. This is the reference payload of the video.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VO: Adopting them is three steps, not a three-month workshop. Step one: take the ten as your baseline. Step two: tailor the wording to your country — point each principle at your own laws, your data-protection act, your procurement rules, so it has teeth in your context. Step three: add at most a few principles your country genuinely needs that PAERA does not cover, and add them deliberately, with a reason written down. That is the whole job. You inherit the thinking; you localise the wording. You do not start from a blank page.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VO: One discipline makes principles useful instead of decorative. For each one, write three things: the statement, the reason, and the implication — what the principle forces you to do, or to refuse. Take 'reuse before build'. Statement: we consume an existing building block before we build a new one. Reason: the country pays once instead of many times. Implication: any project proposing to build its own identity or payment function must first show why the shared one cannot be used — and the EA Board can say no. A principle with a written implication can settle an argument. A principle without one cannot.</a:t>
            </a:r>
          </a:p>
          <a:p/>
          <a:p>
            <a:r>
              <a:t>The implication band is the operative beat of 2.3 — the only full-colour block in the video. Hold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PRACTICE BOX (on-screen only — never read it, never paraphrase it, never point at it). It replaces the narrated handoff: this video ends on the recap and the Sources slide.</a:t>
            </a:r>
          </a:p>
          <a:p/>
          <a:p>
            <a:r>
              <a:t>VO: Do not spend your first year writing principles. Adopt PAERA's ten, point each at your country's laws, and give each a written implication so it can settle a real argument.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Sources slide, held ~5 seconds at the end of the video. Links are compiled into the YouTube description per ITU convention; no URLs read aloud.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ey margin-Content with Caption (White bg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CF752D4-D41F-48C8-BC93-770A10B9CEFC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728691" y="1959151"/>
            <a:ext cx="4090872" cy="4200245"/>
          </a:xfrm>
        </p:spPr>
        <p:txBody>
          <a:bodyPr>
            <a:noAutofit/>
          </a:bodyPr>
          <a:lstStyle>
            <a:lvl1pPr marL="0" indent="0">
              <a:lnSpc>
                <a:spcPts val="2400"/>
              </a:lnSpc>
              <a:buNone/>
              <a:defRPr sz="1800" spc="20" baseline="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 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3E0F6D26-4165-4298-B9DF-69A0CA57C654}"/>
              </a:ext>
            </a:extLst>
          </p:cNvPr>
          <p:cNvSpPr>
            <a:spLocks noGrp="1"/>
          </p:cNvSpPr>
          <p:nvPr>
            <p:ph type="body" sz="half" idx="14" hasCustomPrompt="1"/>
          </p:nvPr>
        </p:nvSpPr>
        <p:spPr>
          <a:xfrm>
            <a:off x="5018432" y="1959150"/>
            <a:ext cx="4090872" cy="4200245"/>
          </a:xfrm>
        </p:spPr>
        <p:txBody>
          <a:bodyPr>
            <a:noAutofit/>
          </a:bodyPr>
          <a:lstStyle>
            <a:lvl1pPr marL="0" indent="0">
              <a:lnSpc>
                <a:spcPts val="2400"/>
              </a:lnSpc>
              <a:buNone/>
              <a:defRPr sz="1800" spc="20" baseline="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 </a:t>
            </a:r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CED336FC-6E45-4A2D-A5AB-BE24E693E09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28691" y="1265849"/>
            <a:ext cx="9051731" cy="502882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280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20EB37B9-0614-41D6-8AFE-EB91B451A9F5}"/>
              </a:ext>
            </a:extLst>
          </p:cNvPr>
          <p:cNvCxnSpPr/>
          <p:nvPr userDrawn="1"/>
        </p:nvCxnSpPr>
        <p:spPr>
          <a:xfrm>
            <a:off x="614783" y="280669"/>
            <a:ext cx="0" cy="374209"/>
          </a:xfrm>
          <a:prstGeom prst="line">
            <a:avLst/>
          </a:prstGeom>
          <a:ln w="25400">
            <a:solidFill>
              <a:srgbClr val="00A3E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CFE8CDBB-5A4D-4444-85CC-7578EF050F6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14783" y="313371"/>
            <a:ext cx="4554538" cy="308803"/>
          </a:xfrm>
        </p:spPr>
        <p:txBody>
          <a:bodyPr anchor="ctr"/>
          <a:lstStyle>
            <a:lvl1pPr marL="91440" indent="0">
              <a:buNone/>
              <a:defRPr sz="160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dirty="0"/>
              <a:t>Click to edit section name</a:t>
            </a:r>
          </a:p>
        </p:txBody>
      </p:sp>
    </p:spTree>
    <p:extLst>
      <p:ext uri="{BB962C8B-B14F-4D97-AF65-F5344CB8AC3E}">
        <p14:creationId xmlns:p14="http://schemas.microsoft.com/office/powerpoint/2010/main" val="71817602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 - Titl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8D6A0DE-A965-4E02-8A8B-981E2FDE59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28687" y="1994663"/>
            <a:ext cx="4860830" cy="496095"/>
          </a:xfrm>
        </p:spPr>
        <p:txBody>
          <a:bodyPr anchor="t">
            <a:noAutofit/>
          </a:bodyPr>
          <a:lstStyle>
            <a:lvl1pPr marL="0" indent="0">
              <a:lnSpc>
                <a:spcPts val="2400"/>
              </a:lnSpc>
              <a:buNone/>
              <a:defRPr sz="1800" b="0" spc="3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B820F59-7539-405E-B005-C5C92782E908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728687" y="2490758"/>
            <a:ext cx="4860830" cy="3445987"/>
          </a:xfrm>
        </p:spPr>
        <p:txBody>
          <a:bodyPr>
            <a:noAutofit/>
          </a:bodyPr>
          <a:lstStyle>
            <a:lvl1pPr marL="228600" indent="-137160">
              <a:lnSpc>
                <a:spcPts val="2400"/>
              </a:lnSpc>
              <a:buClr>
                <a:srgbClr val="009CD6"/>
              </a:buClr>
              <a:buSzPct val="104000"/>
              <a:buFont typeface="Arial" panose="020B0604020202020204" pitchFamily="34" charset="0"/>
              <a:buChar char="•"/>
              <a:defRPr sz="1800" spc="30" baseline="0"/>
            </a:lvl1pPr>
            <a:lvl2pPr marL="685800" indent="-137160">
              <a:lnSpc>
                <a:spcPts val="2400"/>
              </a:lnSpc>
              <a:buClr>
                <a:srgbClr val="009CD6"/>
              </a:buClr>
              <a:buFont typeface="Arial" panose="020B0604020202020204" pitchFamily="34" charset="0"/>
              <a:buChar char="•"/>
              <a:defRPr sz="1800" spc="30" baseline="0"/>
            </a:lvl2pPr>
          </a:lstStyle>
          <a:p>
            <a:pPr lvl="0"/>
            <a:r>
              <a:rPr lang="en-US" dirty="0"/>
              <a:t>Second level</a:t>
            </a:r>
          </a:p>
          <a:p>
            <a:pPr lvl="1"/>
            <a:r>
              <a:rPr lang="en-US" dirty="0"/>
              <a:t>Third level</a:t>
            </a:r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9AE6D208-1F00-412A-86E9-1A7081F56572}"/>
              </a:ext>
            </a:extLst>
          </p:cNvPr>
          <p:cNvSpPr>
            <a:spLocks noGrp="1"/>
          </p:cNvSpPr>
          <p:nvPr>
            <p:ph type="body" idx="10"/>
          </p:nvPr>
        </p:nvSpPr>
        <p:spPr>
          <a:xfrm>
            <a:off x="5892510" y="1994663"/>
            <a:ext cx="4751106" cy="496095"/>
          </a:xfrm>
        </p:spPr>
        <p:txBody>
          <a:bodyPr anchor="t">
            <a:noAutofit/>
          </a:bodyPr>
          <a:lstStyle>
            <a:lvl1pPr marL="0" indent="0">
              <a:lnSpc>
                <a:spcPts val="2400"/>
              </a:lnSpc>
              <a:buNone/>
              <a:defRPr sz="1800" b="0" spc="3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Content Placeholder 3">
            <a:extLst>
              <a:ext uri="{FF2B5EF4-FFF2-40B4-BE49-F238E27FC236}">
                <a16:creationId xmlns:a16="http://schemas.microsoft.com/office/drawing/2014/main" id="{B8B83478-806A-4C07-A7A7-0CDF7E621EB5}"/>
              </a:ext>
            </a:extLst>
          </p:cNvPr>
          <p:cNvSpPr>
            <a:spLocks noGrp="1"/>
          </p:cNvSpPr>
          <p:nvPr>
            <p:ph sz="half" idx="11" hasCustomPrompt="1"/>
          </p:nvPr>
        </p:nvSpPr>
        <p:spPr>
          <a:xfrm>
            <a:off x="5892510" y="2490758"/>
            <a:ext cx="4751106" cy="3445987"/>
          </a:xfrm>
        </p:spPr>
        <p:txBody>
          <a:bodyPr>
            <a:noAutofit/>
          </a:bodyPr>
          <a:lstStyle>
            <a:lvl1pPr marL="228600" indent="-137160">
              <a:lnSpc>
                <a:spcPts val="2400"/>
              </a:lnSpc>
              <a:buClr>
                <a:srgbClr val="009CD6"/>
              </a:buClr>
              <a:buSzPct val="104000"/>
              <a:buFont typeface="Arial" panose="020B0604020202020204" pitchFamily="34" charset="0"/>
              <a:buChar char="•"/>
              <a:defRPr sz="1800" spc="30" baseline="0"/>
            </a:lvl1pPr>
            <a:lvl2pPr marL="685800" indent="-137160">
              <a:lnSpc>
                <a:spcPts val="2400"/>
              </a:lnSpc>
              <a:buClr>
                <a:srgbClr val="009CD6"/>
              </a:buClr>
              <a:buFont typeface="Arial" panose="020B0604020202020204" pitchFamily="34" charset="0"/>
              <a:buChar char="•"/>
              <a:defRPr sz="1800" spc="30" baseline="0"/>
            </a:lvl2pPr>
          </a:lstStyle>
          <a:p>
            <a:pPr lvl="0"/>
            <a:r>
              <a:rPr lang="en-US" dirty="0"/>
              <a:t>Second level</a:t>
            </a:r>
          </a:p>
          <a:p>
            <a:pPr lvl="1"/>
            <a:r>
              <a:rPr lang="en-US" dirty="0"/>
              <a:t>Third level</a:t>
            </a: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20A48B77-BCF1-4349-8EF0-B33A1789375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28687" y="1238515"/>
            <a:ext cx="9914929" cy="635902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280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CCE4054A-3251-41A6-8BA5-67C64EF3E610}"/>
              </a:ext>
            </a:extLst>
          </p:cNvPr>
          <p:cNvCxnSpPr/>
          <p:nvPr userDrawn="1"/>
        </p:nvCxnSpPr>
        <p:spPr>
          <a:xfrm>
            <a:off x="614780" y="280669"/>
            <a:ext cx="0" cy="374209"/>
          </a:xfrm>
          <a:prstGeom prst="line">
            <a:avLst/>
          </a:prstGeom>
          <a:ln w="25400">
            <a:solidFill>
              <a:srgbClr val="00A3E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F8E1AD81-2712-4CFB-B585-60CDC561D6F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14780" y="313371"/>
            <a:ext cx="4554538" cy="308803"/>
          </a:xfrm>
        </p:spPr>
        <p:txBody>
          <a:bodyPr anchor="ctr"/>
          <a:lstStyle>
            <a:lvl1pPr marL="91440" indent="0">
              <a:buNone/>
              <a:defRPr sz="160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dirty="0"/>
              <a:t>Click to edit section name</a:t>
            </a:r>
          </a:p>
        </p:txBody>
      </p:sp>
    </p:spTree>
    <p:extLst>
      <p:ext uri="{BB962C8B-B14F-4D97-AF65-F5344CB8AC3E}">
        <p14:creationId xmlns:p14="http://schemas.microsoft.com/office/powerpoint/2010/main" val="18803887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 bullet li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078E5A-AB76-4634-8AD9-64C991C6FC02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721372" y="2040524"/>
            <a:ext cx="4393315" cy="4125355"/>
          </a:xfrm>
        </p:spPr>
        <p:txBody>
          <a:bodyPr>
            <a:noAutofit/>
          </a:bodyPr>
          <a:lstStyle>
            <a:lvl1pPr marL="228600" indent="-137160">
              <a:buClr>
                <a:srgbClr val="009CD6"/>
              </a:buClr>
              <a:buFont typeface="Arial" panose="020B0604020202020204" pitchFamily="34" charset="0"/>
              <a:buChar char="•"/>
              <a:defRPr lang="en-US" spc="20" dirty="0"/>
            </a:lvl1pPr>
            <a:lvl2pPr marL="685800" indent="-137160">
              <a:buClr>
                <a:srgbClr val="009CD6"/>
              </a:buClr>
              <a:buFont typeface="Arial" panose="020B0604020202020204" pitchFamily="34" charset="0"/>
              <a:buChar char="•"/>
              <a:defRPr lang="en-US" spc="20" dirty="0"/>
            </a:lvl2pPr>
            <a:lvl3pPr marL="1143000" indent="-137160">
              <a:buClr>
                <a:srgbClr val="009CD6"/>
              </a:buClr>
              <a:buFont typeface="Arial" panose="020B0604020202020204" pitchFamily="34" charset="0"/>
              <a:buChar char="•"/>
              <a:defRPr lang="en-US" spc="20" dirty="0"/>
            </a:lvl3pPr>
            <a:lvl4pPr marL="1600200" indent="-137160">
              <a:buClr>
                <a:srgbClr val="009CD6"/>
              </a:buClr>
              <a:buFont typeface="Arial" panose="020B0604020202020204" pitchFamily="34" charset="0"/>
              <a:buChar char="•"/>
              <a:defRPr lang="en-US" spc="20" dirty="0"/>
            </a:lvl4pPr>
            <a:lvl5pPr>
              <a:buClr>
                <a:srgbClr val="5B9BD5"/>
              </a:buClr>
              <a:defRPr spc="0"/>
            </a:lvl5pPr>
          </a:lstStyle>
          <a:p>
            <a:pPr lvl="0"/>
            <a:r>
              <a:rPr lang="en-US" dirty="0"/>
              <a:t>Second level</a:t>
            </a:r>
          </a:p>
          <a:p>
            <a:pPr lvl="1"/>
            <a:r>
              <a:rPr lang="en-US" dirty="0"/>
              <a:t>Third level</a:t>
            </a:r>
          </a:p>
          <a:p>
            <a:pPr lvl="2"/>
            <a:r>
              <a:rPr lang="en-US" dirty="0"/>
              <a:t>Fourth level</a:t>
            </a:r>
          </a:p>
          <a:p>
            <a:pPr lvl="3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198F227-A22B-432C-84DE-6E0A3BE38D63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5460255" y="2040523"/>
            <a:ext cx="4393316" cy="4126191"/>
          </a:xfrm>
        </p:spPr>
        <p:txBody>
          <a:bodyPr>
            <a:noAutofit/>
          </a:bodyPr>
          <a:lstStyle>
            <a:lvl1pPr marL="228600" indent="-137160">
              <a:buClr>
                <a:srgbClr val="009CD6"/>
              </a:buClr>
              <a:buFont typeface="Arial" panose="020B0604020202020204" pitchFamily="34" charset="0"/>
              <a:buChar char="•"/>
              <a:defRPr lang="en-US" spc="20" dirty="0"/>
            </a:lvl1pPr>
            <a:lvl2pPr marL="685800" indent="-137160">
              <a:buClr>
                <a:srgbClr val="009CD6"/>
              </a:buClr>
              <a:buFont typeface="Arial" panose="020B0604020202020204" pitchFamily="34" charset="0"/>
              <a:buChar char="•"/>
              <a:defRPr lang="en-US" spc="20" dirty="0"/>
            </a:lvl2pPr>
            <a:lvl3pPr marL="1143000" indent="-137160">
              <a:buClr>
                <a:srgbClr val="009CD6"/>
              </a:buClr>
              <a:buFont typeface="Arial" panose="020B0604020202020204" pitchFamily="34" charset="0"/>
              <a:buChar char="•"/>
              <a:defRPr lang="en-US" spc="20" dirty="0"/>
            </a:lvl3pPr>
            <a:lvl4pPr marL="1600200" indent="-137160">
              <a:buClr>
                <a:srgbClr val="009CD6"/>
              </a:buClr>
              <a:buFont typeface="Arial" panose="020B0604020202020204" pitchFamily="34" charset="0"/>
              <a:buChar char="•"/>
              <a:defRPr lang="en-US" spc="20" dirty="0"/>
            </a:lvl4pPr>
            <a:lvl5pPr>
              <a:buClr>
                <a:srgbClr val="5B9BD5"/>
              </a:buClr>
              <a:defRPr spc="0"/>
            </a:lvl5pPr>
          </a:lstStyle>
          <a:p>
            <a:pPr lvl="0"/>
            <a:r>
              <a:rPr lang="en-US" dirty="0"/>
              <a:t>Second level</a:t>
            </a:r>
          </a:p>
          <a:p>
            <a:pPr lvl="1"/>
            <a:r>
              <a:rPr lang="en-US" dirty="0"/>
              <a:t>Third level</a:t>
            </a:r>
          </a:p>
          <a:p>
            <a:pPr lvl="2"/>
            <a:r>
              <a:rPr lang="en-US" dirty="0"/>
              <a:t>Fourth level</a:t>
            </a:r>
          </a:p>
          <a:p>
            <a:pPr lvl="3"/>
            <a:r>
              <a:rPr lang="en-US" dirty="0"/>
              <a:t>Fifth level</a:t>
            </a: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D346557F-F9B0-433A-9FC1-56C38B19DE9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21373" y="1251017"/>
            <a:ext cx="9132198" cy="565079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280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56157FF2-E1F2-41A6-A3CB-3DE59785DD4D}"/>
              </a:ext>
            </a:extLst>
          </p:cNvPr>
          <p:cNvCxnSpPr/>
          <p:nvPr userDrawn="1"/>
        </p:nvCxnSpPr>
        <p:spPr>
          <a:xfrm>
            <a:off x="614780" y="280669"/>
            <a:ext cx="0" cy="374209"/>
          </a:xfrm>
          <a:prstGeom prst="line">
            <a:avLst/>
          </a:prstGeom>
          <a:ln w="25400">
            <a:solidFill>
              <a:srgbClr val="00A3E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E8A78C8E-6713-4582-84CE-8C8A0FE572A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14780" y="313371"/>
            <a:ext cx="4554538" cy="308803"/>
          </a:xfrm>
        </p:spPr>
        <p:txBody>
          <a:bodyPr anchor="ctr"/>
          <a:lstStyle>
            <a:lvl1pPr marL="91440" indent="0">
              <a:buNone/>
              <a:defRPr sz="160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dirty="0"/>
              <a:t>Click to edit section name</a:t>
            </a:r>
          </a:p>
        </p:txBody>
      </p:sp>
    </p:spTree>
    <p:extLst>
      <p:ext uri="{BB962C8B-B14F-4D97-AF65-F5344CB8AC3E}">
        <p14:creationId xmlns:p14="http://schemas.microsoft.com/office/powerpoint/2010/main" val="19513749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column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CF752D4-D41F-48C8-BC93-770A10B9CEFC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737226" y="1975104"/>
            <a:ext cx="6256106" cy="4210543"/>
          </a:xfrm>
        </p:spPr>
        <p:txBody>
          <a:bodyPr>
            <a:noAutofit/>
          </a:bodyPr>
          <a:lstStyle>
            <a:lvl1pPr marL="0" indent="0">
              <a:lnSpc>
                <a:spcPts val="2400"/>
              </a:lnSpc>
              <a:buNone/>
              <a:defRPr sz="1800" spc="20" baseline="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 </a:t>
            </a: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3F01D386-9240-4F38-9F1C-4325351B05E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37225" y="1261501"/>
            <a:ext cx="7177821" cy="542146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280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15B0268-1877-4B50-85FE-85F64126C828}"/>
              </a:ext>
            </a:extLst>
          </p:cNvPr>
          <p:cNvCxnSpPr/>
          <p:nvPr userDrawn="1"/>
        </p:nvCxnSpPr>
        <p:spPr>
          <a:xfrm>
            <a:off x="607468" y="280669"/>
            <a:ext cx="0" cy="374209"/>
          </a:xfrm>
          <a:prstGeom prst="line">
            <a:avLst/>
          </a:prstGeom>
          <a:ln w="25400">
            <a:solidFill>
              <a:srgbClr val="00A3E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716C6763-4EEE-47FB-A7AD-A329AC03860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7468" y="313371"/>
            <a:ext cx="4554538" cy="308803"/>
          </a:xfrm>
        </p:spPr>
        <p:txBody>
          <a:bodyPr anchor="ctr"/>
          <a:lstStyle>
            <a:lvl1pPr marL="91440" indent="0">
              <a:buNone/>
              <a:defRPr sz="160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dirty="0"/>
              <a:t>Click to edit section name</a:t>
            </a:r>
          </a:p>
        </p:txBody>
      </p:sp>
    </p:spTree>
    <p:extLst>
      <p:ext uri="{BB962C8B-B14F-4D97-AF65-F5344CB8AC3E}">
        <p14:creationId xmlns:p14="http://schemas.microsoft.com/office/powerpoint/2010/main" val="114434721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Large imag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AA9A3B-CF71-48AC-B4B0-550E5EC772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6483" y="1234865"/>
            <a:ext cx="10313024" cy="635902"/>
          </a:xfrm>
          <a:prstGeom prst="rect">
            <a:avLst/>
          </a:prstGeom>
        </p:spPr>
        <p:txBody>
          <a:bodyPr anchor="t"/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>
            <a:extLst>
              <a:ext uri="{FF2B5EF4-FFF2-40B4-BE49-F238E27FC236}">
                <a16:creationId xmlns:a16="http://schemas.microsoft.com/office/drawing/2014/main" id="{5ED55E9E-BFC6-411F-90A8-B7CC917CD1B5}"/>
              </a:ext>
            </a:extLst>
          </p:cNvPr>
          <p:cNvSpPr>
            <a:spLocks noGrp="1"/>
          </p:cNvSpPr>
          <p:nvPr>
            <p:ph type="pic" idx="1" hasCustomPrompt="1"/>
          </p:nvPr>
        </p:nvSpPr>
        <p:spPr>
          <a:xfrm>
            <a:off x="733313" y="1927476"/>
            <a:ext cx="10700345" cy="4218130"/>
          </a:xfrm>
        </p:spPr>
        <p:txBody>
          <a:bodyPr anchor="ctr">
            <a:normAutofit/>
          </a:bodyPr>
          <a:lstStyle>
            <a:lvl1pPr marL="0" indent="0" algn="ctr">
              <a:buNone/>
              <a:defRPr sz="4000" i="1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Insert image here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9B8B0405-4014-43E6-B303-902A4F998E13}"/>
              </a:ext>
            </a:extLst>
          </p:cNvPr>
          <p:cNvCxnSpPr/>
          <p:nvPr userDrawn="1"/>
        </p:nvCxnSpPr>
        <p:spPr>
          <a:xfrm>
            <a:off x="614783" y="280669"/>
            <a:ext cx="0" cy="374209"/>
          </a:xfrm>
          <a:prstGeom prst="line">
            <a:avLst/>
          </a:prstGeom>
          <a:ln w="25400">
            <a:solidFill>
              <a:srgbClr val="00A3E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B69F8470-F06D-4D52-9A69-30EBD8DA609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14783" y="313371"/>
            <a:ext cx="4554538" cy="308803"/>
          </a:xfrm>
        </p:spPr>
        <p:txBody>
          <a:bodyPr anchor="ctr"/>
          <a:lstStyle>
            <a:lvl1pPr marL="91440" indent="0">
              <a:buNone/>
              <a:defRPr sz="160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dirty="0"/>
              <a:t>Click to edit section name</a:t>
            </a:r>
          </a:p>
        </p:txBody>
      </p:sp>
    </p:spTree>
    <p:extLst>
      <p:ext uri="{BB962C8B-B14F-4D97-AF65-F5344CB8AC3E}">
        <p14:creationId xmlns:p14="http://schemas.microsoft.com/office/powerpoint/2010/main" val="413910143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ft image - 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2">
            <a:extLst>
              <a:ext uri="{FF2B5EF4-FFF2-40B4-BE49-F238E27FC236}">
                <a16:creationId xmlns:a16="http://schemas.microsoft.com/office/drawing/2014/main" id="{5ED55E9E-BFC6-411F-90A8-B7CC917CD1B5}"/>
              </a:ext>
            </a:extLst>
          </p:cNvPr>
          <p:cNvSpPr>
            <a:spLocks noGrp="1"/>
          </p:cNvSpPr>
          <p:nvPr>
            <p:ph type="pic" idx="1" hasCustomPrompt="1"/>
          </p:nvPr>
        </p:nvSpPr>
        <p:spPr>
          <a:xfrm>
            <a:off x="0" y="-1"/>
            <a:ext cx="5165650" cy="6858000"/>
          </a:xfrm>
          <a:solidFill>
            <a:srgbClr val="F7F7F7"/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4000" i="1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Insert image here</a:t>
            </a: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A421150D-F679-4DFA-93CF-0E5480CC490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93557" y="1241625"/>
            <a:ext cx="6000749" cy="480131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defRPr sz="280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7F1DE310-EEBE-4571-9348-190C69629E15}"/>
              </a:ext>
            </a:extLst>
          </p:cNvPr>
          <p:cNvCxnSpPr/>
          <p:nvPr userDrawn="1"/>
        </p:nvCxnSpPr>
        <p:spPr>
          <a:xfrm>
            <a:off x="5500046" y="280669"/>
            <a:ext cx="0" cy="374209"/>
          </a:xfrm>
          <a:prstGeom prst="line">
            <a:avLst/>
          </a:prstGeom>
          <a:ln w="25400">
            <a:solidFill>
              <a:srgbClr val="00A3E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B4C777EF-FC93-4970-9186-9F729BE9447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500046" y="313371"/>
            <a:ext cx="4554538" cy="308803"/>
          </a:xfrm>
        </p:spPr>
        <p:txBody>
          <a:bodyPr anchor="ctr"/>
          <a:lstStyle>
            <a:lvl1pPr marL="91440" indent="0">
              <a:buNone/>
              <a:defRPr sz="160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dirty="0"/>
              <a:t>Click to edit section name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BD03799A-7C35-4CAA-BE06-C4A99AE98261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5593546" y="1796208"/>
            <a:ext cx="6000749" cy="3820167"/>
          </a:xfrm>
        </p:spPr>
        <p:txBody>
          <a:bodyPr>
            <a:noAutofit/>
          </a:bodyPr>
          <a:lstStyle>
            <a:lvl1pPr marL="0" indent="0">
              <a:lnSpc>
                <a:spcPts val="2400"/>
              </a:lnSpc>
              <a:buNone/>
              <a:defRPr lang="en-US" sz="1800" dirty="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 </a:t>
            </a:r>
          </a:p>
        </p:txBody>
      </p:sp>
    </p:spTree>
    <p:extLst>
      <p:ext uri="{BB962C8B-B14F-4D97-AF65-F5344CB8AC3E}">
        <p14:creationId xmlns:p14="http://schemas.microsoft.com/office/powerpoint/2010/main" val="265277038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ft image - 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2">
            <a:extLst>
              <a:ext uri="{FF2B5EF4-FFF2-40B4-BE49-F238E27FC236}">
                <a16:creationId xmlns:a16="http://schemas.microsoft.com/office/drawing/2014/main" id="{E364E913-4A6A-4F3B-B209-831A75170B72}"/>
              </a:ext>
            </a:extLst>
          </p:cNvPr>
          <p:cNvSpPr>
            <a:spLocks noGrp="1"/>
          </p:cNvSpPr>
          <p:nvPr>
            <p:ph type="pic" idx="1" hasCustomPrompt="1"/>
          </p:nvPr>
        </p:nvSpPr>
        <p:spPr>
          <a:xfrm>
            <a:off x="0" y="-1"/>
            <a:ext cx="6092751" cy="6858000"/>
          </a:xfrm>
          <a:solidFill>
            <a:srgbClr val="F4F4F4"/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4000" i="1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Insert image here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E30453B6-BE94-4D10-99CD-4F6557992EA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561735" y="1241625"/>
            <a:ext cx="5018228" cy="867930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defRPr sz="2800"/>
            </a:lvl1pPr>
          </a:lstStyle>
          <a:p>
            <a:pPr lvl="0"/>
            <a:r>
              <a:rPr lang="en-US" dirty="0"/>
              <a:t>Click to edit Master text styles  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076CAFA7-68AE-4EAD-BE3A-A5B16D9D3552}"/>
              </a:ext>
            </a:extLst>
          </p:cNvPr>
          <p:cNvCxnSpPr/>
          <p:nvPr userDrawn="1"/>
        </p:nvCxnSpPr>
        <p:spPr>
          <a:xfrm>
            <a:off x="6468234" y="280669"/>
            <a:ext cx="0" cy="374209"/>
          </a:xfrm>
          <a:prstGeom prst="line">
            <a:avLst/>
          </a:prstGeom>
          <a:ln w="25400">
            <a:solidFill>
              <a:srgbClr val="00A3E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A8F2FE0A-3A4C-445D-8290-44FCEA3F595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468234" y="313371"/>
            <a:ext cx="4554538" cy="308803"/>
          </a:xfrm>
        </p:spPr>
        <p:txBody>
          <a:bodyPr anchor="ctr"/>
          <a:lstStyle>
            <a:lvl1pPr marL="91440" indent="0">
              <a:buNone/>
              <a:defRPr sz="160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dirty="0"/>
              <a:t>Click to edit section name</a:t>
            </a:r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C9AD2564-EF06-46B2-95AF-0FC81EEDCC98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6561734" y="2245766"/>
            <a:ext cx="5018229" cy="3920948"/>
          </a:xfrm>
        </p:spPr>
        <p:txBody>
          <a:bodyPr>
            <a:noAutofit/>
          </a:bodyPr>
          <a:lstStyle>
            <a:lvl1pPr marL="0" indent="0">
              <a:lnSpc>
                <a:spcPts val="2400"/>
              </a:lnSpc>
              <a:buNone/>
              <a:defRPr lang="en-US" sz="1800" dirty="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 </a:t>
            </a:r>
          </a:p>
        </p:txBody>
      </p:sp>
    </p:spTree>
    <p:extLst>
      <p:ext uri="{BB962C8B-B14F-4D97-AF65-F5344CB8AC3E}">
        <p14:creationId xmlns:p14="http://schemas.microsoft.com/office/powerpoint/2010/main" val="325500417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ft image - L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CB99501-2A5A-45F8-BACF-23701FE68337}"/>
              </a:ext>
            </a:extLst>
          </p:cNvPr>
          <p:cNvSpPr>
            <a:spLocks noGrp="1"/>
          </p:cNvSpPr>
          <p:nvPr>
            <p:ph type="pic" idx="1" hasCustomPrompt="1"/>
          </p:nvPr>
        </p:nvSpPr>
        <p:spPr>
          <a:xfrm>
            <a:off x="0" y="0"/>
            <a:ext cx="6997698" cy="6857999"/>
          </a:xfrm>
          <a:solidFill>
            <a:srgbClr val="F4F4F4"/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4000" i="1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Insert picture here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CE260B5-3078-4CFA-A43A-D57EA4E988F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404579" y="2228472"/>
            <a:ext cx="4204643" cy="393680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6147FA91-C242-46DD-BE23-48F41CC2970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404579" y="1218965"/>
            <a:ext cx="4255850" cy="933507"/>
          </a:xfrm>
          <a:prstGeom prst="rect">
            <a:avLst/>
          </a:prstGeom>
        </p:spPr>
        <p:txBody>
          <a:bodyPr anchor="t">
            <a:noAutofit/>
          </a:bodyPr>
          <a:lstStyle>
            <a:lvl1pPr>
              <a:defRPr sz="280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0EEAF69-B649-4DD9-BE4A-CC1FC2864BDE}"/>
              </a:ext>
            </a:extLst>
          </p:cNvPr>
          <p:cNvCxnSpPr/>
          <p:nvPr userDrawn="1"/>
        </p:nvCxnSpPr>
        <p:spPr>
          <a:xfrm>
            <a:off x="7353374" y="280669"/>
            <a:ext cx="0" cy="374209"/>
          </a:xfrm>
          <a:prstGeom prst="line">
            <a:avLst/>
          </a:prstGeom>
          <a:ln w="25400">
            <a:solidFill>
              <a:srgbClr val="00A3E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822686E3-ED91-4402-ABE9-E10A74CBDBB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353375" y="313371"/>
            <a:ext cx="4307054" cy="308803"/>
          </a:xfrm>
        </p:spPr>
        <p:txBody>
          <a:bodyPr anchor="ctr"/>
          <a:lstStyle>
            <a:lvl1pPr marL="91440" indent="0">
              <a:buNone/>
              <a:defRPr sz="160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dirty="0"/>
              <a:t>Click to edit section name</a:t>
            </a:r>
          </a:p>
        </p:txBody>
      </p:sp>
    </p:spTree>
    <p:extLst>
      <p:ext uri="{BB962C8B-B14F-4D97-AF65-F5344CB8AC3E}">
        <p14:creationId xmlns:p14="http://schemas.microsoft.com/office/powerpoint/2010/main" val="42536392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ight image - S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2">
            <a:extLst>
              <a:ext uri="{FF2B5EF4-FFF2-40B4-BE49-F238E27FC236}">
                <a16:creationId xmlns:a16="http://schemas.microsoft.com/office/drawing/2014/main" id="{5ED55E9E-BFC6-411F-90A8-B7CC917CD1B5}"/>
              </a:ext>
            </a:extLst>
          </p:cNvPr>
          <p:cNvSpPr>
            <a:spLocks noGrp="1"/>
          </p:cNvSpPr>
          <p:nvPr>
            <p:ph type="pic" idx="1" hasCustomPrompt="1"/>
          </p:nvPr>
        </p:nvSpPr>
        <p:spPr>
          <a:xfrm>
            <a:off x="7026350" y="-1"/>
            <a:ext cx="5165650" cy="6858000"/>
          </a:xfrm>
          <a:solidFill>
            <a:srgbClr val="F7F7F7"/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4000" i="1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Insert image here</a:t>
            </a: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A421150D-F679-4DFA-93CF-0E5480CC490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92373" y="1241625"/>
            <a:ext cx="6000749" cy="480131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defRPr sz="280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7F1DE310-EEBE-4571-9348-190C69629E15}"/>
              </a:ext>
            </a:extLst>
          </p:cNvPr>
          <p:cNvCxnSpPr/>
          <p:nvPr userDrawn="1"/>
        </p:nvCxnSpPr>
        <p:spPr>
          <a:xfrm>
            <a:off x="598862" y="280669"/>
            <a:ext cx="0" cy="374209"/>
          </a:xfrm>
          <a:prstGeom prst="line">
            <a:avLst/>
          </a:prstGeom>
          <a:ln w="25400">
            <a:solidFill>
              <a:srgbClr val="00A3E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B4C777EF-FC93-4970-9186-9F729BE9447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98862" y="313371"/>
            <a:ext cx="4554538" cy="308803"/>
          </a:xfrm>
        </p:spPr>
        <p:txBody>
          <a:bodyPr anchor="ctr"/>
          <a:lstStyle>
            <a:lvl1pPr marL="91440" indent="0">
              <a:buNone/>
              <a:defRPr sz="160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dirty="0"/>
              <a:t>Click to edit section name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BD03799A-7C35-4CAA-BE06-C4A99AE98261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692362" y="1796208"/>
            <a:ext cx="6000749" cy="3820167"/>
          </a:xfrm>
        </p:spPr>
        <p:txBody>
          <a:bodyPr>
            <a:noAutofit/>
          </a:bodyPr>
          <a:lstStyle>
            <a:lvl1pPr marL="0" indent="0">
              <a:lnSpc>
                <a:spcPts val="2400"/>
              </a:lnSpc>
              <a:buNone/>
              <a:defRPr lang="en-US" sz="1800" dirty="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 </a:t>
            </a:r>
          </a:p>
        </p:txBody>
      </p:sp>
    </p:spTree>
    <p:extLst>
      <p:ext uri="{BB962C8B-B14F-4D97-AF65-F5344CB8AC3E}">
        <p14:creationId xmlns:p14="http://schemas.microsoft.com/office/powerpoint/2010/main" val="268231459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ight image - 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2">
            <a:extLst>
              <a:ext uri="{FF2B5EF4-FFF2-40B4-BE49-F238E27FC236}">
                <a16:creationId xmlns:a16="http://schemas.microsoft.com/office/drawing/2014/main" id="{E364E913-4A6A-4F3B-B209-831A75170B72}"/>
              </a:ext>
            </a:extLst>
          </p:cNvPr>
          <p:cNvSpPr>
            <a:spLocks noGrp="1"/>
          </p:cNvSpPr>
          <p:nvPr>
            <p:ph type="pic" idx="1" hasCustomPrompt="1"/>
          </p:nvPr>
        </p:nvSpPr>
        <p:spPr>
          <a:xfrm>
            <a:off x="6096000" y="-1"/>
            <a:ext cx="6092751" cy="6858000"/>
          </a:xfrm>
          <a:solidFill>
            <a:srgbClr val="F4F4F4"/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4000" i="1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Insert image here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E30453B6-BE94-4D10-99CD-4F6557992EA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09575" y="1241625"/>
            <a:ext cx="5018228" cy="867930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defRPr sz="2800"/>
            </a:lvl1pPr>
          </a:lstStyle>
          <a:p>
            <a:pPr lvl="0"/>
            <a:r>
              <a:rPr lang="en-US" dirty="0"/>
              <a:t>Click to edit Master text styles  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076CAFA7-68AE-4EAD-BE3A-A5B16D9D3552}"/>
              </a:ext>
            </a:extLst>
          </p:cNvPr>
          <p:cNvCxnSpPr/>
          <p:nvPr userDrawn="1"/>
        </p:nvCxnSpPr>
        <p:spPr>
          <a:xfrm>
            <a:off x="616074" y="280669"/>
            <a:ext cx="0" cy="374209"/>
          </a:xfrm>
          <a:prstGeom prst="line">
            <a:avLst/>
          </a:prstGeom>
          <a:ln w="25400">
            <a:solidFill>
              <a:srgbClr val="00A3E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A8F2FE0A-3A4C-445D-8290-44FCEA3F595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16074" y="313371"/>
            <a:ext cx="4554538" cy="308803"/>
          </a:xfrm>
        </p:spPr>
        <p:txBody>
          <a:bodyPr anchor="ctr"/>
          <a:lstStyle>
            <a:lvl1pPr marL="91440" indent="0">
              <a:buNone/>
              <a:defRPr sz="160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dirty="0"/>
              <a:t>Click to edit section name</a:t>
            </a:r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C9AD2564-EF06-46B2-95AF-0FC81EEDCC98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709574" y="2245766"/>
            <a:ext cx="5018229" cy="3920948"/>
          </a:xfrm>
        </p:spPr>
        <p:txBody>
          <a:bodyPr>
            <a:noAutofit/>
          </a:bodyPr>
          <a:lstStyle>
            <a:lvl1pPr marL="0" indent="0">
              <a:lnSpc>
                <a:spcPts val="2400"/>
              </a:lnSpc>
              <a:buNone/>
              <a:defRPr lang="en-US" sz="1800" dirty="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 </a:t>
            </a:r>
          </a:p>
        </p:txBody>
      </p:sp>
    </p:spTree>
    <p:extLst>
      <p:ext uri="{BB962C8B-B14F-4D97-AF65-F5344CB8AC3E}">
        <p14:creationId xmlns:p14="http://schemas.microsoft.com/office/powerpoint/2010/main" val="386411331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Left image-L (White bg)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CB99501-2A5A-45F8-BACF-23701FE68337}"/>
              </a:ext>
            </a:extLst>
          </p:cNvPr>
          <p:cNvSpPr>
            <a:spLocks noGrp="1"/>
          </p:cNvSpPr>
          <p:nvPr>
            <p:ph type="pic" idx="1" hasCustomPrompt="1"/>
          </p:nvPr>
        </p:nvSpPr>
        <p:spPr>
          <a:xfrm>
            <a:off x="5194302" y="0"/>
            <a:ext cx="6997698" cy="6857999"/>
          </a:xfrm>
          <a:solidFill>
            <a:srgbClr val="F4F4F4"/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4000" i="1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Insert picture here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CE260B5-3078-4CFA-A43A-D57EA4E988F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52649" y="2228472"/>
            <a:ext cx="4204643" cy="393680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6147FA91-C242-46DD-BE23-48F41CC2970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52649" y="1218965"/>
            <a:ext cx="4255850" cy="933507"/>
          </a:xfrm>
          <a:prstGeom prst="rect">
            <a:avLst/>
          </a:prstGeom>
        </p:spPr>
        <p:txBody>
          <a:bodyPr anchor="t">
            <a:noAutofit/>
          </a:bodyPr>
          <a:lstStyle>
            <a:lvl1pPr>
              <a:defRPr sz="280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0EEAF69-B649-4DD9-BE4A-CC1FC2864BDE}"/>
              </a:ext>
            </a:extLst>
          </p:cNvPr>
          <p:cNvCxnSpPr/>
          <p:nvPr userDrawn="1"/>
        </p:nvCxnSpPr>
        <p:spPr>
          <a:xfrm>
            <a:off x="601444" y="280669"/>
            <a:ext cx="0" cy="374209"/>
          </a:xfrm>
          <a:prstGeom prst="line">
            <a:avLst/>
          </a:prstGeom>
          <a:ln w="25400">
            <a:solidFill>
              <a:srgbClr val="00A3E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822686E3-ED91-4402-ABE9-E10A74CBDBB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1445" y="313371"/>
            <a:ext cx="4307054" cy="308803"/>
          </a:xfrm>
        </p:spPr>
        <p:txBody>
          <a:bodyPr anchor="ctr"/>
          <a:lstStyle>
            <a:lvl1pPr marL="91440" indent="0">
              <a:buNone/>
              <a:defRPr sz="160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dirty="0"/>
              <a:t>Click to edit section name</a:t>
            </a:r>
          </a:p>
        </p:txBody>
      </p:sp>
    </p:spTree>
    <p:extLst>
      <p:ext uri="{BB962C8B-B14F-4D97-AF65-F5344CB8AC3E}">
        <p14:creationId xmlns:p14="http://schemas.microsoft.com/office/powerpoint/2010/main" val="127806611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- Footer (white bg)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4355432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(white bg) 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36622E0-A137-429D-BE75-779E322CE694}"/>
              </a:ext>
            </a:extLst>
          </p:cNvPr>
          <p:cNvSpPr/>
          <p:nvPr userDrawn="1"/>
        </p:nvSpPr>
        <p:spPr>
          <a:xfrm>
            <a:off x="-30161" y="0"/>
            <a:ext cx="12222161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21608253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(blue bg) 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B0641AD-3AD5-4F67-A775-821CB3080BD2}"/>
              </a:ext>
            </a:extLst>
          </p:cNvPr>
          <p:cNvSpPr/>
          <p:nvPr userDrawn="1"/>
        </p:nvSpPr>
        <p:spPr>
          <a:xfrm>
            <a:off x="-30161" y="0"/>
            <a:ext cx="12222161" cy="6858000"/>
          </a:xfrm>
          <a:prstGeom prst="rect">
            <a:avLst/>
          </a:prstGeom>
          <a:solidFill>
            <a:srgbClr val="F5FAF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41802275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hank you Slide">
    <p:bg>
      <p:bgPr>
        <a:solidFill>
          <a:srgbClr val="F5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E3F35E03-ED1F-4BA6-A9DB-BAA193266DF0}"/>
              </a:ext>
            </a:extLst>
          </p:cNvPr>
          <p:cNvSpPr txBox="1"/>
          <p:nvPr userDrawn="1"/>
        </p:nvSpPr>
        <p:spPr>
          <a:xfrm>
            <a:off x="3457462" y="2905780"/>
            <a:ext cx="524691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tx1"/>
                </a:solidFill>
                <a:cs typeface="Arial" panose="020B0604020202020204" pitchFamily="34" charset="0"/>
              </a:rPr>
              <a:t>Thank you!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95BEDD7-9550-46FC-AAD4-3BCDC60161D9}"/>
              </a:ext>
            </a:extLst>
          </p:cNvPr>
          <p:cNvSpPr/>
          <p:nvPr userDrawn="1"/>
        </p:nvSpPr>
        <p:spPr>
          <a:xfrm>
            <a:off x="0" y="6115986"/>
            <a:ext cx="12192000" cy="742013"/>
          </a:xfrm>
          <a:prstGeom prst="rect">
            <a:avLst/>
          </a:prstGeom>
          <a:solidFill>
            <a:srgbClr val="F5FAF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009CD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9760784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7CD000AF-B921-43E9-B432-355A07B6E46E}"/>
              </a:ext>
            </a:extLst>
          </p:cNvPr>
          <p:cNvSpPr/>
          <p:nvPr userDrawn="1"/>
        </p:nvSpPr>
        <p:spPr>
          <a:xfrm>
            <a:off x="0" y="6115986"/>
            <a:ext cx="10028420" cy="74201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953649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Big text aligned right + Ital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D7316B5-C57D-4BFE-9E05-E402A449FF88}"/>
              </a:ext>
            </a:extLst>
          </p:cNvPr>
          <p:cNvCxnSpPr/>
          <p:nvPr userDrawn="1"/>
        </p:nvCxnSpPr>
        <p:spPr>
          <a:xfrm>
            <a:off x="614785" y="280669"/>
            <a:ext cx="0" cy="374209"/>
          </a:xfrm>
          <a:prstGeom prst="line">
            <a:avLst/>
          </a:prstGeom>
          <a:ln w="25400">
            <a:solidFill>
              <a:srgbClr val="00A3E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B8F92057-32FC-4FC9-AF35-02473A8E497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14785" y="313371"/>
            <a:ext cx="4554538" cy="308803"/>
          </a:xfrm>
        </p:spPr>
        <p:txBody>
          <a:bodyPr anchor="ctr"/>
          <a:lstStyle>
            <a:lvl1pPr marL="91440" indent="0">
              <a:buNone/>
              <a:defRPr sz="160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/>
              <a:t>Click to edit section name</a:t>
            </a:r>
            <a:endParaRPr lang="en-US" dirty="0"/>
          </a:p>
        </p:txBody>
      </p:sp>
      <p:sp>
        <p:nvSpPr>
          <p:cNvPr id="6" name="Shape 610" hidden="1">
            <a:extLst>
              <a:ext uri="{FF2B5EF4-FFF2-40B4-BE49-F238E27FC236}">
                <a16:creationId xmlns:a16="http://schemas.microsoft.com/office/drawing/2014/main" id="{C5B068B2-AEB9-41E6-AB3C-EA87FFB0FE76}"/>
              </a:ext>
            </a:extLst>
          </p:cNvPr>
          <p:cNvSpPr/>
          <p:nvPr userDrawn="1"/>
        </p:nvSpPr>
        <p:spPr>
          <a:xfrm>
            <a:off x="510238" y="2132869"/>
            <a:ext cx="6303518" cy="3103212"/>
          </a:xfrm>
          <a:prstGeom prst="rect">
            <a:avLst/>
          </a:prstGeom>
          <a:noFill/>
          <a:ln>
            <a:noFill/>
          </a:ln>
        </p:spPr>
        <p:txBody>
          <a:bodyPr lIns="91412" tIns="45700" rIns="91412" bIns="45700" anchor="t" anchorCtr="0">
            <a:noAutofit/>
          </a:bodyPr>
          <a:lstStyle/>
          <a:p>
            <a:pPr algn="r">
              <a:buSzPct val="25000"/>
            </a:pPr>
            <a:r>
              <a:rPr lang="en-GB" sz="2800" dirty="0">
                <a:latin typeface="Arial" panose="020B0604020202020204" pitchFamily="34" charset="0"/>
                <a:ea typeface="Roboto"/>
                <a:cs typeface="Arial" panose="020B0604020202020204" pitchFamily="34" charset="0"/>
                <a:sym typeface="Roboto"/>
              </a:rPr>
              <a:t>We have focused on </a:t>
            </a:r>
            <a:r>
              <a:rPr lang="en-GB" sz="2800" b="1" dirty="0">
                <a:latin typeface="Arial" panose="020B0604020202020204" pitchFamily="34" charset="0"/>
                <a:ea typeface="Roboto"/>
                <a:cs typeface="Arial" panose="020B0604020202020204" pitchFamily="34" charset="0"/>
                <a:sym typeface="Roboto"/>
              </a:rPr>
              <a:t>preparing and empowering BDT staff</a:t>
            </a:r>
            <a:r>
              <a:rPr lang="en-GB" sz="2800" dirty="0">
                <a:latin typeface="Arial" panose="020B0604020202020204" pitchFamily="34" charset="0"/>
                <a:ea typeface="Roboto"/>
                <a:cs typeface="Arial" panose="020B0604020202020204" pitchFamily="34" charset="0"/>
                <a:sym typeface="Roboto"/>
              </a:rPr>
              <a:t> with the tools and resources to deliver value and impact, with performance management related objectives being adjusted accordingly</a:t>
            </a:r>
          </a:p>
        </p:txBody>
      </p:sp>
      <p:sp>
        <p:nvSpPr>
          <p:cNvPr id="7" name="Subtitle 8">
            <a:extLst>
              <a:ext uri="{FF2B5EF4-FFF2-40B4-BE49-F238E27FC236}">
                <a16:creationId xmlns:a16="http://schemas.microsoft.com/office/drawing/2014/main" id="{A4620858-2872-44F6-B072-7E678A260322}"/>
              </a:ext>
            </a:extLst>
          </p:cNvPr>
          <p:cNvSpPr txBox="1">
            <a:spLocks/>
          </p:cNvSpPr>
          <p:nvPr userDrawn="1"/>
        </p:nvSpPr>
        <p:spPr>
          <a:xfrm>
            <a:off x="7295839" y="2132869"/>
            <a:ext cx="4663323" cy="4303496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00000"/>
              </a:lnSpc>
              <a:spcBef>
                <a:spcPts val="1800"/>
              </a:spcBef>
            </a:pPr>
            <a:endParaRPr lang="en-US" i="1" dirty="0">
              <a:solidFill>
                <a:schemeClr val="bg2">
                  <a:lumMod val="25000"/>
                </a:schemeClr>
              </a:solidFill>
              <a:latin typeface="Georgia" panose="02040502050405020303" pitchFamily="18" charset="0"/>
            </a:endParaRP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BE0E510D-A28B-40D0-90A9-897A15E93F85}"/>
              </a:ext>
            </a:extLst>
          </p:cNvPr>
          <p:cNvCxnSpPr>
            <a:cxnSpLocks/>
          </p:cNvCxnSpPr>
          <p:nvPr userDrawn="1"/>
        </p:nvCxnSpPr>
        <p:spPr>
          <a:xfrm>
            <a:off x="7069545" y="2248302"/>
            <a:ext cx="0" cy="313372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B885EC5-B7E9-4FBB-A4AE-A260C8DCB03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03238" y="2133600"/>
            <a:ext cx="6297612" cy="3079750"/>
          </a:xfrm>
        </p:spPr>
        <p:txBody>
          <a:bodyPr/>
          <a:lstStyle>
            <a:lvl1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r>
              <a:rPr kumimoji="0" lang="en-GB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Roboto"/>
                <a:cs typeface="Arial" panose="020B0604020202020204" pitchFamily="34" charset="0"/>
                <a:sym typeface="Roboto"/>
              </a:rPr>
              <a:t>We have focused on </a:t>
            </a:r>
            <a:r>
              <a:rPr kumimoji="0" lang="en-GB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Roboto"/>
                <a:cs typeface="Arial" panose="020B0604020202020204" pitchFamily="34" charset="0"/>
                <a:sym typeface="Roboto"/>
              </a:rPr>
              <a:t>preparing and empowering BDT staff</a:t>
            </a:r>
            <a:r>
              <a:rPr kumimoji="0" lang="en-GB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Roboto"/>
                <a:cs typeface="Arial" panose="020B0604020202020204" pitchFamily="34" charset="0"/>
                <a:sym typeface="Roboto"/>
              </a:rPr>
              <a:t> with the tools and resources to deliver value and impact, with performance management related objectives being adjusted accordingly</a:t>
            </a:r>
          </a:p>
          <a:p>
            <a:pPr lvl="0"/>
            <a:endParaRPr lang="en-US" dirty="0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2EFC6EC8-B366-4C1C-9E18-04E70FF727B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296150" y="2133600"/>
            <a:ext cx="4683125" cy="3856038"/>
          </a:xfr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>
                <a:solidFill>
                  <a:schemeClr val="bg2">
                    <a:lumMod val="25000"/>
                  </a:schemeClr>
                </a:solidFill>
              </a:defRPr>
            </a:lvl1pPr>
          </a:lstStyle>
          <a:p>
            <a:pPr algn="l">
              <a:lnSpc>
                <a:spcPct val="100000"/>
              </a:lnSpc>
              <a:spcBef>
                <a:spcPts val="1800"/>
              </a:spcBef>
            </a:pPr>
            <a:r>
              <a:rPr lang="en-GB" i="1" dirty="0">
                <a:solidFill>
                  <a:schemeClr val="bg2">
                    <a:lumMod val="25000"/>
                  </a:schemeClr>
                </a:solidFill>
                <a:latin typeface="Georgia" panose="02040502050405020303" pitchFamily="18" charset="0"/>
              </a:rPr>
              <a:t>Multiple RBM workshops for</a:t>
            </a:r>
            <a:br>
              <a:rPr lang="en-GB" i="1" dirty="0">
                <a:solidFill>
                  <a:schemeClr val="bg2">
                    <a:lumMod val="25000"/>
                  </a:schemeClr>
                </a:solidFill>
                <a:latin typeface="Georgia" panose="02040502050405020303" pitchFamily="18" charset="0"/>
              </a:rPr>
            </a:br>
            <a:r>
              <a:rPr lang="en-GB" i="1" dirty="0">
                <a:solidFill>
                  <a:schemeClr val="bg2">
                    <a:lumMod val="25000"/>
                  </a:schemeClr>
                </a:solidFill>
                <a:latin typeface="Georgia" panose="02040502050405020303" pitchFamily="18" charset="0"/>
              </a:rPr>
              <a:t>all HQ-based teams and Regional Offices </a:t>
            </a:r>
          </a:p>
          <a:p>
            <a:pPr algn="l">
              <a:lnSpc>
                <a:spcPct val="100000"/>
              </a:lnSpc>
              <a:spcBef>
                <a:spcPts val="1800"/>
              </a:spcBef>
            </a:pPr>
            <a:r>
              <a:rPr lang="en-GB" i="1" dirty="0">
                <a:solidFill>
                  <a:schemeClr val="bg2">
                    <a:lumMod val="25000"/>
                  </a:schemeClr>
                </a:solidFill>
                <a:latin typeface="Georgia" panose="02040502050405020303" pitchFamily="18" charset="0"/>
              </a:rPr>
              <a:t>Project Management training</a:t>
            </a:r>
          </a:p>
          <a:p>
            <a:pPr algn="l">
              <a:lnSpc>
                <a:spcPct val="100000"/>
              </a:lnSpc>
              <a:spcBef>
                <a:spcPts val="1800"/>
              </a:spcBef>
            </a:pPr>
            <a:r>
              <a:rPr lang="en-GB" i="1" dirty="0">
                <a:solidFill>
                  <a:schemeClr val="bg2">
                    <a:lumMod val="25000"/>
                  </a:schemeClr>
                </a:solidFill>
                <a:latin typeface="Georgia" panose="02040502050405020303" pitchFamily="18" charset="0"/>
              </a:rPr>
              <a:t>Communication for Development training</a:t>
            </a:r>
          </a:p>
          <a:p>
            <a:pPr algn="l">
              <a:lnSpc>
                <a:spcPct val="100000"/>
              </a:lnSpc>
              <a:spcBef>
                <a:spcPts val="1800"/>
              </a:spcBef>
            </a:pPr>
            <a:r>
              <a:rPr lang="en-GB" i="1" dirty="0">
                <a:solidFill>
                  <a:schemeClr val="bg2">
                    <a:lumMod val="25000"/>
                  </a:schemeClr>
                </a:solidFill>
                <a:latin typeface="Georgia" panose="02040502050405020303" pitchFamily="18" charset="0"/>
              </a:rPr>
              <a:t>Procurement training</a:t>
            </a:r>
            <a:endParaRPr lang="en-US" i="1" dirty="0">
              <a:solidFill>
                <a:schemeClr val="bg2">
                  <a:lumMod val="25000"/>
                </a:schemeClr>
              </a:solidFill>
              <a:latin typeface="Georgia" panose="02040502050405020303" pitchFamily="18" charset="0"/>
            </a:endParaRPr>
          </a:p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450848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g text two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1A647C-A7BD-47C9-962C-55289EF4CD84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725414" y="2033625"/>
            <a:ext cx="8999926" cy="4067251"/>
          </a:xfrm>
        </p:spPr>
        <p:txBody>
          <a:bodyPr numCol="2" spcCol="274320">
            <a:noAutofit/>
          </a:bodyPr>
          <a:lstStyle>
            <a:lvl1pPr marL="9144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9CD6"/>
              </a:buClr>
              <a:buSzPct val="110000"/>
              <a:buFontTx/>
              <a:buNone/>
              <a:tabLst/>
              <a:defRPr sz="2400" spc="20"/>
            </a:lvl1pPr>
            <a:lvl2pPr marL="548640" indent="0">
              <a:lnSpc>
                <a:spcPts val="2400"/>
              </a:lnSpc>
              <a:buClr>
                <a:srgbClr val="009CD6"/>
              </a:buClr>
              <a:buFontTx/>
              <a:buNone/>
              <a:defRPr sz="1800" spc="20"/>
            </a:lvl2pPr>
            <a:lvl3pPr marL="1005840" indent="0">
              <a:lnSpc>
                <a:spcPts val="2400"/>
              </a:lnSpc>
              <a:buClr>
                <a:srgbClr val="009CD6"/>
              </a:buClr>
              <a:buFontTx/>
              <a:buNone/>
              <a:defRPr sz="1800" spc="20"/>
            </a:lvl3pPr>
            <a:lvl4pPr marL="1463040" indent="0">
              <a:lnSpc>
                <a:spcPts val="2400"/>
              </a:lnSpc>
              <a:buClr>
                <a:srgbClr val="009CD6"/>
              </a:buClr>
              <a:buFontTx/>
              <a:buNone/>
              <a:defRPr sz="1800" spc="20"/>
            </a:lvl4pPr>
            <a:lvl5pPr>
              <a:buClr>
                <a:srgbClr val="5B9BD5"/>
              </a:buClr>
              <a:defRPr/>
            </a:lvl5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consectetuer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Aenean </a:t>
            </a:r>
            <a:r>
              <a:rPr lang="en-US" dirty="0" err="1"/>
              <a:t>commodo</a:t>
            </a:r>
            <a:r>
              <a:rPr lang="en-US" dirty="0"/>
              <a:t> ligula </a:t>
            </a:r>
            <a:r>
              <a:rPr lang="en-US" dirty="0" err="1"/>
              <a:t>eget</a:t>
            </a:r>
            <a:r>
              <a:rPr lang="en-US" dirty="0"/>
              <a:t> dolor. Aenean </a:t>
            </a:r>
            <a:r>
              <a:rPr lang="en-US" dirty="0" err="1"/>
              <a:t>massa</a:t>
            </a:r>
            <a:r>
              <a:rPr lang="en-US" dirty="0"/>
              <a:t>. Cum sociis </a:t>
            </a:r>
            <a:r>
              <a:rPr lang="en-US" dirty="0" err="1"/>
              <a:t>natoque</a:t>
            </a:r>
            <a:r>
              <a:rPr lang="en-US" dirty="0"/>
              <a:t> </a:t>
            </a:r>
            <a:r>
              <a:rPr lang="en-US" dirty="0" err="1"/>
              <a:t>penatibus</a:t>
            </a:r>
            <a:r>
              <a:rPr lang="en-US" dirty="0"/>
              <a:t> et </a:t>
            </a:r>
            <a:r>
              <a:rPr lang="en-US" dirty="0" err="1"/>
              <a:t>magnis</a:t>
            </a:r>
            <a:r>
              <a:rPr lang="en-US" dirty="0"/>
              <a:t> dis parturient </a:t>
            </a:r>
            <a:r>
              <a:rPr lang="en-US" dirty="0" err="1"/>
              <a:t>montes</a:t>
            </a:r>
            <a:r>
              <a:rPr lang="en-US" dirty="0"/>
              <a:t>, </a:t>
            </a:r>
            <a:r>
              <a:rPr lang="en-US" dirty="0" err="1"/>
              <a:t>nascetur</a:t>
            </a:r>
            <a:r>
              <a:rPr lang="en-US" dirty="0"/>
              <a:t> </a:t>
            </a:r>
            <a:r>
              <a:rPr lang="en-US" dirty="0" err="1"/>
              <a:t>ridiculus</a:t>
            </a:r>
            <a:r>
              <a:rPr lang="en-US" dirty="0"/>
              <a:t> mus. Donec </a:t>
            </a:r>
            <a:r>
              <a:rPr lang="en-US" dirty="0" err="1"/>
              <a:t>quam</a:t>
            </a:r>
            <a:r>
              <a:rPr lang="en-US" dirty="0"/>
              <a:t> </a:t>
            </a:r>
            <a:r>
              <a:rPr lang="en-US" dirty="0" err="1"/>
              <a:t>felis</a:t>
            </a:r>
            <a:r>
              <a:rPr lang="en-US" dirty="0"/>
              <a:t>, </a:t>
            </a:r>
            <a:r>
              <a:rPr lang="en-US" dirty="0" err="1"/>
              <a:t>ultricies</a:t>
            </a:r>
            <a:r>
              <a:rPr lang="en-US" dirty="0"/>
              <a:t> </a:t>
            </a:r>
            <a:r>
              <a:rPr lang="en-US" dirty="0" err="1"/>
              <a:t>nec</a:t>
            </a:r>
            <a:r>
              <a:rPr lang="en-US" dirty="0"/>
              <a:t>, </a:t>
            </a:r>
            <a:r>
              <a:rPr lang="en-US" dirty="0" err="1"/>
              <a:t>pellentesque</a:t>
            </a:r>
            <a:r>
              <a:rPr lang="en-US" dirty="0"/>
              <a:t> </a:t>
            </a:r>
            <a:r>
              <a:rPr lang="en-US" dirty="0" err="1"/>
              <a:t>eu</a:t>
            </a:r>
            <a:r>
              <a:rPr lang="en-US" dirty="0"/>
              <a:t>, </a:t>
            </a:r>
            <a:r>
              <a:rPr lang="en-US" dirty="0" err="1"/>
              <a:t>pretium</a:t>
            </a:r>
            <a:r>
              <a:rPr lang="en-US" dirty="0"/>
              <a:t> </a:t>
            </a:r>
            <a:r>
              <a:rPr lang="en-US" dirty="0" err="1"/>
              <a:t>quis</a:t>
            </a:r>
            <a:r>
              <a:rPr lang="en-US" dirty="0"/>
              <a:t>, sem. </a:t>
            </a:r>
          </a:p>
          <a:p>
            <a:pPr lvl="0"/>
            <a:r>
              <a:rPr lang="en-US" dirty="0" err="1"/>
              <a:t>Nulla</a:t>
            </a:r>
            <a:r>
              <a:rPr lang="en-US" dirty="0"/>
              <a:t> </a:t>
            </a:r>
            <a:r>
              <a:rPr lang="en-US" dirty="0" err="1"/>
              <a:t>consequat</a:t>
            </a:r>
            <a:r>
              <a:rPr lang="en-US" dirty="0"/>
              <a:t> </a:t>
            </a:r>
            <a:r>
              <a:rPr lang="en-US" dirty="0" err="1"/>
              <a:t>massa</a:t>
            </a:r>
            <a:r>
              <a:rPr lang="en-US" dirty="0"/>
              <a:t>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enim</a:t>
            </a:r>
            <a:r>
              <a:rPr lang="en-US" dirty="0"/>
              <a:t>. Donec </a:t>
            </a:r>
            <a:r>
              <a:rPr lang="en-US" dirty="0" err="1"/>
              <a:t>pede</a:t>
            </a:r>
            <a:r>
              <a:rPr lang="en-US" dirty="0"/>
              <a:t> </a:t>
            </a:r>
            <a:r>
              <a:rPr lang="en-US" dirty="0" err="1"/>
              <a:t>justo</a:t>
            </a:r>
            <a:r>
              <a:rPr lang="en-US" dirty="0"/>
              <a:t>, </a:t>
            </a:r>
            <a:r>
              <a:rPr lang="en-US" dirty="0" err="1"/>
              <a:t>fringilla</a:t>
            </a:r>
            <a:r>
              <a:rPr lang="en-US" dirty="0"/>
              <a:t> vel, </a:t>
            </a:r>
            <a:r>
              <a:rPr lang="en-US" dirty="0" err="1"/>
              <a:t>aliquet</a:t>
            </a:r>
            <a:r>
              <a:rPr lang="en-US" dirty="0"/>
              <a:t> </a:t>
            </a:r>
            <a:r>
              <a:rPr lang="en-US" dirty="0" err="1"/>
              <a:t>nec</a:t>
            </a:r>
            <a:r>
              <a:rPr lang="en-US" dirty="0"/>
              <a:t>.</a:t>
            </a:r>
          </a:p>
          <a:p>
            <a:pPr marL="9144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9CD6"/>
              </a:buClr>
              <a:buSzPct val="110000"/>
              <a:buFontTx/>
              <a:buNone/>
              <a:tabLst/>
              <a:defRPr/>
            </a:pPr>
            <a:r>
              <a:rPr lang="en-US" dirty="0"/>
              <a:t>Cum sociis </a:t>
            </a:r>
            <a:r>
              <a:rPr lang="en-US" dirty="0" err="1"/>
              <a:t>natoque</a:t>
            </a:r>
            <a:r>
              <a:rPr lang="en-US" dirty="0"/>
              <a:t> </a:t>
            </a:r>
            <a:r>
              <a:rPr lang="en-US" dirty="0" err="1"/>
              <a:t>penatibus</a:t>
            </a:r>
            <a:r>
              <a:rPr lang="en-US" dirty="0"/>
              <a:t> et </a:t>
            </a:r>
            <a:r>
              <a:rPr lang="en-US" dirty="0" err="1"/>
              <a:t>magnis</a:t>
            </a:r>
            <a:r>
              <a:rPr lang="en-US" dirty="0"/>
              <a:t> dis parturient </a:t>
            </a:r>
            <a:r>
              <a:rPr lang="en-US" dirty="0" err="1"/>
              <a:t>montes</a:t>
            </a:r>
            <a:r>
              <a:rPr lang="en-US" dirty="0"/>
              <a:t>, </a:t>
            </a:r>
            <a:r>
              <a:rPr lang="en-US" dirty="0" err="1"/>
              <a:t>nascetur</a:t>
            </a:r>
            <a:r>
              <a:rPr lang="en-US" dirty="0"/>
              <a:t> </a:t>
            </a:r>
            <a:r>
              <a:rPr lang="en-US" dirty="0" err="1"/>
              <a:t>ridiculus</a:t>
            </a:r>
            <a:r>
              <a:rPr lang="en-US" dirty="0"/>
              <a:t> mus. Donec </a:t>
            </a:r>
            <a:r>
              <a:rPr lang="en-US" dirty="0" err="1"/>
              <a:t>quam</a:t>
            </a:r>
            <a:r>
              <a:rPr lang="en-US" dirty="0"/>
              <a:t> </a:t>
            </a:r>
            <a:r>
              <a:rPr lang="en-US" dirty="0" err="1"/>
              <a:t>felis</a:t>
            </a:r>
            <a:r>
              <a:rPr lang="en-US" dirty="0"/>
              <a:t>, </a:t>
            </a:r>
            <a:r>
              <a:rPr lang="en-US" dirty="0" err="1"/>
              <a:t>ultricies</a:t>
            </a:r>
            <a:r>
              <a:rPr lang="en-US" dirty="0"/>
              <a:t> </a:t>
            </a:r>
            <a:r>
              <a:rPr lang="en-US" dirty="0" err="1"/>
              <a:t>nec</a:t>
            </a:r>
            <a:r>
              <a:rPr lang="en-US" dirty="0"/>
              <a:t>, </a:t>
            </a:r>
            <a:r>
              <a:rPr lang="en-US" dirty="0" err="1"/>
              <a:t>pellentesque</a:t>
            </a:r>
            <a:r>
              <a:rPr lang="en-US" dirty="0"/>
              <a:t> </a:t>
            </a:r>
            <a:r>
              <a:rPr lang="en-US" dirty="0" err="1"/>
              <a:t>eu</a:t>
            </a:r>
            <a:r>
              <a:rPr lang="en-US" dirty="0"/>
              <a:t>, </a:t>
            </a:r>
            <a:r>
              <a:rPr lang="en-US" dirty="0" err="1"/>
              <a:t>pretium</a:t>
            </a:r>
            <a:r>
              <a:rPr lang="en-US" dirty="0"/>
              <a:t> </a:t>
            </a:r>
            <a:r>
              <a:rPr lang="en-US" dirty="0" err="1"/>
              <a:t>quis</a:t>
            </a:r>
            <a:r>
              <a:rPr lang="en-US" dirty="0"/>
              <a:t>, sem.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2068AA50-AAA8-4842-ABF3-40CA7CFE97D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19358" y="685156"/>
            <a:ext cx="8999926" cy="597012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280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D7316B5-C57D-4BFE-9E05-E402A449FF88}"/>
              </a:ext>
            </a:extLst>
          </p:cNvPr>
          <p:cNvCxnSpPr/>
          <p:nvPr userDrawn="1"/>
        </p:nvCxnSpPr>
        <p:spPr>
          <a:xfrm>
            <a:off x="614785" y="280669"/>
            <a:ext cx="0" cy="374209"/>
          </a:xfrm>
          <a:prstGeom prst="line">
            <a:avLst/>
          </a:prstGeom>
          <a:ln w="25400">
            <a:solidFill>
              <a:srgbClr val="00A3E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B8F92057-32FC-4FC9-AF35-02473A8E497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14785" y="313371"/>
            <a:ext cx="4554538" cy="308803"/>
          </a:xfrm>
        </p:spPr>
        <p:txBody>
          <a:bodyPr anchor="ctr"/>
          <a:lstStyle>
            <a:lvl1pPr marL="91440" indent="0">
              <a:buNone/>
              <a:defRPr sz="160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dirty="0"/>
              <a:t>Click to edit section name</a:t>
            </a:r>
          </a:p>
        </p:txBody>
      </p:sp>
    </p:spTree>
    <p:extLst>
      <p:ext uri="{BB962C8B-B14F-4D97-AF65-F5344CB8AC3E}">
        <p14:creationId xmlns:p14="http://schemas.microsoft.com/office/powerpoint/2010/main" val="50670260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g text 1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1A647C-A7BD-47C9-962C-55289EF4CD84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725414" y="2033625"/>
            <a:ext cx="6297178" cy="4067251"/>
          </a:xfrm>
        </p:spPr>
        <p:txBody>
          <a:bodyPr numCol="1" spcCol="274320">
            <a:noAutofit/>
          </a:bodyPr>
          <a:lstStyle>
            <a:lvl1pPr marL="9144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9CD6"/>
              </a:buClr>
              <a:buSzPct val="110000"/>
              <a:buFontTx/>
              <a:buNone/>
              <a:tabLst/>
              <a:defRPr sz="2400" spc="20"/>
            </a:lvl1pPr>
            <a:lvl2pPr marL="548640" indent="0">
              <a:lnSpc>
                <a:spcPts val="2400"/>
              </a:lnSpc>
              <a:buClr>
                <a:srgbClr val="009CD6"/>
              </a:buClr>
              <a:buFontTx/>
              <a:buNone/>
              <a:defRPr sz="1800" spc="20"/>
            </a:lvl2pPr>
            <a:lvl3pPr marL="1005840" indent="0">
              <a:lnSpc>
                <a:spcPts val="2400"/>
              </a:lnSpc>
              <a:buClr>
                <a:srgbClr val="009CD6"/>
              </a:buClr>
              <a:buFontTx/>
              <a:buNone/>
              <a:defRPr sz="1800" spc="20"/>
            </a:lvl3pPr>
            <a:lvl4pPr marL="1463040" indent="0">
              <a:lnSpc>
                <a:spcPts val="2400"/>
              </a:lnSpc>
              <a:buClr>
                <a:srgbClr val="009CD6"/>
              </a:buClr>
              <a:buFontTx/>
              <a:buNone/>
              <a:defRPr sz="1800" spc="20"/>
            </a:lvl4pPr>
            <a:lvl5pPr>
              <a:buClr>
                <a:srgbClr val="5B9BD5"/>
              </a:buClr>
              <a:defRPr/>
            </a:lvl5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consectetuer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Aenean </a:t>
            </a:r>
            <a:r>
              <a:rPr lang="en-US" dirty="0" err="1"/>
              <a:t>commodo</a:t>
            </a:r>
            <a:r>
              <a:rPr lang="en-US" dirty="0"/>
              <a:t> ligula </a:t>
            </a:r>
            <a:r>
              <a:rPr lang="en-US" dirty="0" err="1"/>
              <a:t>eget</a:t>
            </a:r>
            <a:r>
              <a:rPr lang="en-US" dirty="0"/>
              <a:t> dolor. Aenean </a:t>
            </a:r>
            <a:r>
              <a:rPr lang="en-US" dirty="0" err="1"/>
              <a:t>massa</a:t>
            </a:r>
            <a:r>
              <a:rPr lang="en-US" dirty="0"/>
              <a:t>. Cum sociis </a:t>
            </a:r>
            <a:r>
              <a:rPr lang="en-US" dirty="0" err="1"/>
              <a:t>natoque</a:t>
            </a:r>
            <a:r>
              <a:rPr lang="en-US" dirty="0"/>
              <a:t> </a:t>
            </a:r>
            <a:r>
              <a:rPr lang="en-US" dirty="0" err="1"/>
              <a:t>penatibus</a:t>
            </a:r>
            <a:r>
              <a:rPr lang="en-US" dirty="0"/>
              <a:t> et </a:t>
            </a:r>
            <a:r>
              <a:rPr lang="en-US" dirty="0" err="1"/>
              <a:t>magnis</a:t>
            </a:r>
            <a:r>
              <a:rPr lang="en-US" dirty="0"/>
              <a:t> dis parturient </a:t>
            </a:r>
            <a:r>
              <a:rPr lang="en-US" dirty="0" err="1"/>
              <a:t>montes</a:t>
            </a:r>
            <a:r>
              <a:rPr lang="en-US" dirty="0"/>
              <a:t>, </a:t>
            </a:r>
            <a:r>
              <a:rPr lang="en-US" dirty="0" err="1"/>
              <a:t>nascetur</a:t>
            </a:r>
            <a:r>
              <a:rPr lang="en-US" dirty="0"/>
              <a:t> </a:t>
            </a:r>
            <a:r>
              <a:rPr lang="en-US" dirty="0" err="1"/>
              <a:t>ridiculus</a:t>
            </a:r>
            <a:r>
              <a:rPr lang="en-US" dirty="0"/>
              <a:t> mus. Donec </a:t>
            </a:r>
            <a:r>
              <a:rPr lang="en-US" dirty="0" err="1"/>
              <a:t>quam</a:t>
            </a:r>
            <a:r>
              <a:rPr lang="en-US" dirty="0"/>
              <a:t> </a:t>
            </a:r>
            <a:r>
              <a:rPr lang="en-US" dirty="0" err="1"/>
              <a:t>felis</a:t>
            </a:r>
            <a:r>
              <a:rPr lang="en-US" dirty="0"/>
              <a:t>, </a:t>
            </a:r>
            <a:r>
              <a:rPr lang="en-US" dirty="0" err="1"/>
              <a:t>ultricies</a:t>
            </a:r>
            <a:r>
              <a:rPr lang="en-US" dirty="0"/>
              <a:t> </a:t>
            </a:r>
            <a:r>
              <a:rPr lang="en-US" dirty="0" err="1"/>
              <a:t>nec</a:t>
            </a:r>
            <a:r>
              <a:rPr lang="en-US" dirty="0"/>
              <a:t>, </a:t>
            </a:r>
            <a:r>
              <a:rPr lang="en-US" dirty="0" err="1"/>
              <a:t>pellentesque</a:t>
            </a:r>
            <a:r>
              <a:rPr lang="en-US" dirty="0"/>
              <a:t> </a:t>
            </a:r>
            <a:r>
              <a:rPr lang="en-US" dirty="0" err="1"/>
              <a:t>eu</a:t>
            </a:r>
            <a:r>
              <a:rPr lang="en-US" dirty="0"/>
              <a:t>, </a:t>
            </a:r>
            <a:r>
              <a:rPr lang="en-US" dirty="0" err="1"/>
              <a:t>pretium</a:t>
            </a:r>
            <a:r>
              <a:rPr lang="en-US" dirty="0"/>
              <a:t> </a:t>
            </a:r>
            <a:r>
              <a:rPr lang="en-US" dirty="0" err="1"/>
              <a:t>quis</a:t>
            </a:r>
            <a:r>
              <a:rPr lang="en-US" dirty="0"/>
              <a:t>, sem. 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2068AA50-AAA8-4842-ABF3-40CA7CFE97D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19358" y="685156"/>
            <a:ext cx="8999926" cy="597012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280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D7316B5-C57D-4BFE-9E05-E402A449FF88}"/>
              </a:ext>
            </a:extLst>
          </p:cNvPr>
          <p:cNvCxnSpPr/>
          <p:nvPr userDrawn="1"/>
        </p:nvCxnSpPr>
        <p:spPr>
          <a:xfrm>
            <a:off x="614785" y="280669"/>
            <a:ext cx="0" cy="374209"/>
          </a:xfrm>
          <a:prstGeom prst="line">
            <a:avLst/>
          </a:prstGeom>
          <a:ln w="25400">
            <a:solidFill>
              <a:srgbClr val="00A3E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B8F92057-32FC-4FC9-AF35-02473A8E497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14785" y="313371"/>
            <a:ext cx="4554538" cy="308803"/>
          </a:xfrm>
        </p:spPr>
        <p:txBody>
          <a:bodyPr anchor="ctr"/>
          <a:lstStyle>
            <a:lvl1pPr marL="91440" indent="0">
              <a:buNone/>
              <a:defRPr sz="160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dirty="0"/>
              <a:t>Click to edit section name</a:t>
            </a:r>
          </a:p>
        </p:txBody>
      </p:sp>
    </p:spTree>
    <p:extLst>
      <p:ext uri="{BB962C8B-B14F-4D97-AF65-F5344CB8AC3E}">
        <p14:creationId xmlns:p14="http://schemas.microsoft.com/office/powerpoint/2010/main" val="156407432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g text aligned right + Ital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D7316B5-C57D-4BFE-9E05-E402A449FF88}"/>
              </a:ext>
            </a:extLst>
          </p:cNvPr>
          <p:cNvCxnSpPr/>
          <p:nvPr userDrawn="1"/>
        </p:nvCxnSpPr>
        <p:spPr>
          <a:xfrm>
            <a:off x="614785" y="280669"/>
            <a:ext cx="0" cy="374209"/>
          </a:xfrm>
          <a:prstGeom prst="line">
            <a:avLst/>
          </a:prstGeom>
          <a:ln w="25400">
            <a:solidFill>
              <a:srgbClr val="00A3E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B8F92057-32FC-4FC9-AF35-02473A8E497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14785" y="313371"/>
            <a:ext cx="4554538" cy="308803"/>
          </a:xfrm>
        </p:spPr>
        <p:txBody>
          <a:bodyPr anchor="ctr"/>
          <a:lstStyle>
            <a:lvl1pPr marL="91440" indent="0">
              <a:buNone/>
              <a:defRPr sz="160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/>
              <a:t>Click to edit section name</a:t>
            </a:r>
            <a:endParaRPr lang="en-US" dirty="0"/>
          </a:p>
        </p:txBody>
      </p:sp>
      <p:sp>
        <p:nvSpPr>
          <p:cNvPr id="6" name="Shape 610" hidden="1">
            <a:extLst>
              <a:ext uri="{FF2B5EF4-FFF2-40B4-BE49-F238E27FC236}">
                <a16:creationId xmlns:a16="http://schemas.microsoft.com/office/drawing/2014/main" id="{C5B068B2-AEB9-41E6-AB3C-EA87FFB0FE76}"/>
              </a:ext>
            </a:extLst>
          </p:cNvPr>
          <p:cNvSpPr/>
          <p:nvPr userDrawn="1"/>
        </p:nvSpPr>
        <p:spPr>
          <a:xfrm>
            <a:off x="510238" y="2132869"/>
            <a:ext cx="6303518" cy="3103212"/>
          </a:xfrm>
          <a:prstGeom prst="rect">
            <a:avLst/>
          </a:prstGeom>
          <a:noFill/>
          <a:ln>
            <a:noFill/>
          </a:ln>
        </p:spPr>
        <p:txBody>
          <a:bodyPr lIns="91412" tIns="45700" rIns="91412" bIns="45700" anchor="t" anchorCtr="0">
            <a:noAutofit/>
          </a:bodyPr>
          <a:lstStyle/>
          <a:p>
            <a:pPr algn="r">
              <a:buSzPct val="25000"/>
            </a:pPr>
            <a:r>
              <a:rPr lang="en-GB" sz="2800" dirty="0">
                <a:latin typeface="Arial" panose="020B0604020202020204" pitchFamily="34" charset="0"/>
                <a:ea typeface="Roboto"/>
                <a:cs typeface="Arial" panose="020B0604020202020204" pitchFamily="34" charset="0"/>
                <a:sym typeface="Roboto"/>
              </a:rPr>
              <a:t>We have focused on </a:t>
            </a:r>
            <a:r>
              <a:rPr lang="en-GB" sz="2800" b="1" dirty="0">
                <a:latin typeface="Arial" panose="020B0604020202020204" pitchFamily="34" charset="0"/>
                <a:ea typeface="Roboto"/>
                <a:cs typeface="Arial" panose="020B0604020202020204" pitchFamily="34" charset="0"/>
                <a:sym typeface="Roboto"/>
              </a:rPr>
              <a:t>preparing and empowering BDT staff</a:t>
            </a:r>
            <a:r>
              <a:rPr lang="en-GB" sz="2800" dirty="0">
                <a:latin typeface="Arial" panose="020B0604020202020204" pitchFamily="34" charset="0"/>
                <a:ea typeface="Roboto"/>
                <a:cs typeface="Arial" panose="020B0604020202020204" pitchFamily="34" charset="0"/>
                <a:sym typeface="Roboto"/>
              </a:rPr>
              <a:t> with the tools and resources to deliver value and impact, with performance management related objectives being adjusted accordingly</a:t>
            </a:r>
          </a:p>
        </p:txBody>
      </p:sp>
      <p:sp>
        <p:nvSpPr>
          <p:cNvPr id="7" name="Subtitle 8">
            <a:extLst>
              <a:ext uri="{FF2B5EF4-FFF2-40B4-BE49-F238E27FC236}">
                <a16:creationId xmlns:a16="http://schemas.microsoft.com/office/drawing/2014/main" id="{A4620858-2872-44F6-B072-7E678A260322}"/>
              </a:ext>
            </a:extLst>
          </p:cNvPr>
          <p:cNvSpPr txBox="1">
            <a:spLocks/>
          </p:cNvSpPr>
          <p:nvPr userDrawn="1"/>
        </p:nvSpPr>
        <p:spPr>
          <a:xfrm>
            <a:off x="7295839" y="2132869"/>
            <a:ext cx="4663323" cy="4303496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00000"/>
              </a:lnSpc>
              <a:spcBef>
                <a:spcPts val="1800"/>
              </a:spcBef>
            </a:pPr>
            <a:endParaRPr lang="en-US" i="1" dirty="0">
              <a:solidFill>
                <a:schemeClr val="bg2">
                  <a:lumMod val="25000"/>
                </a:schemeClr>
              </a:solidFill>
              <a:latin typeface="Georgia" panose="02040502050405020303" pitchFamily="18" charset="0"/>
            </a:endParaRP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BE0E510D-A28B-40D0-90A9-897A15E93F85}"/>
              </a:ext>
            </a:extLst>
          </p:cNvPr>
          <p:cNvCxnSpPr>
            <a:cxnSpLocks/>
          </p:cNvCxnSpPr>
          <p:nvPr userDrawn="1"/>
        </p:nvCxnSpPr>
        <p:spPr>
          <a:xfrm>
            <a:off x="7069545" y="2248302"/>
            <a:ext cx="0" cy="313372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B885EC5-B7E9-4FBB-A4AE-A260C8DCB03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03238" y="2133600"/>
            <a:ext cx="6297612" cy="3079750"/>
          </a:xfrm>
        </p:spPr>
        <p:txBody>
          <a:bodyPr/>
          <a:lstStyle>
            <a:lvl1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r>
              <a:rPr kumimoji="0" lang="en-GB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Roboto"/>
                <a:cs typeface="Arial" panose="020B0604020202020204" pitchFamily="34" charset="0"/>
                <a:sym typeface="Roboto"/>
              </a:rPr>
              <a:t>We have focused on </a:t>
            </a:r>
            <a:r>
              <a:rPr kumimoji="0" lang="en-GB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Roboto"/>
                <a:cs typeface="Arial" panose="020B0604020202020204" pitchFamily="34" charset="0"/>
                <a:sym typeface="Roboto"/>
              </a:rPr>
              <a:t>preparing and empowering BDT staff</a:t>
            </a:r>
            <a:r>
              <a:rPr kumimoji="0" lang="en-GB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Roboto"/>
                <a:cs typeface="Arial" panose="020B0604020202020204" pitchFamily="34" charset="0"/>
                <a:sym typeface="Roboto"/>
              </a:rPr>
              <a:t> with the tools and resources to deliver value and impact, with performance management related objectives being adjusted accordingly</a:t>
            </a:r>
          </a:p>
          <a:p>
            <a:pPr lvl="0"/>
            <a:endParaRPr lang="en-US" dirty="0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2EFC6EC8-B366-4C1C-9E18-04E70FF727B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296150" y="2133600"/>
            <a:ext cx="4683125" cy="3856038"/>
          </a:xfr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>
                <a:solidFill>
                  <a:schemeClr val="bg2">
                    <a:lumMod val="25000"/>
                  </a:schemeClr>
                </a:solidFill>
              </a:defRPr>
            </a:lvl1pPr>
          </a:lstStyle>
          <a:p>
            <a:pPr algn="l">
              <a:lnSpc>
                <a:spcPct val="100000"/>
              </a:lnSpc>
              <a:spcBef>
                <a:spcPts val="1800"/>
              </a:spcBef>
            </a:pPr>
            <a:r>
              <a:rPr lang="en-GB" i="1" dirty="0">
                <a:solidFill>
                  <a:schemeClr val="bg2">
                    <a:lumMod val="25000"/>
                  </a:schemeClr>
                </a:solidFill>
                <a:latin typeface="Georgia" panose="02040502050405020303" pitchFamily="18" charset="0"/>
              </a:rPr>
              <a:t>Multiple RBM workshops for</a:t>
            </a:r>
            <a:br>
              <a:rPr lang="en-GB" i="1" dirty="0">
                <a:solidFill>
                  <a:schemeClr val="bg2">
                    <a:lumMod val="25000"/>
                  </a:schemeClr>
                </a:solidFill>
                <a:latin typeface="Georgia" panose="02040502050405020303" pitchFamily="18" charset="0"/>
              </a:rPr>
            </a:br>
            <a:r>
              <a:rPr lang="en-GB" i="1" dirty="0">
                <a:solidFill>
                  <a:schemeClr val="bg2">
                    <a:lumMod val="25000"/>
                  </a:schemeClr>
                </a:solidFill>
                <a:latin typeface="Georgia" panose="02040502050405020303" pitchFamily="18" charset="0"/>
              </a:rPr>
              <a:t>all HQ-based teams and Regional Offices </a:t>
            </a:r>
          </a:p>
          <a:p>
            <a:pPr algn="l">
              <a:lnSpc>
                <a:spcPct val="100000"/>
              </a:lnSpc>
              <a:spcBef>
                <a:spcPts val="1800"/>
              </a:spcBef>
            </a:pPr>
            <a:r>
              <a:rPr lang="en-GB" i="1" dirty="0">
                <a:solidFill>
                  <a:schemeClr val="bg2">
                    <a:lumMod val="25000"/>
                  </a:schemeClr>
                </a:solidFill>
                <a:latin typeface="Georgia" panose="02040502050405020303" pitchFamily="18" charset="0"/>
              </a:rPr>
              <a:t>Project Management training</a:t>
            </a:r>
          </a:p>
          <a:p>
            <a:pPr algn="l">
              <a:lnSpc>
                <a:spcPct val="100000"/>
              </a:lnSpc>
              <a:spcBef>
                <a:spcPts val="1800"/>
              </a:spcBef>
            </a:pPr>
            <a:r>
              <a:rPr lang="en-GB" i="1" dirty="0">
                <a:solidFill>
                  <a:schemeClr val="bg2">
                    <a:lumMod val="25000"/>
                  </a:schemeClr>
                </a:solidFill>
                <a:latin typeface="Georgia" panose="02040502050405020303" pitchFamily="18" charset="0"/>
              </a:rPr>
              <a:t>Communication for Development training</a:t>
            </a:r>
          </a:p>
          <a:p>
            <a:pPr algn="l">
              <a:lnSpc>
                <a:spcPct val="100000"/>
              </a:lnSpc>
              <a:spcBef>
                <a:spcPts val="1800"/>
              </a:spcBef>
            </a:pPr>
            <a:r>
              <a:rPr lang="en-GB" i="1" dirty="0">
                <a:solidFill>
                  <a:schemeClr val="bg2">
                    <a:lumMod val="25000"/>
                  </a:schemeClr>
                </a:solidFill>
                <a:latin typeface="Georgia" panose="02040502050405020303" pitchFamily="18" charset="0"/>
              </a:rPr>
              <a:t>Procurement training</a:t>
            </a:r>
            <a:endParaRPr lang="en-US" i="1" dirty="0">
              <a:solidFill>
                <a:schemeClr val="bg2">
                  <a:lumMod val="25000"/>
                </a:schemeClr>
              </a:solidFill>
              <a:latin typeface="Georgia" panose="02040502050405020303" pitchFamily="18" charset="0"/>
            </a:endParaRPr>
          </a:p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633762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with big quote mark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1A647C-A7BD-47C9-962C-55289EF4CD84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520946" y="2336800"/>
            <a:ext cx="9150108" cy="3764076"/>
          </a:xfrm>
        </p:spPr>
        <p:txBody>
          <a:bodyPr numCol="1" spcCol="274320">
            <a:noAutofit/>
          </a:bodyPr>
          <a:lstStyle>
            <a:lvl1pPr marL="91440" indent="0">
              <a:lnSpc>
                <a:spcPct val="100000"/>
              </a:lnSpc>
              <a:buClr>
                <a:srgbClr val="009CD6"/>
              </a:buClr>
              <a:buFontTx/>
              <a:buNone/>
              <a:defRPr sz="3200" i="1" spc="20">
                <a:latin typeface="Georgia" panose="02040502050405020303" pitchFamily="18" charset="0"/>
              </a:defRPr>
            </a:lvl1pPr>
            <a:lvl2pPr marL="548640" indent="0">
              <a:lnSpc>
                <a:spcPts val="2400"/>
              </a:lnSpc>
              <a:buClr>
                <a:srgbClr val="009CD6"/>
              </a:buClr>
              <a:buFontTx/>
              <a:buNone/>
              <a:defRPr sz="1800" spc="20"/>
            </a:lvl2pPr>
            <a:lvl3pPr marL="1005840" indent="0">
              <a:lnSpc>
                <a:spcPts val="2400"/>
              </a:lnSpc>
              <a:buClr>
                <a:srgbClr val="009CD6"/>
              </a:buClr>
              <a:buFontTx/>
              <a:buNone/>
              <a:defRPr sz="1800" spc="20"/>
            </a:lvl3pPr>
            <a:lvl4pPr marL="1463040" indent="0">
              <a:lnSpc>
                <a:spcPts val="2400"/>
              </a:lnSpc>
              <a:buClr>
                <a:srgbClr val="009CD6"/>
              </a:buClr>
              <a:buFontTx/>
              <a:buNone/>
              <a:defRPr sz="1800" spc="20"/>
            </a:lvl4pPr>
            <a:lvl5pPr>
              <a:buClr>
                <a:srgbClr val="5B9BD5"/>
              </a:buClr>
              <a:defRPr/>
            </a:lvl5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consectetuer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Aenean </a:t>
            </a:r>
            <a:r>
              <a:rPr lang="en-US" dirty="0" err="1"/>
              <a:t>commodo</a:t>
            </a:r>
            <a:r>
              <a:rPr lang="en-US" dirty="0"/>
              <a:t> ligula </a:t>
            </a:r>
            <a:r>
              <a:rPr lang="en-US" dirty="0" err="1"/>
              <a:t>eget</a:t>
            </a:r>
            <a:r>
              <a:rPr lang="en-US" dirty="0"/>
              <a:t> dolor. Aenean </a:t>
            </a:r>
            <a:r>
              <a:rPr lang="en-US" dirty="0" err="1"/>
              <a:t>massa</a:t>
            </a:r>
            <a:r>
              <a:rPr lang="en-US" dirty="0"/>
              <a:t>. Cum sociis </a:t>
            </a:r>
            <a:r>
              <a:rPr lang="en-US" dirty="0" err="1"/>
              <a:t>natoque</a:t>
            </a:r>
            <a:r>
              <a:rPr lang="en-US" dirty="0"/>
              <a:t> </a:t>
            </a:r>
            <a:r>
              <a:rPr lang="en-US" dirty="0" err="1"/>
              <a:t>penatibus</a:t>
            </a:r>
            <a:r>
              <a:rPr lang="en-US" dirty="0"/>
              <a:t> et </a:t>
            </a:r>
            <a:r>
              <a:rPr lang="en-US" dirty="0" err="1"/>
              <a:t>magnis</a:t>
            </a:r>
            <a:r>
              <a:rPr lang="en-US" dirty="0"/>
              <a:t> dis parturient </a:t>
            </a:r>
            <a:r>
              <a:rPr lang="en-US" dirty="0" err="1"/>
              <a:t>montes</a:t>
            </a:r>
            <a:r>
              <a:rPr lang="en-US" dirty="0"/>
              <a:t>, </a:t>
            </a:r>
            <a:r>
              <a:rPr lang="en-US" dirty="0" err="1"/>
              <a:t>nascetur</a:t>
            </a:r>
            <a:r>
              <a:rPr lang="en-US" dirty="0"/>
              <a:t> </a:t>
            </a:r>
            <a:r>
              <a:rPr lang="en-US" dirty="0" err="1"/>
              <a:t>ridiculus</a:t>
            </a:r>
            <a:r>
              <a:rPr lang="en-US" dirty="0"/>
              <a:t> mus. 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D7316B5-C57D-4BFE-9E05-E402A449FF88}"/>
              </a:ext>
            </a:extLst>
          </p:cNvPr>
          <p:cNvCxnSpPr/>
          <p:nvPr userDrawn="1"/>
        </p:nvCxnSpPr>
        <p:spPr>
          <a:xfrm>
            <a:off x="614785" y="280669"/>
            <a:ext cx="0" cy="374209"/>
          </a:xfrm>
          <a:prstGeom prst="line">
            <a:avLst/>
          </a:prstGeom>
          <a:ln w="25400">
            <a:solidFill>
              <a:srgbClr val="00A3E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B8F92057-32FC-4FC9-AF35-02473A8E497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14785" y="313371"/>
            <a:ext cx="4554538" cy="308803"/>
          </a:xfrm>
        </p:spPr>
        <p:txBody>
          <a:bodyPr anchor="ctr"/>
          <a:lstStyle>
            <a:lvl1pPr marL="91440" indent="0" algn="l">
              <a:buNone/>
              <a:defRPr sz="160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dirty="0"/>
              <a:t>Click to edit section name</a:t>
            </a:r>
          </a:p>
        </p:txBody>
      </p:sp>
    </p:spTree>
    <p:extLst>
      <p:ext uri="{BB962C8B-B14F-4D97-AF65-F5344CB8AC3E}">
        <p14:creationId xmlns:p14="http://schemas.microsoft.com/office/powerpoint/2010/main" val="198795915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with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1A647C-A7BD-47C9-962C-55289EF4CD84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520946" y="2658534"/>
            <a:ext cx="9150108" cy="3764076"/>
          </a:xfrm>
        </p:spPr>
        <p:txBody>
          <a:bodyPr numCol="1" spcCol="274320">
            <a:noAutofit/>
          </a:bodyPr>
          <a:lstStyle>
            <a:lvl1pPr marL="91440" indent="0">
              <a:lnSpc>
                <a:spcPct val="100000"/>
              </a:lnSpc>
              <a:buClr>
                <a:srgbClr val="009CD6"/>
              </a:buClr>
              <a:buFontTx/>
              <a:buNone/>
              <a:defRPr sz="3200" i="1" spc="20">
                <a:latin typeface="Georgia" panose="02040502050405020303" pitchFamily="18" charset="0"/>
              </a:defRPr>
            </a:lvl1pPr>
            <a:lvl2pPr marL="548640" indent="0">
              <a:lnSpc>
                <a:spcPts val="2400"/>
              </a:lnSpc>
              <a:buClr>
                <a:srgbClr val="009CD6"/>
              </a:buClr>
              <a:buFontTx/>
              <a:buNone/>
              <a:defRPr sz="1800" spc="20"/>
            </a:lvl2pPr>
            <a:lvl3pPr marL="1005840" indent="0">
              <a:lnSpc>
                <a:spcPts val="2400"/>
              </a:lnSpc>
              <a:buClr>
                <a:srgbClr val="009CD6"/>
              </a:buClr>
              <a:buFontTx/>
              <a:buNone/>
              <a:defRPr sz="1800" spc="20"/>
            </a:lvl3pPr>
            <a:lvl4pPr marL="1463040" indent="0">
              <a:lnSpc>
                <a:spcPts val="2400"/>
              </a:lnSpc>
              <a:buClr>
                <a:srgbClr val="009CD6"/>
              </a:buClr>
              <a:buFontTx/>
              <a:buNone/>
              <a:defRPr sz="1800" spc="20"/>
            </a:lvl4pPr>
            <a:lvl5pPr>
              <a:buClr>
                <a:srgbClr val="5B9BD5"/>
              </a:buClr>
              <a:defRPr/>
            </a:lvl5pPr>
          </a:lstStyle>
          <a:p>
            <a:pPr lvl="0"/>
            <a:r>
              <a:rPr lang="en-US" dirty="0"/>
              <a:t>“Lorem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consectetuer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Aenean </a:t>
            </a:r>
            <a:r>
              <a:rPr lang="en-US" dirty="0" err="1"/>
              <a:t>commodo</a:t>
            </a:r>
            <a:r>
              <a:rPr lang="en-US" dirty="0"/>
              <a:t> ligula </a:t>
            </a:r>
            <a:r>
              <a:rPr lang="en-US" dirty="0" err="1"/>
              <a:t>eget</a:t>
            </a:r>
            <a:r>
              <a:rPr lang="en-US" dirty="0"/>
              <a:t> dolor. Aenean </a:t>
            </a:r>
            <a:r>
              <a:rPr lang="en-US" dirty="0" err="1"/>
              <a:t>massa</a:t>
            </a:r>
            <a:r>
              <a:rPr lang="en-US" dirty="0"/>
              <a:t>. Cum sociis </a:t>
            </a:r>
            <a:r>
              <a:rPr lang="en-US" dirty="0" err="1"/>
              <a:t>natoque</a:t>
            </a:r>
            <a:r>
              <a:rPr lang="en-US" dirty="0"/>
              <a:t> </a:t>
            </a:r>
            <a:r>
              <a:rPr lang="en-US" dirty="0" err="1"/>
              <a:t>penatibus</a:t>
            </a:r>
            <a:r>
              <a:rPr lang="en-US" dirty="0"/>
              <a:t> et </a:t>
            </a:r>
            <a:r>
              <a:rPr lang="en-US" dirty="0" err="1"/>
              <a:t>magnis</a:t>
            </a:r>
            <a:r>
              <a:rPr lang="en-US" dirty="0"/>
              <a:t> dis parturient </a:t>
            </a:r>
            <a:r>
              <a:rPr lang="en-US" dirty="0" err="1"/>
              <a:t>montes</a:t>
            </a:r>
            <a:r>
              <a:rPr lang="en-US" dirty="0"/>
              <a:t>, </a:t>
            </a:r>
            <a:r>
              <a:rPr lang="en-US" dirty="0" err="1"/>
              <a:t>nascetur</a:t>
            </a:r>
            <a:r>
              <a:rPr lang="en-US" dirty="0"/>
              <a:t> </a:t>
            </a:r>
            <a:r>
              <a:rPr lang="en-US" dirty="0" err="1"/>
              <a:t>ridiculus</a:t>
            </a:r>
            <a:r>
              <a:rPr lang="en-US" dirty="0"/>
              <a:t> mus.” 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D7316B5-C57D-4BFE-9E05-E402A449FF88}"/>
              </a:ext>
            </a:extLst>
          </p:cNvPr>
          <p:cNvCxnSpPr/>
          <p:nvPr userDrawn="1"/>
        </p:nvCxnSpPr>
        <p:spPr>
          <a:xfrm>
            <a:off x="614785" y="280669"/>
            <a:ext cx="0" cy="374209"/>
          </a:xfrm>
          <a:prstGeom prst="line">
            <a:avLst/>
          </a:prstGeom>
          <a:ln w="25400">
            <a:solidFill>
              <a:srgbClr val="00A3E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B8F92057-32FC-4FC9-AF35-02473A8E497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14785" y="313371"/>
            <a:ext cx="4554538" cy="308803"/>
          </a:xfrm>
        </p:spPr>
        <p:txBody>
          <a:bodyPr anchor="ctr"/>
          <a:lstStyle>
            <a:lvl1pPr marL="91440" indent="0" algn="l">
              <a:buNone/>
              <a:defRPr sz="160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dirty="0"/>
              <a:t>Click to edit section name</a:t>
            </a:r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BE0DB947-B9BF-4F5D-BCB3-A4E551A7C958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5473700" y="1215232"/>
            <a:ext cx="1244600" cy="1244600"/>
          </a:xfrm>
          <a:prstGeom prst="flowChartConnector">
            <a:avLst/>
          </a:prstGeom>
          <a:solidFill>
            <a:schemeClr val="bg1">
              <a:lumMod val="85000"/>
            </a:schemeClr>
          </a:solidFill>
        </p:spPr>
        <p:txBody>
          <a:bodyPr anchor="ctr"/>
          <a:lstStyle>
            <a:lvl1pPr>
              <a:defRPr sz="1400" b="0"/>
            </a:lvl1pPr>
          </a:lstStyle>
          <a:p>
            <a:r>
              <a:rPr lang="en-US" dirty="0"/>
              <a:t>Insert</a:t>
            </a:r>
            <a:br>
              <a:rPr lang="en-US" dirty="0"/>
            </a:br>
            <a:r>
              <a:rPr lang="en-US" dirty="0"/>
              <a:t>Photo</a:t>
            </a:r>
          </a:p>
        </p:txBody>
      </p:sp>
    </p:spTree>
    <p:extLst>
      <p:ext uri="{BB962C8B-B14F-4D97-AF65-F5344CB8AC3E}">
        <p14:creationId xmlns:p14="http://schemas.microsoft.com/office/powerpoint/2010/main" val="10683193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large image (light blue bg)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2">
            <a:extLst>
              <a:ext uri="{FF2B5EF4-FFF2-40B4-BE49-F238E27FC236}">
                <a16:creationId xmlns:a16="http://schemas.microsoft.com/office/drawing/2014/main" id="{5ED55E9E-BFC6-411F-90A8-B7CC917CD1B5}"/>
              </a:ext>
            </a:extLst>
          </p:cNvPr>
          <p:cNvSpPr>
            <a:spLocks noGrp="1"/>
          </p:cNvSpPr>
          <p:nvPr>
            <p:ph type="pic" idx="1" hasCustomPrompt="1"/>
          </p:nvPr>
        </p:nvSpPr>
        <p:spPr>
          <a:xfrm>
            <a:off x="698526" y="1881427"/>
            <a:ext cx="10976290" cy="3985973"/>
          </a:xfrm>
        </p:spPr>
        <p:txBody>
          <a:bodyPr anchor="ctr">
            <a:normAutofit/>
          </a:bodyPr>
          <a:lstStyle>
            <a:lvl1pPr marL="0" indent="0" algn="ctr">
              <a:buNone/>
              <a:defRPr sz="4000" i="1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Insert image here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E7FA0E66-7846-4BCB-AE09-F966602C759F}"/>
              </a:ext>
            </a:extLst>
          </p:cNvPr>
          <p:cNvCxnSpPr/>
          <p:nvPr userDrawn="1"/>
        </p:nvCxnSpPr>
        <p:spPr>
          <a:xfrm>
            <a:off x="607468" y="280669"/>
            <a:ext cx="0" cy="374209"/>
          </a:xfrm>
          <a:prstGeom prst="line">
            <a:avLst/>
          </a:prstGeom>
          <a:ln w="25400">
            <a:solidFill>
              <a:srgbClr val="00A3E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CF0B2556-6FCF-4306-988D-12A70352A48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07468" y="313371"/>
            <a:ext cx="4554538" cy="308803"/>
          </a:xfrm>
        </p:spPr>
        <p:txBody>
          <a:bodyPr anchor="ctr"/>
          <a:lstStyle>
            <a:lvl1pPr marL="91440" indent="0">
              <a:buNone/>
              <a:defRPr sz="160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0" name="Title Placeholder 1">
            <a:extLst>
              <a:ext uri="{FF2B5EF4-FFF2-40B4-BE49-F238E27FC236}">
                <a16:creationId xmlns:a16="http://schemas.microsoft.com/office/drawing/2014/main" id="{B0DA0626-8521-4B9A-A854-E817A6A123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8392" y="1231105"/>
            <a:ext cx="10515600" cy="568434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36208159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(light blu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055F4467-8115-4C34-B39A-8E571F625EA9}"/>
              </a:ext>
            </a:extLst>
          </p:cNvPr>
          <p:cNvSpPr/>
          <p:nvPr userDrawn="1"/>
        </p:nvSpPr>
        <p:spPr>
          <a:xfrm>
            <a:off x="-30161" y="0"/>
            <a:ext cx="12222161" cy="6858000"/>
          </a:xfrm>
          <a:prstGeom prst="rect">
            <a:avLst/>
          </a:prstGeom>
          <a:solidFill>
            <a:srgbClr val="F5FAF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067180665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 (white bg) 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36622E0-A137-429D-BE75-779E322CE694}"/>
              </a:ext>
            </a:extLst>
          </p:cNvPr>
          <p:cNvSpPr/>
          <p:nvPr userDrawn="1"/>
        </p:nvSpPr>
        <p:spPr>
          <a:xfrm>
            <a:off x="-30161" y="0"/>
            <a:ext cx="12222161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Avenir Next LT Pro" panose="020B0504020202020204" pitchFamily="34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05035650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slideLayout" Target="../slideLayouts/slideLayout19.xml"/><Relationship Id="rId3" Type="http://schemas.openxmlformats.org/officeDocument/2006/relationships/slideLayout" Target="../slideLayouts/slideLayout20.xml"/><Relationship Id="rId4" Type="http://schemas.openxmlformats.org/officeDocument/2006/relationships/theme" Target="../theme/theme2.xml"/></Relationships>
</file>

<file path=ppt/slideMasters/_rels/slideMaster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slideLayout" Target="../slideLayouts/slideLayout22.xml"/><Relationship Id="rId3" Type="http://schemas.openxmlformats.org/officeDocument/2006/relationships/theme" Target="../theme/theme3.xml"/></Relationships>
</file>

<file path=ppt/slideMasters/_rels/slideMaster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slideLayout" Target="../slideLayouts/slideLayout24.xml"/><Relationship Id="rId3" Type="http://schemas.openxmlformats.org/officeDocument/2006/relationships/slideLayout" Target="../slideLayouts/slideLayout25.xml"/><Relationship Id="rId4" Type="http://schemas.openxmlformats.org/officeDocument/2006/relationships/theme" Target="../theme/theme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6C4518C-C369-4BCE-93F6-ACF7A0A456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8392" y="879975"/>
            <a:ext cx="10515600" cy="746442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328A0EE-5A32-42C1-8C1D-EA2BEF099C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8392" y="1804342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 dirty="0"/>
              <a:t>Second level</a:t>
            </a:r>
          </a:p>
          <a:p>
            <a:pPr lvl="1"/>
            <a:r>
              <a:rPr lang="en-US" dirty="0"/>
              <a:t>Third level</a:t>
            </a:r>
          </a:p>
          <a:p>
            <a:pPr lvl="2"/>
            <a:r>
              <a:rPr lang="en-US" dirty="0"/>
              <a:t>Fourth level</a:t>
            </a:r>
          </a:p>
          <a:p>
            <a:pPr lvl="3"/>
            <a:r>
              <a:rPr lang="en-US" dirty="0"/>
              <a:t>Fifth level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9A5A063-7EAA-4705-81BD-73270FF5BA28}"/>
              </a:ext>
            </a:extLst>
          </p:cNvPr>
          <p:cNvSpPr txBox="1"/>
          <p:nvPr userDrawn="1"/>
        </p:nvSpPr>
        <p:spPr>
          <a:xfrm>
            <a:off x="9182937" y="6343130"/>
            <a:ext cx="249936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400" spc="50" baseline="0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www.itu.int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4ED357C-3FA0-42D4-850C-879BB0BE1875}"/>
              </a:ext>
            </a:extLst>
          </p:cNvPr>
          <p:cNvSpPr txBox="1"/>
          <p:nvPr userDrawn="1"/>
        </p:nvSpPr>
        <p:spPr>
          <a:xfrm>
            <a:off x="11420070" y="6345034"/>
            <a:ext cx="553720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D88FE18D-1554-4525-B2E9-CBAFE9755A5A}" type="slidenum">
              <a:rPr lang="en-US" sz="1300" smtClean="0">
                <a:solidFill>
                  <a:schemeClr val="tx1"/>
                </a:solidFill>
              </a:rPr>
              <a:t>‹#›</a:t>
            </a:fld>
            <a:endParaRPr lang="en-US" sz="13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521089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6" r:id="rId1"/>
    <p:sldLayoutId id="2147483653" r:id="rId2"/>
    <p:sldLayoutId id="2147483652" r:id="rId3"/>
    <p:sldLayoutId id="2147483675" r:id="rId4"/>
    <p:sldLayoutId id="2147483676" r:id="rId5"/>
    <p:sldLayoutId id="2147483674" r:id="rId6"/>
    <p:sldLayoutId id="2147483672" r:id="rId7"/>
    <p:sldLayoutId id="2147483657" r:id="rId8"/>
    <p:sldLayoutId id="2147483717" r:id="rId9"/>
    <p:sldLayoutId id="2147483718" r:id="rId10"/>
    <p:sldLayoutId id="2147483719" r:id="rId11"/>
    <p:sldLayoutId id="2147483670" r:id="rId12"/>
    <p:sldLayoutId id="2147483660" r:id="rId13"/>
    <p:sldLayoutId id="2147483687" r:id="rId14"/>
    <p:sldLayoutId id="2147483707" r:id="rId15"/>
    <p:sldLayoutId id="2147483712" r:id="rId16"/>
    <p:sldLayoutId id="2147483721" r:id="rId17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800" b="1" kern="120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137160" algn="l" defTabSz="914400" rtl="0" eaLnBrk="1" latinLnBrk="0" hangingPunct="1">
        <a:lnSpc>
          <a:spcPts val="2200"/>
        </a:lnSpc>
        <a:spcBef>
          <a:spcPts val="1000"/>
        </a:spcBef>
        <a:buClr>
          <a:srgbClr val="009CD6"/>
        </a:buClr>
        <a:buSzPct val="110000"/>
        <a:buFont typeface="Arial" panose="020B0604020202020204" pitchFamily="34" charset="0"/>
        <a:buChar char="•"/>
        <a:defRPr sz="1800" kern="1200" spc="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137160" algn="l" defTabSz="914400" rtl="0" eaLnBrk="1" latinLnBrk="0" hangingPunct="1">
        <a:lnSpc>
          <a:spcPts val="2200"/>
        </a:lnSpc>
        <a:spcBef>
          <a:spcPts val="500"/>
        </a:spcBef>
        <a:buClr>
          <a:srgbClr val="009CD6"/>
        </a:buClr>
        <a:buSzPct val="110000"/>
        <a:buFont typeface="Arial" panose="020B0604020202020204" pitchFamily="34" charset="0"/>
        <a:buChar char="•"/>
        <a:defRPr sz="1800" kern="1200" spc="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137160" algn="l" defTabSz="914400" rtl="0" eaLnBrk="1" latinLnBrk="0" hangingPunct="1">
        <a:lnSpc>
          <a:spcPts val="2200"/>
        </a:lnSpc>
        <a:spcBef>
          <a:spcPts val="500"/>
        </a:spcBef>
        <a:buClr>
          <a:srgbClr val="009CD6"/>
        </a:buClr>
        <a:buSzPct val="110000"/>
        <a:buFont typeface="Arial" panose="020B0604020202020204" pitchFamily="34" charset="0"/>
        <a:buChar char="•"/>
        <a:defRPr sz="1800" kern="1200" spc="0" baseline="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137160" algn="l" defTabSz="914400" rtl="0" eaLnBrk="1" latinLnBrk="0" hangingPunct="1">
        <a:lnSpc>
          <a:spcPts val="2200"/>
        </a:lnSpc>
        <a:spcBef>
          <a:spcPts val="500"/>
        </a:spcBef>
        <a:buClr>
          <a:srgbClr val="009CD6"/>
        </a:buClr>
        <a:buSzPct val="110000"/>
        <a:buFont typeface="Arial" panose="020B0604020202020204" pitchFamily="34" charset="0"/>
        <a:buChar char="•"/>
        <a:defRPr sz="1800" kern="1200" spc="0" baseline="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ts val="2200"/>
        </a:lnSpc>
        <a:spcBef>
          <a:spcPts val="500"/>
        </a:spcBef>
        <a:buClr>
          <a:srgbClr val="00B0F0"/>
        </a:buClr>
        <a:buFont typeface="Arial" panose="020B0604020202020204" pitchFamily="34" charset="0"/>
        <a:buChar char="•"/>
        <a:defRPr sz="1800" kern="1200" spc="30" baseline="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6C4518C-C369-4BCE-93F6-ACF7A0A456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8392" y="879975"/>
            <a:ext cx="10515600" cy="746442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328A0EE-5A32-42C1-8C1D-EA2BEF099C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8392" y="1804342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 dirty="0"/>
              <a:t>Second level</a:t>
            </a:r>
          </a:p>
          <a:p>
            <a:pPr lvl="1"/>
            <a:r>
              <a:rPr lang="en-US" dirty="0"/>
              <a:t>Third level</a:t>
            </a:r>
          </a:p>
          <a:p>
            <a:pPr lvl="2"/>
            <a:r>
              <a:rPr lang="en-US" dirty="0"/>
              <a:t>Fourth level</a:t>
            </a:r>
          </a:p>
          <a:p>
            <a:pPr lvl="3"/>
            <a:r>
              <a:rPr lang="en-US" dirty="0"/>
              <a:t>Fifth level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93ABCAB-1B02-4C7B-89B1-A5BB0E479D06}"/>
              </a:ext>
            </a:extLst>
          </p:cNvPr>
          <p:cNvSpPr txBox="1"/>
          <p:nvPr userDrawn="1"/>
        </p:nvSpPr>
        <p:spPr>
          <a:xfrm>
            <a:off x="9182937" y="6343130"/>
            <a:ext cx="249936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400" spc="50" baseline="0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www.itu.int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7662A7B-D8AC-460A-9C3E-1872390023D8}"/>
              </a:ext>
            </a:extLst>
          </p:cNvPr>
          <p:cNvSpPr txBox="1"/>
          <p:nvPr userDrawn="1"/>
        </p:nvSpPr>
        <p:spPr>
          <a:xfrm>
            <a:off x="11420070" y="6345034"/>
            <a:ext cx="553720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D88FE18D-1554-4525-B2E9-CBAFE9755A5A}" type="slidenum">
              <a:rPr lang="en-US" sz="1300" smtClean="0">
                <a:solidFill>
                  <a:schemeClr val="tx1"/>
                </a:solidFill>
              </a:rPr>
              <a:t>‹#›</a:t>
            </a:fld>
            <a:endParaRPr lang="en-US" sz="13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970399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0" r:id="rId1"/>
    <p:sldLayoutId id="2147483716" r:id="rId2"/>
    <p:sldLayoutId id="2147483711" r:id="rId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800" b="1" kern="120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137160" algn="l" defTabSz="914400" rtl="0" eaLnBrk="1" latinLnBrk="0" hangingPunct="1">
        <a:lnSpc>
          <a:spcPct val="100000"/>
        </a:lnSpc>
        <a:spcBef>
          <a:spcPts val="1000"/>
        </a:spcBef>
        <a:buClr>
          <a:srgbClr val="009CD6"/>
        </a:buClr>
        <a:buSzPct val="110000"/>
        <a:buFont typeface="Arial" panose="020B0604020202020204" pitchFamily="34" charset="0"/>
        <a:buChar char="•"/>
        <a:defRPr sz="2800" kern="1200" spc="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137160" algn="l" defTabSz="914400" rtl="0" eaLnBrk="1" latinLnBrk="0" hangingPunct="1">
        <a:lnSpc>
          <a:spcPct val="100000"/>
        </a:lnSpc>
        <a:spcBef>
          <a:spcPts val="500"/>
        </a:spcBef>
        <a:buClr>
          <a:srgbClr val="009CD6"/>
        </a:buClr>
        <a:buSzPct val="110000"/>
        <a:buFont typeface="Arial" panose="020B0604020202020204" pitchFamily="34" charset="0"/>
        <a:buChar char="•"/>
        <a:defRPr sz="2800" kern="1200" spc="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137160" algn="l" defTabSz="914400" rtl="0" eaLnBrk="1" latinLnBrk="0" hangingPunct="1">
        <a:lnSpc>
          <a:spcPct val="100000"/>
        </a:lnSpc>
        <a:spcBef>
          <a:spcPts val="500"/>
        </a:spcBef>
        <a:buClr>
          <a:srgbClr val="009CD6"/>
        </a:buClr>
        <a:buSzPct val="110000"/>
        <a:buFont typeface="Arial" panose="020B0604020202020204" pitchFamily="34" charset="0"/>
        <a:buChar char="•"/>
        <a:defRPr sz="2800" kern="1200" spc="0" baseline="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137160" algn="l" defTabSz="914400" rtl="0" eaLnBrk="1" latinLnBrk="0" hangingPunct="1">
        <a:lnSpc>
          <a:spcPct val="100000"/>
        </a:lnSpc>
        <a:spcBef>
          <a:spcPts val="500"/>
        </a:spcBef>
        <a:buClr>
          <a:srgbClr val="009CD6"/>
        </a:buClr>
        <a:buSzPct val="110000"/>
        <a:buFont typeface="Arial" panose="020B0604020202020204" pitchFamily="34" charset="0"/>
        <a:buChar char="•"/>
        <a:defRPr sz="2800" kern="1200" spc="0" baseline="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ts val="2200"/>
        </a:lnSpc>
        <a:spcBef>
          <a:spcPts val="500"/>
        </a:spcBef>
        <a:buClr>
          <a:srgbClr val="00B0F0"/>
        </a:buClr>
        <a:buFont typeface="Arial" panose="020B0604020202020204" pitchFamily="34" charset="0"/>
        <a:buChar char="•"/>
        <a:defRPr sz="1800" kern="1200" spc="30" baseline="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328A0EE-5A32-42C1-8C1D-EA2BEF099C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816313" y="2209801"/>
            <a:ext cx="8559373" cy="379306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algn="ctr"/>
            <a:r>
              <a:rPr lang="en-US" sz="2800" i="1" dirty="0">
                <a:latin typeface="Georgia" panose="02040502050405020303" pitchFamily="18" charset="0"/>
              </a:rPr>
              <a:t>We grew up with the internet. </a:t>
            </a:r>
            <a:br>
              <a:rPr lang="en-US" sz="2800" i="1" dirty="0">
                <a:latin typeface="Georgia" panose="02040502050405020303" pitchFamily="18" charset="0"/>
              </a:rPr>
            </a:br>
            <a:r>
              <a:rPr lang="en-US" sz="2800" i="1" dirty="0">
                <a:latin typeface="Georgia" panose="02040502050405020303" pitchFamily="18" charset="0"/>
              </a:rPr>
              <a:t>I mean, the internet has always been here with us. The grown-ups are like ‘Wow the internet appeared’, while it is perfectly normal for us.”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3FB8933-3AE5-487A-8B03-0B68C8923CB0}"/>
              </a:ext>
            </a:extLst>
          </p:cNvPr>
          <p:cNvSpPr txBox="1"/>
          <p:nvPr userDrawn="1"/>
        </p:nvSpPr>
        <p:spPr>
          <a:xfrm>
            <a:off x="9182937" y="6343130"/>
            <a:ext cx="249936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400" spc="50" baseline="0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www.itu.int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D9BF5BD-2163-4157-A2AF-C24DDF31C8DA}"/>
              </a:ext>
            </a:extLst>
          </p:cNvPr>
          <p:cNvSpPr txBox="1"/>
          <p:nvPr userDrawn="1"/>
        </p:nvSpPr>
        <p:spPr>
          <a:xfrm>
            <a:off x="11420070" y="6345034"/>
            <a:ext cx="553720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D88FE18D-1554-4525-B2E9-CBAFE9755A5A}" type="slidenum">
              <a:rPr lang="en-US" sz="1300" smtClean="0">
                <a:solidFill>
                  <a:schemeClr val="tx1"/>
                </a:solidFill>
              </a:rPr>
              <a:t>‹#›</a:t>
            </a:fld>
            <a:endParaRPr lang="en-US" sz="13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76132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4" r:id="rId1"/>
    <p:sldLayoutId id="2147483715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800" b="1" kern="120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91440" indent="0" algn="ctr" defTabSz="914400" rtl="0" eaLnBrk="1" latinLnBrk="0" hangingPunct="1">
        <a:lnSpc>
          <a:spcPct val="100000"/>
        </a:lnSpc>
        <a:spcBef>
          <a:spcPts val="1000"/>
        </a:spcBef>
        <a:buClr>
          <a:srgbClr val="009CD6"/>
        </a:buClr>
        <a:buSzPct val="110000"/>
        <a:buFontTx/>
        <a:buNone/>
        <a:defRPr sz="3600" kern="1200" spc="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548640" indent="0" algn="l" defTabSz="914400" rtl="0" eaLnBrk="1" latinLnBrk="0" hangingPunct="1">
        <a:lnSpc>
          <a:spcPct val="100000"/>
        </a:lnSpc>
        <a:spcBef>
          <a:spcPts val="500"/>
        </a:spcBef>
        <a:buClr>
          <a:srgbClr val="009CD6"/>
        </a:buClr>
        <a:buSzPct val="110000"/>
        <a:buFontTx/>
        <a:buNone/>
        <a:defRPr sz="2800" kern="1200" spc="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005840" indent="0" algn="l" defTabSz="914400" rtl="0" eaLnBrk="1" latinLnBrk="0" hangingPunct="1">
        <a:lnSpc>
          <a:spcPct val="100000"/>
        </a:lnSpc>
        <a:spcBef>
          <a:spcPts val="500"/>
        </a:spcBef>
        <a:buClr>
          <a:srgbClr val="009CD6"/>
        </a:buClr>
        <a:buSzPct val="110000"/>
        <a:buFontTx/>
        <a:buNone/>
        <a:defRPr sz="2800" kern="1200" spc="0" baseline="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463040" indent="0" algn="l" defTabSz="914400" rtl="0" eaLnBrk="1" latinLnBrk="0" hangingPunct="1">
        <a:lnSpc>
          <a:spcPct val="100000"/>
        </a:lnSpc>
        <a:spcBef>
          <a:spcPts val="500"/>
        </a:spcBef>
        <a:buClr>
          <a:srgbClr val="009CD6"/>
        </a:buClr>
        <a:buSzPct val="110000"/>
        <a:buFontTx/>
        <a:buNone/>
        <a:defRPr sz="2800" kern="1200" spc="0" baseline="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ts val="2200"/>
        </a:lnSpc>
        <a:spcBef>
          <a:spcPts val="500"/>
        </a:spcBef>
        <a:buClr>
          <a:srgbClr val="00B0F0"/>
        </a:buClr>
        <a:buFont typeface="Arial" panose="020B0604020202020204" pitchFamily="34" charset="0"/>
        <a:buChar char="•"/>
        <a:defRPr sz="1800" kern="1200" spc="30" baseline="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3903303-232A-4935-AFB3-F7B88DD729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93" y="879975"/>
            <a:ext cx="10515600" cy="746442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383453-70D1-44FB-B9C3-2EEFC15545D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8392" y="1804342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marL="228600" marR="0" lvl="0" indent="-137160" algn="l" defTabSz="914400" rtl="0" eaLnBrk="1" fontAlgn="auto" latinLnBrk="0" hangingPunct="1">
              <a:lnSpc>
                <a:spcPts val="2200"/>
              </a:lnSpc>
              <a:spcBef>
                <a:spcPts val="1000"/>
              </a:spcBef>
              <a:spcAft>
                <a:spcPts val="0"/>
              </a:spcAft>
              <a:buClr>
                <a:srgbClr val="009CD6"/>
              </a:buClr>
              <a:buSzPct val="110000"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Second level</a:t>
            </a:r>
          </a:p>
          <a:p>
            <a:pPr marL="685800" marR="0" lvl="1" indent="-137160" algn="l" defTabSz="914400" rtl="0" eaLnBrk="1" fontAlgn="auto" latinLnBrk="0" hangingPunct="1">
              <a:lnSpc>
                <a:spcPts val="2200"/>
              </a:lnSpc>
              <a:spcBef>
                <a:spcPts val="500"/>
              </a:spcBef>
              <a:spcAft>
                <a:spcPts val="0"/>
              </a:spcAft>
              <a:buClr>
                <a:srgbClr val="009CD6"/>
              </a:buClr>
              <a:buSzPct val="110000"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Third level</a:t>
            </a:r>
          </a:p>
          <a:p>
            <a:pPr marL="1143000" marR="0" lvl="2" indent="-137160" algn="l" defTabSz="914400" rtl="0" eaLnBrk="1" fontAlgn="auto" latinLnBrk="0" hangingPunct="1">
              <a:lnSpc>
                <a:spcPts val="2200"/>
              </a:lnSpc>
              <a:spcBef>
                <a:spcPts val="500"/>
              </a:spcBef>
              <a:spcAft>
                <a:spcPts val="0"/>
              </a:spcAft>
              <a:buClr>
                <a:srgbClr val="009CD6"/>
              </a:buClr>
              <a:buSzPct val="110000"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Fourth level</a:t>
            </a:r>
          </a:p>
          <a:p>
            <a:pPr marL="1600200" marR="0" lvl="3" indent="-137160" algn="l" defTabSz="914400" rtl="0" eaLnBrk="1" fontAlgn="auto" latinLnBrk="0" hangingPunct="1">
              <a:lnSpc>
                <a:spcPts val="2200"/>
              </a:lnSpc>
              <a:spcBef>
                <a:spcPts val="500"/>
              </a:spcBef>
              <a:spcAft>
                <a:spcPts val="0"/>
              </a:spcAft>
              <a:buClr>
                <a:srgbClr val="009CD6"/>
              </a:buClr>
              <a:buSzPct val="110000"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Fifth level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9BFC052-984C-4106-B990-03A1EB3873C1}"/>
              </a:ext>
            </a:extLst>
          </p:cNvPr>
          <p:cNvSpPr txBox="1"/>
          <p:nvPr userDrawn="1"/>
        </p:nvSpPr>
        <p:spPr>
          <a:xfrm>
            <a:off x="9182937" y="6343130"/>
            <a:ext cx="249936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400" spc="50" baseline="0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www.itu.int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B202A0A-9127-4C98-B796-7DD30E32B3B1}"/>
              </a:ext>
            </a:extLst>
          </p:cNvPr>
          <p:cNvSpPr txBox="1"/>
          <p:nvPr userDrawn="1"/>
        </p:nvSpPr>
        <p:spPr>
          <a:xfrm>
            <a:off x="11420070" y="6345034"/>
            <a:ext cx="553720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D88FE18D-1554-4525-B2E9-CBAFE9755A5A}" type="slidenum">
              <a:rPr lang="en-US" sz="1300" smtClean="0">
                <a:solidFill>
                  <a:schemeClr val="tx1"/>
                </a:solidFill>
              </a:rPr>
              <a:t>‹#›</a:t>
            </a:fld>
            <a:endParaRPr lang="en-US" sz="13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61039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6" r:id="rId1"/>
    <p:sldLayoutId id="2147483678" r:id="rId2"/>
    <p:sldLayoutId id="2147483720" r:id="rId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8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7.xml"/></Relationships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82296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>
                <a:solidFill>
                  <a:srgbClr val="595959"/>
                </a:solidFill>
                <a:latin typeface="Arial"/>
              </a:rPr>
              <a:t>MODULE 2 · VIDEO 2.3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20116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0" b="1" i="0">
                <a:solidFill>
                  <a:srgbClr val="009CD6"/>
                </a:solidFill>
                <a:latin typeface="Arial"/>
              </a:rPr>
              <a:t>2.3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880360"/>
            <a:ext cx="9601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 i="0">
                <a:solidFill>
                  <a:srgbClr val="1A1A1A"/>
                </a:solidFill>
                <a:latin typeface="Arial"/>
              </a:rPr>
              <a:t>Adopt your principles, don't draft them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4343400"/>
            <a:ext cx="98755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0" i="1">
                <a:solidFill>
                  <a:srgbClr val="595959"/>
                </a:solidFill>
                <a:latin typeface="Arial"/>
              </a:rPr>
              <a:t>PAERA publishes ten architectural principles, already debated across many countries. Your job is to adopt them, tailor the wording to your context, and use them to settle design arguments — not to spend your first year drafting principles from scratch.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598932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
                  <a:srgbClr val="595959"/>
                </a:solidFill>
                <a:latin typeface="Arial"/>
              </a:rPr>
              <a:t>standalone video · voice-over on text slides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05840" y="132588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>
                <a:solidFill>
                  <a:srgbClr val="006E96"/>
                </a:solidFill>
                <a:latin typeface="Arial"/>
              </a:rPr>
              <a:t>WHERE WE START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" y="1783080"/>
            <a:ext cx="101498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1A1A1A"/>
                </a:solidFill>
                <a:latin typeface="Arial"/>
              </a:rPr>
              <a:t>Three months. Forty drafts. No agreement.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3611880"/>
            <a:ext cx="1014984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700" b="0" i="0">
                <a:solidFill>
                  <a:srgbClr val="595959"/>
                </a:solidFill>
                <a:latin typeface="Arial"/>
              </a:rPr>
              <a:t>Someone says: let us write our country’s architectural principles.</a:t>
            </a:r>
          </a:p>
          <a:p>
            <a:pPr>
              <a:spcAft>
                <a:spcPts val="800"/>
              </a:spcAft>
            </a:pPr>
            <a:r>
              <a:rPr sz="1700" b="0" i="0">
                <a:solidFill>
                  <a:srgbClr val="595959"/>
                </a:solidFill>
                <a:latin typeface="Arial"/>
              </a:rPr>
              <a:t>Half the drafts contradict each other.</a:t>
            </a:r>
          </a:p>
          <a:p>
            <a:pPr>
              <a:spcAft>
                <a:spcPts val="800"/>
              </a:spcAft>
            </a:pPr>
            <a:r>
              <a:rPr sz="1700" b="0" i="0">
                <a:solidFill>
                  <a:srgbClr val="595959"/>
                </a:solidFill>
                <a:latin typeface="Arial"/>
              </a:rPr>
              <a:t>There is a faster way — the principles already exist.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7772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0">
                <a:solidFill>
                  <a:srgbClr val="595959"/>
                </a:solidFill>
                <a:latin typeface="Arial"/>
              </a:rPr>
              <a:t>2.3 · Adopt your principles, don't draft them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0" y="6473952"/>
            <a:ext cx="167335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595959"/>
                </a:solidFill>
                <a:latin typeface="Arial"/>
              </a:rPr>
              <a:t>www.itu.int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45720" cy="256032"/>
          </a:xfrm>
          <a:prstGeom prst="rect">
            <a:avLst/>
          </a:prstGeom>
          <a:solidFill>
            <a:srgbClr val="009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27432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
                  <a:srgbClr val="1A1A1A"/>
                </a:solidFill>
                <a:latin typeface="Arial"/>
              </a:rPr>
              <a:t>A principle is a short rule that settles a design argument before it starts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58368" y="1645920"/>
            <a:ext cx="3493008" cy="1737360"/>
          </a:xfrm>
          <a:prstGeom prst="roundRect">
            <a:avLst>
              <a:gd name="adj" fmla="val 4500"/>
            </a:avLst>
          </a:prstGeom>
          <a:solidFill>
            <a:srgbClr val="E5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59536" y="1792224"/>
            <a:ext cx="3090672" cy="1463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800" b="1" i="0">
                <a:solidFill>
                  <a:srgbClr val="006E96"/>
                </a:solidFill>
                <a:latin typeface="Arial"/>
              </a:rPr>
              <a:t>Reuse before you buy; buy before you build.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52544" y="1645920"/>
            <a:ext cx="3493008" cy="1737360"/>
          </a:xfrm>
          <a:prstGeom prst="roundRect">
            <a:avLst>
              <a:gd name="adj" fmla="val 4500"/>
            </a:avLst>
          </a:prstGeom>
          <a:solidFill>
            <a:srgbClr val="E5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53712" y="1792224"/>
            <a:ext cx="3090672" cy="1463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800" b="1" i="0">
                <a:solidFill>
                  <a:srgbClr val="006E96"/>
                </a:solidFill>
                <a:latin typeface="Arial"/>
              </a:rPr>
              <a:t>Data has one owner.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645920"/>
            <a:ext cx="3493008" cy="1737360"/>
          </a:xfrm>
          <a:prstGeom prst="roundRect">
            <a:avLst>
              <a:gd name="adj" fmla="val 4500"/>
            </a:avLst>
          </a:prstGeom>
          <a:solidFill>
            <a:srgbClr val="E5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47888" y="1792224"/>
            <a:ext cx="3090672" cy="1463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800" b="1" i="0">
                <a:solidFill>
                  <a:srgbClr val="006E96"/>
                </a:solidFill>
                <a:latin typeface="Arial"/>
              </a:rPr>
              <a:t>Ask the citizen only once.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3749039"/>
            <a:ext cx="108813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100" b="0" i="0">
                <a:solidFill>
                  <a:srgbClr val="1A1A1A"/>
                </a:solidFill>
                <a:latin typeface="Arial"/>
              </a:rPr>
              <a:t>A decision you make once, so your team does not re-argue it on every project.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" y="4892040"/>
            <a:ext cx="10881360" cy="1005840"/>
          </a:xfrm>
          <a:prstGeom prst="roundRect">
            <a:avLst>
              <a:gd name="adj" fmla="val 45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9536" y="5038344"/>
            <a:ext cx="10479024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2000" b="1" i="0">
                <a:solidFill>
                  <a:srgbClr val="1A1A1A"/>
                </a:solidFill>
                <a:latin typeface="Arial"/>
              </a:rPr>
              <a:t>If a principle never changes a decision, it is not a principle — it is a slogan.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73952"/>
            <a:ext cx="7772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0">
                <a:solidFill>
                  <a:srgbClr val="595959"/>
                </a:solidFill>
                <a:latin typeface="Arial"/>
              </a:rPr>
              <a:t>2.3 · Adopt your principles, don't draft them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45720" cy="256032"/>
          </a:xfrm>
          <a:prstGeom prst="rect">
            <a:avLst/>
          </a:prstGeom>
          <a:solidFill>
            <a:srgbClr val="009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27432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
                  <a:srgbClr val="1A1A1A"/>
                </a:solidFill>
                <a:latin typeface="Arial"/>
              </a:rPr>
              <a:t>PAERA gives you ten — already debated across many countries</a:t>
            </a:r>
          </a:p>
        </p:txBody>
      </p:sp>
      <p:sp>
        <p:nvSpPr>
          <p:cNvPr id="4" name="Oval 3"/>
          <p:cNvSpPr/>
          <p:nvPr/>
        </p:nvSpPr>
        <p:spPr>
          <a:xfrm>
            <a:off x="658368" y="1536192"/>
            <a:ext cx="310896" cy="310896"/>
          </a:xfrm>
          <a:prstGeom prst="ellipse">
            <a:avLst/>
          </a:prstGeom>
          <a:solidFill>
            <a:srgbClr val="009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" y="1481328"/>
            <a:ext cx="49377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 i="0">
                <a:solidFill>
                  <a:srgbClr val="1A1A1A"/>
                </a:solidFill>
                <a:latin typeface="Arial"/>
              </a:rPr>
              <a:t>Rule of law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2322576"/>
            <a:ext cx="5257800" cy="12700"/>
          </a:xfrm>
          <a:prstGeom prst="rect">
            <a:avLst/>
          </a:prstGeom>
          <a:solidFill>
            <a:srgbClr val="DDE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58368" y="2468880"/>
            <a:ext cx="310896" cy="310896"/>
          </a:xfrm>
          <a:prstGeom prst="ellipse">
            <a:avLst/>
          </a:prstGeom>
          <a:solidFill>
            <a:srgbClr val="009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" y="2414016"/>
            <a:ext cx="49377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 i="0">
                <a:solidFill>
                  <a:srgbClr val="1A1A1A"/>
                </a:solidFill>
                <a:latin typeface="Arial"/>
              </a:rPr>
              <a:t>Intrinsic security and privacy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3255264"/>
            <a:ext cx="5257800" cy="12700"/>
          </a:xfrm>
          <a:prstGeom prst="rect">
            <a:avLst/>
          </a:prstGeom>
          <a:solidFill>
            <a:srgbClr val="DDE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58368" y="3401568"/>
            <a:ext cx="310896" cy="310896"/>
          </a:xfrm>
          <a:prstGeom prst="ellipse">
            <a:avLst/>
          </a:prstGeom>
          <a:solidFill>
            <a:srgbClr val="009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5568" y="3346704"/>
            <a:ext cx="49377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 i="0">
                <a:solidFill>
                  <a:srgbClr val="1A1A1A"/>
                </a:solidFill>
                <a:latin typeface="Arial"/>
              </a:rPr>
              <a:t>Openness and transparency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58368" y="4187952"/>
            <a:ext cx="5257800" cy="12700"/>
          </a:xfrm>
          <a:prstGeom prst="rect">
            <a:avLst/>
          </a:prstGeom>
          <a:solidFill>
            <a:srgbClr val="DDE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58368" y="4334255"/>
            <a:ext cx="310896" cy="310896"/>
          </a:xfrm>
          <a:prstGeom prst="ellipse">
            <a:avLst/>
          </a:prstGeom>
          <a:solidFill>
            <a:srgbClr val="009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5568" y="4279392"/>
            <a:ext cx="49377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 i="0">
                <a:solidFill>
                  <a:srgbClr val="1A1A1A"/>
                </a:solidFill>
                <a:latin typeface="Arial"/>
              </a:rPr>
              <a:t>Interoperability by default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58368" y="5120640"/>
            <a:ext cx="5257800" cy="12700"/>
          </a:xfrm>
          <a:prstGeom prst="rect">
            <a:avLst/>
          </a:prstGeom>
          <a:solidFill>
            <a:srgbClr val="DDE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58368" y="5266944"/>
            <a:ext cx="310896" cy="310896"/>
          </a:xfrm>
          <a:prstGeom prst="ellipse">
            <a:avLst/>
          </a:prstGeom>
          <a:solidFill>
            <a:srgbClr val="009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15568" y="5212080"/>
            <a:ext cx="49377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 i="0">
                <a:solidFill>
                  <a:srgbClr val="1A1A1A"/>
                </a:solidFill>
                <a:latin typeface="Arial"/>
              </a:rPr>
              <a:t>Once-only</a:t>
            </a:r>
          </a:p>
        </p:txBody>
      </p:sp>
      <p:sp>
        <p:nvSpPr>
          <p:cNvPr id="18" name="Oval 17"/>
          <p:cNvSpPr/>
          <p:nvPr/>
        </p:nvSpPr>
        <p:spPr>
          <a:xfrm>
            <a:off x="6281928" y="1536192"/>
            <a:ext cx="310896" cy="310896"/>
          </a:xfrm>
          <a:prstGeom prst="ellipse">
            <a:avLst/>
          </a:prstGeom>
          <a:solidFill>
            <a:srgbClr val="009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39128" y="1481328"/>
            <a:ext cx="49377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 i="0">
                <a:solidFill>
                  <a:srgbClr val="1A1A1A"/>
                </a:solidFill>
                <a:latin typeface="Arial"/>
              </a:rPr>
              <a:t>User-centred and inclusive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81928" y="2322576"/>
            <a:ext cx="5257800" cy="12700"/>
          </a:xfrm>
          <a:prstGeom prst="rect">
            <a:avLst/>
          </a:prstGeom>
          <a:solidFill>
            <a:srgbClr val="DDE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281928" y="2468880"/>
            <a:ext cx="310896" cy="310896"/>
          </a:xfrm>
          <a:prstGeom prst="ellipse">
            <a:avLst/>
          </a:prstGeom>
          <a:solidFill>
            <a:srgbClr val="009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39128" y="2414016"/>
            <a:ext cx="49377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 i="0">
                <a:solidFill>
                  <a:srgbClr val="1A1A1A"/>
                </a:solidFill>
                <a:latin typeface="Arial"/>
              </a:rPr>
              <a:t>Reuse and sharing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281928" y="3255264"/>
            <a:ext cx="5257800" cy="12700"/>
          </a:xfrm>
          <a:prstGeom prst="rect">
            <a:avLst/>
          </a:prstGeom>
          <a:solidFill>
            <a:srgbClr val="DDE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281928" y="3401568"/>
            <a:ext cx="310896" cy="310896"/>
          </a:xfrm>
          <a:prstGeom prst="ellipse">
            <a:avLst/>
          </a:prstGeom>
          <a:solidFill>
            <a:srgbClr val="009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8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39128" y="3346704"/>
            <a:ext cx="49377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 i="0">
                <a:solidFill>
                  <a:srgbClr val="1A1A1A"/>
                </a:solidFill>
                <a:latin typeface="Arial"/>
              </a:rPr>
              <a:t>Data as a managed asset — one source of truth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281928" y="4187952"/>
            <a:ext cx="5257800" cy="12700"/>
          </a:xfrm>
          <a:prstGeom prst="rect">
            <a:avLst/>
          </a:prstGeom>
          <a:solidFill>
            <a:srgbClr val="DDE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281928" y="4334255"/>
            <a:ext cx="310896" cy="310896"/>
          </a:xfrm>
          <a:prstGeom prst="ellipse">
            <a:avLst/>
          </a:prstGeom>
          <a:solidFill>
            <a:srgbClr val="009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9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739128" y="4279392"/>
            <a:ext cx="49377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 i="0">
                <a:solidFill>
                  <a:srgbClr val="1A1A1A"/>
                </a:solidFill>
                <a:latin typeface="Arial"/>
              </a:rPr>
              <a:t>Technology neutrality — avoid lock-in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281928" y="5120640"/>
            <a:ext cx="5257800" cy="12700"/>
          </a:xfrm>
          <a:prstGeom prst="rect">
            <a:avLst/>
          </a:prstGeom>
          <a:solidFill>
            <a:srgbClr val="DDE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6281928" y="5266944"/>
            <a:ext cx="310896" cy="310896"/>
          </a:xfrm>
          <a:prstGeom prst="ellipse">
            <a:avLst/>
          </a:prstGeom>
          <a:solidFill>
            <a:srgbClr val="009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10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739128" y="5212080"/>
            <a:ext cx="49377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 i="0">
                <a:solidFill>
                  <a:srgbClr val="1A1A1A"/>
                </a:solidFill>
                <a:latin typeface="Arial"/>
              </a:rPr>
              <a:t>Sustainability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" y="6473952"/>
            <a:ext cx="7772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0">
                <a:solidFill>
                  <a:srgbClr val="595959"/>
                </a:solidFill>
                <a:latin typeface="Arial"/>
              </a:rPr>
              <a:t>2.3 · Adopt your principles, don't draft them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45720" cy="256032"/>
          </a:xfrm>
          <a:prstGeom prst="rect">
            <a:avLst/>
          </a:prstGeom>
          <a:solidFill>
            <a:srgbClr val="009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27432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
                  <a:srgbClr val="1A1A1A"/>
                </a:solidFill>
                <a:latin typeface="Arial"/>
              </a:rPr>
              <a:t>Adopting them is three steps, not a three-month workshop</a:t>
            </a:r>
          </a:p>
        </p:txBody>
      </p:sp>
      <p:sp>
        <p:nvSpPr>
          <p:cNvPr id="4" name="Oval 3"/>
          <p:cNvSpPr/>
          <p:nvPr/>
        </p:nvSpPr>
        <p:spPr>
          <a:xfrm>
            <a:off x="621792" y="1463040"/>
            <a:ext cx="310896" cy="310896"/>
          </a:xfrm>
          <a:prstGeom prst="ellipse">
            <a:avLst/>
          </a:prstGeom>
          <a:solidFill>
            <a:srgbClr val="009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" y="1417320"/>
            <a:ext cx="10527487" cy="1569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900" b="1" i="0">
                <a:solidFill>
                  <a:srgbClr val="1A1A1A"/>
                </a:solidFill>
                <a:latin typeface="Arial"/>
              </a:rPr>
              <a:t>Adopt the ten as your baseline</a:t>
            </a:r>
          </a:p>
          <a:p>
            <a:pPr>
              <a:spcAft>
                <a:spcPts val="300"/>
              </a:spcAft>
            </a:pPr>
            <a:r>
              <a:rPr sz="1550" b="0" i="0">
                <a:solidFill>
                  <a:srgbClr val="595959"/>
                </a:solidFill>
                <a:latin typeface="Arial"/>
              </a:rPr>
              <a:t>You inherit the thinking instead of starting from a blank page.</a:t>
            </a:r>
          </a:p>
        </p:txBody>
      </p:sp>
      <p:sp>
        <p:nvSpPr>
          <p:cNvPr id="6" name="Rectangle 5"/>
          <p:cNvSpPr/>
          <p:nvPr/>
        </p:nvSpPr>
        <p:spPr>
          <a:xfrm>
            <a:off x="621792" y="2991612"/>
            <a:ext cx="10881360" cy="12700"/>
          </a:xfrm>
          <a:prstGeom prst="rect">
            <a:avLst/>
          </a:prstGeom>
          <a:solidFill>
            <a:srgbClr val="DDE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21792" y="3078479"/>
            <a:ext cx="310896" cy="310896"/>
          </a:xfrm>
          <a:prstGeom prst="ellipse">
            <a:avLst/>
          </a:prstGeom>
          <a:solidFill>
            <a:srgbClr val="009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" y="3032760"/>
            <a:ext cx="10527487" cy="1569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900" b="1" i="0">
                <a:solidFill>
                  <a:srgbClr val="1A1A1A"/>
                </a:solidFill>
                <a:latin typeface="Arial"/>
              </a:rPr>
              <a:t>Tailor the wording to your country</a:t>
            </a:r>
          </a:p>
          <a:p>
            <a:pPr>
              <a:spcAft>
                <a:spcPts val="300"/>
              </a:spcAft>
            </a:pPr>
            <a:r>
              <a:rPr sz="1550" b="0" i="0">
                <a:solidFill>
                  <a:srgbClr val="595959"/>
                </a:solidFill>
                <a:latin typeface="Arial"/>
              </a:rPr>
              <a:t>Point each principle at your own laws, your data-protection act, your procurement rules, so it has teeth in your context.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" y="4607052"/>
            <a:ext cx="10881360" cy="12700"/>
          </a:xfrm>
          <a:prstGeom prst="rect">
            <a:avLst/>
          </a:prstGeom>
          <a:solidFill>
            <a:srgbClr val="DDE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21792" y="4693920"/>
            <a:ext cx="310896" cy="310896"/>
          </a:xfrm>
          <a:prstGeom prst="ellipse">
            <a:avLst/>
          </a:prstGeom>
          <a:solidFill>
            <a:srgbClr val="009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5568" y="4648200"/>
            <a:ext cx="10527487" cy="1569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900" b="1" i="0">
                <a:solidFill>
                  <a:srgbClr val="1A1A1A"/>
                </a:solidFill>
                <a:latin typeface="Arial"/>
              </a:rPr>
              <a:t>Add at most a few country-specific principles</a:t>
            </a:r>
          </a:p>
          <a:p>
            <a:pPr>
              <a:spcAft>
                <a:spcPts val="300"/>
              </a:spcAft>
            </a:pPr>
            <a:r>
              <a:rPr sz="1550" b="0" i="0">
                <a:solidFill>
                  <a:srgbClr val="595959"/>
                </a:solidFill>
                <a:latin typeface="Arial"/>
              </a:rPr>
              <a:t>Only where PAERA genuinely does not cover something — deliberately, with a reason written down.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473952"/>
            <a:ext cx="7772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0">
                <a:solidFill>
                  <a:srgbClr val="595959"/>
                </a:solidFill>
                <a:latin typeface="Arial"/>
              </a:rPr>
              <a:t>2.3 · Adopt your principles, don't draft them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45720" cy="256032"/>
          </a:xfrm>
          <a:prstGeom prst="rect">
            <a:avLst/>
          </a:prstGeom>
          <a:solidFill>
            <a:srgbClr val="009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27432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
                  <a:srgbClr val="1A1A1A"/>
                </a:solidFill>
                <a:latin typeface="Arial"/>
              </a:rPr>
              <a:t>Make a principle bite — statement, reason, implication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58368" y="1600200"/>
            <a:ext cx="10881360" cy="1234440"/>
          </a:xfrm>
          <a:prstGeom prst="roundRect">
            <a:avLst>
              <a:gd name="adj" fmla="val 4500"/>
            </a:avLst>
          </a:prstGeom>
          <a:solidFill>
            <a:srgbClr val="E5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73736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 i="0">
                <a:solidFill>
                  <a:srgbClr val="006E96"/>
                </a:solidFill>
                <a:latin typeface="Arial"/>
              </a:rPr>
              <a:t>STATEMENT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108960" y="1709928"/>
            <a:ext cx="8183879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 i="0">
                <a:solidFill>
                  <a:srgbClr val="1A1A1A"/>
                </a:solidFill>
                <a:latin typeface="Arial"/>
              </a:rPr>
              <a:t>We consume an existing building block before we build a new one.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2990088"/>
            <a:ext cx="10881360" cy="1234440"/>
          </a:xfrm>
          <a:prstGeom prst="roundRect">
            <a:avLst>
              <a:gd name="adj" fmla="val 4500"/>
            </a:avLst>
          </a:prstGeom>
          <a:solidFill>
            <a:srgbClr val="E5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3127248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 i="0">
                <a:solidFill>
                  <a:srgbClr val="006E96"/>
                </a:solidFill>
                <a:latin typeface="Arial"/>
              </a:rPr>
              <a:t>REASON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108960" y="3099816"/>
            <a:ext cx="8183879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 i="0">
                <a:solidFill>
                  <a:srgbClr val="1A1A1A"/>
                </a:solidFill>
                <a:latin typeface="Arial"/>
              </a:rPr>
              <a:t>The country pays once, not many times.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4379976"/>
            <a:ext cx="10881360" cy="1463040"/>
          </a:xfrm>
          <a:prstGeom prst="roundRect">
            <a:avLst>
              <a:gd name="adj" fmla="val 4500"/>
            </a:avLst>
          </a:prstGeom>
          <a:solidFill>
            <a:srgbClr val="009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4517136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 i="0">
                <a:solidFill>
                  <a:srgbClr val="FFFFFF"/>
                </a:solidFill>
                <a:latin typeface="Arial"/>
              </a:rPr>
              <a:t>IMPLICATION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08960" y="4489704"/>
            <a:ext cx="8183879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 b="1" i="0">
                <a:solidFill>
                  <a:srgbClr val="FFFFFF"/>
                </a:solidFill>
                <a:latin typeface="Arial"/>
              </a:rPr>
              <a:t>Any project proposing to build its own identity must first show why the shared one cannot be used — and the EA Board can say no.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5897880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50" b="0" i="0">
                <a:solidFill>
                  <a:srgbClr val="595959"/>
                </a:solidFill>
                <a:latin typeface="Arial"/>
              </a:rPr>
              <a:t>A principle with a written implication can settle an argument. A principle without one cannot.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6473952"/>
            <a:ext cx="7772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0">
                <a:solidFill>
                  <a:srgbClr val="595959"/>
                </a:solidFill>
                <a:latin typeface="Arial"/>
              </a:rPr>
              <a:t>2.3 · Adopt your principles, don't draft them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05840" y="2103120"/>
            <a:ext cx="1014984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1A1A1A"/>
                </a:solidFill>
                <a:latin typeface="Arial"/>
              </a:rPr>
              <a:t>Principles are decisions you make once so your team does not re-argue them on every project — and PAERA already made the first ten for you.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" y="155448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>
                <a:solidFill>
                  <a:srgbClr val="006E96"/>
                </a:solidFill>
                <a:latin typeface="Arial"/>
              </a:rPr>
              <a:t>IN ONE SENTENCE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58368" y="4709160"/>
            <a:ext cx="10881360" cy="155448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009C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09728" bIns="109728">
            <a:noAutofit/>
          </a:bodyPr>
          <a:lstStyle/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006E96"/>
                </a:solidFill>
                <a:latin typeface="Arial"/>
              </a:rPr>
              <a:t>Do this on your own sector. </a:t>
            </a:r>
            <a:r>
              <a:rPr sz="1800" b="1" i="0">
                <a:solidFill>
                  <a:srgbClr val="1A1A1A"/>
                </a:solidFill>
                <a:latin typeface="Arial"/>
              </a:rPr>
              <a:t>Turn a PAERA principle into a country-tailored principle card.</a:t>
            </a:r>
          </a:p>
          <a:p>
            <a:pPr algn="l">
              <a:spcAft>
                <a:spcPts val="400"/>
              </a:spcAft>
            </a:pPr>
            <a:r>
              <a:rPr sz="1800" b="0" i="0">
                <a:solidFill>
                  <a:srgbClr val="595959"/>
                </a:solidFill>
                <a:latin typeface="Arial"/>
              </a:rPr>
              <a:t>The prompt in the companion material gives you a four-part principle card ready for the EA Board's principle register. Before the next video.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7772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0">
                <a:solidFill>
                  <a:srgbClr val="595959"/>
                </a:solidFill>
                <a:latin typeface="Arial"/>
              </a:rPr>
              <a:t>2.3 · Adopt your principles, don't draft them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0" y="6473952"/>
            <a:ext cx="167335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595959"/>
                </a:solidFill>
                <a:latin typeface="Arial"/>
              </a:rPr>
              <a:t>www.itu.int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45720" cy="256032"/>
          </a:xfrm>
          <a:prstGeom prst="rect">
            <a:avLst/>
          </a:prstGeom>
          <a:solidFill>
            <a:srgbClr val="009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27432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
                  <a:srgbClr val="1A1A1A"/>
                </a:solidFill>
                <a:latin typeface="Arial"/>
              </a:rPr>
              <a:t>Sources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554480"/>
            <a:ext cx="107899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700" b="0" i="0">
                <a:solidFill>
                  <a:srgbClr val="1A1A1A"/>
                </a:solidFill>
                <a:latin typeface="Arial"/>
              </a:rPr>
              <a:t>•  PAERA v1.0 — §5.2 (Principles)</a:t>
            </a:r>
          </a:p>
          <a:p>
            <a:pPr>
              <a:spcAft>
                <a:spcPts val="1200"/>
              </a:spcAft>
            </a:pPr>
            <a:r>
              <a:rPr sz="1700" b="0" i="0">
                <a:solidFill>
                  <a:srgbClr val="1A1A1A"/>
                </a:solidFill>
                <a:latin typeface="Arial"/>
              </a:rPr>
              <a:t>•  PAERA v1.0 — §3.3 (Digital Infrastructure principles)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5806440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i="0">
                <a:solidFill>
                  <a:srgbClr val="006E96"/>
                </a:solidFill>
                <a:latin typeface="Arial"/>
              </a:rPr>
              <a:t>Find the link in the description.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73952"/>
            <a:ext cx="7772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0">
                <a:solidFill>
                  <a:srgbClr val="595959"/>
                </a:solidFill>
                <a:latin typeface="Arial"/>
              </a:rPr>
              <a:t>2.3 · Adopt your principles, don't draft them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TU Theme - White bg">
  <a:themeElements>
    <a:clrScheme name="ITU Template">
      <a:dk1>
        <a:sysClr val="windowText" lastClr="000000"/>
      </a:dk1>
      <a:lt1>
        <a:sysClr val="window" lastClr="FFFFFF"/>
      </a:lt1>
      <a:dk2>
        <a:srgbClr val="3A3838"/>
      </a:dk2>
      <a:lt2>
        <a:srgbClr val="F5FAFC"/>
      </a:lt2>
      <a:accent1>
        <a:srgbClr val="009CD6"/>
      </a:accent1>
      <a:accent2>
        <a:srgbClr val="757070"/>
      </a:accent2>
      <a:accent3>
        <a:srgbClr val="A5A5A5"/>
      </a:accent3>
      <a:accent4>
        <a:srgbClr val="595959"/>
      </a:accent4>
      <a:accent5>
        <a:srgbClr val="005EB8"/>
      </a:accent5>
      <a:accent6>
        <a:srgbClr val="E5F5FB"/>
      </a:accent6>
      <a:hlink>
        <a:srgbClr val="000000"/>
      </a:hlink>
      <a:folHlink>
        <a:srgbClr val="757070"/>
      </a:folHlink>
    </a:clrScheme>
    <a:fontScheme name="ITU Powerpoint Tempolat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TU_Powerpoint_Standard_template_July_2022.potx" id="{034C4141-8F63-40F4-9DEE-E5766630A6A8}" vid="{A0500DBE-3369-4A4A-B28D-9AE5003E2570}"/>
    </a:ext>
  </a:extLst>
</a:theme>
</file>

<file path=ppt/theme/theme2.xml><?xml version="1.0" encoding="utf-8"?>
<a:theme xmlns:a="http://schemas.openxmlformats.org/drawingml/2006/main" name="Big text">
  <a:themeElements>
    <a:clrScheme name="ITU Template">
      <a:dk1>
        <a:sysClr val="windowText" lastClr="000000"/>
      </a:dk1>
      <a:lt1>
        <a:sysClr val="window" lastClr="FFFFFF"/>
      </a:lt1>
      <a:dk2>
        <a:srgbClr val="3A3838"/>
      </a:dk2>
      <a:lt2>
        <a:srgbClr val="F5FAFC"/>
      </a:lt2>
      <a:accent1>
        <a:srgbClr val="009CD6"/>
      </a:accent1>
      <a:accent2>
        <a:srgbClr val="757070"/>
      </a:accent2>
      <a:accent3>
        <a:srgbClr val="A5A5A5"/>
      </a:accent3>
      <a:accent4>
        <a:srgbClr val="595959"/>
      </a:accent4>
      <a:accent5>
        <a:srgbClr val="005EB8"/>
      </a:accent5>
      <a:accent6>
        <a:srgbClr val="E5F5FB"/>
      </a:accent6>
      <a:hlink>
        <a:srgbClr val="009CD6"/>
      </a:hlink>
      <a:folHlink>
        <a:srgbClr val="009CD6"/>
      </a:folHlink>
    </a:clrScheme>
    <a:fontScheme name="ITU Powerpoint Tempolat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TU_Powerpoint_Standard_template_July_2022.potx" id="{034C4141-8F63-40F4-9DEE-E5766630A6A8}" vid="{EA5A528F-177A-4F34-B410-08836428AF20}"/>
    </a:ext>
  </a:extLst>
</a:theme>
</file>

<file path=ppt/theme/theme3.xml><?xml version="1.0" encoding="utf-8"?>
<a:theme xmlns:a="http://schemas.openxmlformats.org/drawingml/2006/main" name="Quote Slide">
  <a:themeElements>
    <a:clrScheme name="ITU Template">
      <a:dk1>
        <a:sysClr val="windowText" lastClr="000000"/>
      </a:dk1>
      <a:lt1>
        <a:sysClr val="window" lastClr="FFFFFF"/>
      </a:lt1>
      <a:dk2>
        <a:srgbClr val="3A3838"/>
      </a:dk2>
      <a:lt2>
        <a:srgbClr val="F5FAFC"/>
      </a:lt2>
      <a:accent1>
        <a:srgbClr val="009CD6"/>
      </a:accent1>
      <a:accent2>
        <a:srgbClr val="757070"/>
      </a:accent2>
      <a:accent3>
        <a:srgbClr val="A5A5A5"/>
      </a:accent3>
      <a:accent4>
        <a:srgbClr val="595959"/>
      </a:accent4>
      <a:accent5>
        <a:srgbClr val="005EB8"/>
      </a:accent5>
      <a:accent6>
        <a:srgbClr val="E5F5FB"/>
      </a:accent6>
      <a:hlink>
        <a:srgbClr val="009CD6"/>
      </a:hlink>
      <a:folHlink>
        <a:srgbClr val="009CD6"/>
      </a:folHlink>
    </a:clrScheme>
    <a:fontScheme name="ITU Powerpoint Tempolat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TU_Powerpoint_Standard_template_July_2022.potx" id="{034C4141-8F63-40F4-9DEE-E5766630A6A8}" vid="{B0771621-B97B-4C13-9C8D-7F1D735791AC}"/>
    </a:ext>
  </a:extLst>
</a:theme>
</file>

<file path=ppt/theme/theme4.xml><?xml version="1.0" encoding="utf-8"?>
<a:theme xmlns:a="http://schemas.openxmlformats.org/drawingml/2006/main" name="ITU Theme light blue bg">
  <a:themeElements>
    <a:clrScheme name="ITU Template">
      <a:dk1>
        <a:sysClr val="windowText" lastClr="000000"/>
      </a:dk1>
      <a:lt1>
        <a:sysClr val="window" lastClr="FFFFFF"/>
      </a:lt1>
      <a:dk2>
        <a:srgbClr val="3A3838"/>
      </a:dk2>
      <a:lt2>
        <a:srgbClr val="F5FAFC"/>
      </a:lt2>
      <a:accent1>
        <a:srgbClr val="009CD6"/>
      </a:accent1>
      <a:accent2>
        <a:srgbClr val="757070"/>
      </a:accent2>
      <a:accent3>
        <a:srgbClr val="A5A5A5"/>
      </a:accent3>
      <a:accent4>
        <a:srgbClr val="595959"/>
      </a:accent4>
      <a:accent5>
        <a:srgbClr val="005EB8"/>
      </a:accent5>
      <a:accent6>
        <a:srgbClr val="E5F5FB"/>
      </a:accent6>
      <a:hlink>
        <a:srgbClr val="009CD6"/>
      </a:hlink>
      <a:folHlink>
        <a:srgbClr val="009CD6"/>
      </a:folHlink>
    </a:clrScheme>
    <a:fontScheme name="ITU Powerpoint Tempolat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TU_Powerpoint_Standard_template_July_2022.potx" id="{034C4141-8F63-40F4-9DEE-E5766630A6A8}" vid="{D1ECFA71-5D53-4A3F-BEBD-1C69573B5224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ed7f0f61-51dd-499b-8f04-7c837a526382">
      <Terms xmlns="http://schemas.microsoft.com/office/infopath/2007/PartnerControls"/>
    </lcf76f155ced4ddcb4097134ff3c332f>
    <TaxCatchAll xmlns="ab90e5c9-10d8-4476-84ba-6005a25f4984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53A3A08329EEE04EB33D96A577905A26" ma:contentTypeVersion="19" ma:contentTypeDescription="Create a new document." ma:contentTypeScope="" ma:versionID="a8087e2cbe64624dcde6ca4894bfb0b6">
  <xsd:schema xmlns:xsd="http://www.w3.org/2001/XMLSchema" xmlns:xs="http://www.w3.org/2001/XMLSchema" xmlns:p="http://schemas.microsoft.com/office/2006/metadata/properties" xmlns:ns2="ed7f0f61-51dd-499b-8f04-7c837a526382" xmlns:ns3="ab90e5c9-10d8-4476-84ba-6005a25f4984" targetNamespace="http://schemas.microsoft.com/office/2006/metadata/properties" ma:root="true" ma:fieldsID="2701f39123c6a01fbf026076f5c6add9" ns2:_="" ns3:_="">
    <xsd:import namespace="ed7f0f61-51dd-499b-8f04-7c837a526382"/>
    <xsd:import namespace="ab90e5c9-10d8-4476-84ba-6005a25f4984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3:SharedWithUsers" minOccurs="0"/>
                <xsd:element ref="ns3:SharedWithDetails" minOccurs="0"/>
                <xsd:element ref="ns2:MediaServiceDateTaken" minOccurs="0"/>
                <xsd:element ref="ns2:MediaLengthInSeconds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lcf76f155ced4ddcb4097134ff3c332f" minOccurs="0"/>
                <xsd:element ref="ns3:TaxCatchAll" minOccurs="0"/>
                <xsd:element ref="ns2:MediaServiceLocation" minOccurs="0"/>
                <xsd:element ref="ns2:MediaServiceObjectDetectorVersions" minOccurs="0"/>
                <xsd:element ref="ns2:MediaServiceSearchPropertie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d7f0f61-51dd-499b-8f04-7c837a52638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MediaServiceAutoTags" ma:index="16" nillable="true" ma:displayName="Tags" ma:internalName="MediaServiceAutoTags" ma:readOnly="true">
      <xsd:simpleType>
        <xsd:restriction base="dms:Text"/>
      </xsd:simple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8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9" nillable="true" ma:displayName="MediaServiceEventHashCode" ma:hidden="true" ma:internalName="MediaServiceEventHashCode" ma:readOnly="true">
      <xsd:simpleType>
        <xsd:restriction base="dms:Text"/>
      </xsd:simpleType>
    </xsd:element>
    <xsd:element name="lcf76f155ced4ddcb4097134ff3c332f" ma:index="21" nillable="true" ma:taxonomy="true" ma:internalName="lcf76f155ced4ddcb4097134ff3c332f" ma:taxonomyFieldName="MediaServiceImageTags" ma:displayName="Image Tags" ma:readOnly="false" ma:fieldId="{5cf76f15-5ced-4ddc-b409-7134ff3c332f}" ma:taxonomyMulti="true" ma:sspId="0e895586-ec57-4162-862b-45953123501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3" nillable="true" ma:displayName="Location" ma:indexed="true" ma:internalName="MediaServiceLocation" ma:readOnly="true">
      <xsd:simpleType>
        <xsd:restriction base="dms:Text"/>
      </xsd:simpleType>
    </xsd:element>
    <xsd:element name="MediaServiceObjectDetectorVersions" ma:index="24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26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b90e5c9-10d8-4476-84ba-6005a25f4984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2" nillable="true" ma:displayName="Taxonomy Catch All Column" ma:hidden="true" ma:list="{f45fae84-f8a8-4d35-b240-8a5cf95bb259}" ma:internalName="TaxCatchAll" ma:showField="CatchAllData" ma:web="ab90e5c9-10d8-4476-84ba-6005a25f4984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5F615F30-55BC-4400-8171-49B6C1A1BF75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ed7f0f61-51dd-499b-8f04-7c837a526382"/>
    <ds:schemaRef ds:uri="ab90e5c9-10d8-4476-84ba-6005a25f4984"/>
  </ds:schemaRefs>
</ds:datastoreItem>
</file>

<file path=customXml/itemProps2.xml><?xml version="1.0" encoding="utf-8"?>
<ds:datastoreItem xmlns:ds="http://schemas.openxmlformats.org/officeDocument/2006/customXml" ds:itemID="{A48191B6-3A4E-47E8-99A3-94A5982E1B43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68C4513F-118C-4668-805A-58D1CE3FDA8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ed7f0f61-51dd-499b-8f04-7c837a526382"/>
    <ds:schemaRef ds:uri="ab90e5c9-10d8-4476-84ba-6005a25f4984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ITU_Powerpoint_standard_template_16x9__July_2022</Template>
  <TotalTime>462</TotalTime>
  <Words>2240</Words>
  <Application>Microsoft Office PowerPoint</Application>
  <PresentationFormat>Widescreen</PresentationFormat>
  <Paragraphs>473</Paragraphs>
  <Slides>38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4</vt:i4>
      </vt:variant>
      <vt:variant>
        <vt:lpstr>Slide Titles</vt:lpstr>
      </vt:variant>
      <vt:variant>
        <vt:i4>38</vt:i4>
      </vt:variant>
    </vt:vector>
  </HeadingPairs>
  <TitlesOfParts>
    <vt:vector size="48" baseType="lpstr">
      <vt:lpstr>Arial</vt:lpstr>
      <vt:lpstr>Avenir Next LT Pro</vt:lpstr>
      <vt:lpstr>Calibri</vt:lpstr>
      <vt:lpstr>Georgia</vt:lpstr>
      <vt:lpstr>Lato Light</vt:lpstr>
      <vt:lpstr>Roboto</vt:lpstr>
      <vt:lpstr>ITU Theme - White bg</vt:lpstr>
      <vt:lpstr>Big text</vt:lpstr>
      <vt:lpstr>Quote Slide</vt:lpstr>
      <vt:lpstr>ITU Theme light blue bg</vt:lpstr>
      <vt:lpstr>PowerPoint Presentation</vt:lpstr>
      <vt:lpstr>PowerPoint Presentation</vt:lpstr>
      <vt:lpstr>Slide title text Arial Bold 28pt</vt:lpstr>
      <vt:lpstr>PowerPoint Presentation</vt:lpstr>
      <vt:lpstr>Long slide title  goes here second line here</vt:lpstr>
      <vt:lpstr>Slide title goes here second line of slide title goes here </vt:lpstr>
      <vt:lpstr>Long slide title goes here second line here</vt:lpstr>
      <vt:lpstr>Long slide title goes here second line of slide title here third line goes here</vt:lpstr>
      <vt:lpstr>Long slide title goes here second line of slide title here third line goes here</vt:lpstr>
      <vt:lpstr>Slide title goes here</vt:lpstr>
      <vt:lpstr>PowerPoint Presentation</vt:lpstr>
      <vt:lpstr>Click to add slide title here  </vt:lpstr>
      <vt:lpstr>Click to add slide title here </vt:lpstr>
      <vt:lpstr>PowerPoint Presentation</vt:lpstr>
      <vt:lpstr>PowerPoint Presentation</vt:lpstr>
      <vt:lpstr>PowerPoint Presentation</vt:lpstr>
      <vt:lpstr>PowerPoint Presentation</vt:lpstr>
      <vt:lpstr>Placeholder text for slide title</vt:lpstr>
      <vt:lpstr>Simple table</vt:lpstr>
      <vt:lpstr>PowerPoint Presentation</vt:lpstr>
      <vt:lpstr>Figure 1: Figure title</vt:lpstr>
      <vt:lpstr>Graphics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Figure Title</vt:lpstr>
      <vt:lpstr>Figure Title</vt:lpstr>
      <vt:lpstr>Figure Title</vt:lpstr>
      <vt:lpstr>Key figures</vt:lpstr>
      <vt:lpstr>PowerPoint Presentation</vt:lpstr>
      <vt:lpstr>Timeline title</vt:lpstr>
      <vt:lpstr>Timeline title</vt:lpstr>
      <vt:lpstr>Timeline title</vt:lpstr>
      <vt:lpstr>PowerPoint Presentation</vt:lpstr>
      <vt:lpstr>ITU Blue</vt:lpstr>
      <vt:lpstr>PowerPoint Presentation</vt:lpstr>
    </vt:vector>
  </TitlesOfParts>
  <Company>ITU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CHIMA HERNANDEZ, Maria Fernanda</dc:creator>
  <cp:lastModifiedBy>Anselmino, Carolina</cp:lastModifiedBy>
  <cp:revision>1</cp:revision>
  <dcterms:created xsi:type="dcterms:W3CDTF">2026-05-08T11:19:41Z</dcterms:created>
  <dcterms:modified xsi:type="dcterms:W3CDTF">2026-07-22T19:37:40Z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0x01010053A3A08329EEE04EB33D96A577905A26</vt:lpwstr>
  </property>
  <property fmtid="{D5CDD505-2E9C-101B-9397-08002B2CF9AE}" pid="3" name="MediaServiceImageTags">
    <vt:lpwstr/>
  </property>
</Properties>
</file>