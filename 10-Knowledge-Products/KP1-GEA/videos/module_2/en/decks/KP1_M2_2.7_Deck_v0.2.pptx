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40" r:id="rId62"/>
    <p:sldId id="2741" r:id="rId63"/>
    <p:sldId id="2742" r:id="rId64"/>
    <p:sldId id="2743" r:id="rId65"/>
    <p:sldId id="2744" r:id="rId66"/>
    <p:sldId id="2745" r:id="rId67"/>
    <p:sldId id="2746"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2.7. Content slides are identical to the corresponding section of the combined deck KP1_M2_Deck_v0.2.pptx;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Two traps catch governments again and again. As the architect at the Assess phase, you are the one positioned to spot them early — before they are built, while they are still a line in a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And is the sourcing choice deliberate — build, buy, share, or sandbox first?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two traps. The bespoke trap — rational for a project, ruinous for a country. And the vendor-driven trap — where a product becomes the architecture. Both are cheap to fix at Assess.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2.7 — The two traps to catch at Assess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2.7</a:t>
            </a:r>
          </a:p>
          <a:p>
            <a:r>
              <a:rPr sz="12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 build, buy, share, sandbox — deliberate?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two-trap screen on a project proposal.</a:t>
            </a:r>
          </a:p>
          <a:p>
            <a:pPr algn="l">
              <a:spcAft>
                <a:spcPts val="400"/>
              </a:spcAft>
            </a:pPr>
            <a:r>
              <a:rPr sz="1800" b="0" i="0">
                <a:solidFill>
                  <a:srgbClr val="595959"/>
                </a:solidFill>
                <a:latin typeface="Arial"/>
              </a:rPr>
              <a:t>The prompt in the companion material gives you a two-trap screen, questions for the project team, and a recommended sourcing posture.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