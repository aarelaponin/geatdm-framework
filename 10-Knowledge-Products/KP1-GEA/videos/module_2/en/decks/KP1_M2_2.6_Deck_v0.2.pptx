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handoutMasters/handoutMaster1.xml" ContentType="application/vnd.openxmlformats-officedocument.presentationml.handoutMaster+xml"/>
  <Override PartName="/ppt/media/image3.svg" ContentType="image/svg+xml"/>
  <Override PartName="/ppt/notesMasters/notesMaster1.xml" ContentType="application/vnd.openxmlformats-officedocument.presentationml.notesMaster+xml"/>
  <Override PartName="/ppt/notesSlides/notesSlide21.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1.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4"/>
    <p:sldMasterId id="2147483709" r:id="rId5"/>
    <p:sldMasterId id="2147483713" r:id="rId6"/>
    <p:sldMasterId id="2147483691" r:id="rId7"/>
  </p:sldMasterIdLst>
  <p:notesMasterIdLst>
    <p:notesMasterId r:id="rId46"/>
  </p:notesMasterIdLst>
  <p:handoutMasterIdLst>
    <p:handoutMasterId r:id="rId47"/>
  </p:handoutMasterIdLst>
  <p:sldIdLst>
    <p:sldId id="2681" r:id="rId8"/>
    <p:sldId id="2732" r:id="rId54"/>
    <p:sldId id="2733" r:id="rId55"/>
    <p:sldId id="2734" r:id="rId56"/>
    <p:sldId id="2735" r:id="rId57"/>
    <p:sldId id="2736" r:id="rId58"/>
    <p:sldId id="2737" r:id="rId59"/>
    <p:sldId id="2738" r:id="rId60"/>
    <p:sldId id="2739" r:id="rId6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A6A6A6"/>
    <a:srgbClr val="0083B3"/>
    <a:srgbClr val="9D26FF"/>
    <a:srgbClr val="0076A1"/>
    <a:srgbClr val="FFFFFF"/>
    <a:srgbClr val="009CD6"/>
    <a:srgbClr val="A5A5A5"/>
    <a:srgbClr val="757070"/>
    <a:srgbClr val="6F6F6E"/>
    <a:srgbClr val="F5FAFC"/>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CBC4942-2EA4-48B8-A075-B5F2ABFFFDF6}" v="10" dt="2026-07-22T19:37:31.024"/>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4660"/>
  </p:normalViewPr>
  <p:slideViewPr>
    <p:cSldViewPr snapToGrid="0">
      <p:cViewPr varScale="1">
        <p:scale>
          <a:sx n="71" d="100"/>
          <a:sy n="71" d="100"/>
        </p:scale>
        <p:origin x="412" y="44"/>
      </p:cViewPr>
      <p:guideLst>
        <p:guide orient="horz" pos="2160"/>
        <p:guide pos="3840"/>
      </p:guideLst>
    </p:cSldViewPr>
  </p:slideViewPr>
  <p:notesTextViewPr>
    <p:cViewPr>
      <p:scale>
        <a:sx n="1" d="1"/>
        <a:sy n="1" d="1"/>
      </p:scale>
      <p:origin x="0" y="0"/>
    </p:cViewPr>
  </p:notesTextViewPr>
  <p:notesViewPr>
    <p:cSldViewPr snapToGrid="0">
      <p:cViewPr varScale="1">
        <p:scale>
          <a:sx n="124" d="100"/>
          <a:sy n="124" d="100"/>
        </p:scale>
        <p:origin x="4188" y="88"/>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Master" Target="slideMasters/slideMaster4.xml"/><Relationship Id="rId8" Type="http://schemas.openxmlformats.org/officeDocument/2006/relationships/slide" Target="slides/slide1.xml"/><Relationship Id="rId46" Type="http://schemas.openxmlformats.org/officeDocument/2006/relationships/notesMaster" Target="notesMasters/notesMaster1.xml"/><Relationship Id="rId47" Type="http://schemas.openxmlformats.org/officeDocument/2006/relationships/handoutMaster" Target="handoutMasters/handoutMaster1.xml"/><Relationship Id="rId48" Type="http://schemas.openxmlformats.org/officeDocument/2006/relationships/presProps" Target="presProps.xml"/><Relationship Id="rId49" Type="http://schemas.openxmlformats.org/officeDocument/2006/relationships/viewProps" Target="viewProps.xml"/><Relationship Id="rId50" Type="http://schemas.openxmlformats.org/officeDocument/2006/relationships/theme" Target="theme/theme1.xml"/><Relationship Id="rId51" Type="http://schemas.openxmlformats.org/officeDocument/2006/relationships/tableStyles" Target="tableStyles.xml"/><Relationship Id="rId52" Type="http://schemas.microsoft.com/office/2016/11/relationships/changesInfo" Target="changesInfos/changesInfo1.xml"/><Relationship Id="rId53" Type="http://schemas.microsoft.com/office/2015/10/relationships/revisionInfo" Target="revisionInfo.xml"/><Relationship Id="rId54" Type="http://schemas.openxmlformats.org/officeDocument/2006/relationships/slide" Target="slides/slide39.xml"/><Relationship Id="rId55" Type="http://schemas.openxmlformats.org/officeDocument/2006/relationships/slide" Target="slides/slide40.xml"/><Relationship Id="rId56" Type="http://schemas.openxmlformats.org/officeDocument/2006/relationships/slide" Target="slides/slide41.xml"/><Relationship Id="rId57" Type="http://schemas.openxmlformats.org/officeDocument/2006/relationships/slide" Target="slides/slide42.xml"/><Relationship Id="rId58" Type="http://schemas.openxmlformats.org/officeDocument/2006/relationships/slide" Target="slides/slide43.xml"/><Relationship Id="rId59" Type="http://schemas.openxmlformats.org/officeDocument/2006/relationships/slide" Target="slides/slide44.xml"/><Relationship Id="rId60" Type="http://schemas.openxmlformats.org/officeDocument/2006/relationships/slide" Target="slides/slide45.xml"/><Relationship Id="rId61" Type="http://schemas.openxmlformats.org/officeDocument/2006/relationships/slide" Target="slides/slide46.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nselmino, Carolina" userId="5c3f6dd0-fb53-498d-9f5e-392bc2a3ffc7" providerId="ADAL" clId="{E38CDB5B-0F14-49C4-839B-AE81B7033013}"/>
    <pc:docChg chg="undo custSel addSld delSld modSld">
      <pc:chgData name="Anselmino, Carolina" userId="5c3f6dd0-fb53-498d-9f5e-392bc2a3ffc7" providerId="ADAL" clId="{E38CDB5B-0F14-49C4-839B-AE81B7033013}" dt="2026-07-22T19:37:31.024" v="702" actId="164"/>
      <pc:docMkLst>
        <pc:docMk/>
      </pc:docMkLst>
      <pc:sldChg chg="modSp mod">
        <pc:chgData name="Anselmino, Carolina" userId="5c3f6dd0-fb53-498d-9f5e-392bc2a3ffc7" providerId="ADAL" clId="{E38CDB5B-0F14-49C4-839B-AE81B7033013}" dt="2026-07-22T11:43:29.600" v="14" actId="1076"/>
        <pc:sldMkLst>
          <pc:docMk/>
          <pc:sldMk cId="1405143857" sldId="280"/>
        </pc:sldMkLst>
        <pc:spChg chg="mod">
          <ac:chgData name="Anselmino, Carolina" userId="5c3f6dd0-fb53-498d-9f5e-392bc2a3ffc7" providerId="ADAL" clId="{E38CDB5B-0F14-49C4-839B-AE81B7033013}" dt="2026-07-22T11:43:19.760" v="12" actId="1076"/>
          <ac:spMkLst>
            <pc:docMk/>
            <pc:sldMk cId="1405143857" sldId="280"/>
            <ac:spMk id="45" creationId="{1FF21F3A-03EB-4BF7-B952-9FA7182F69DE}"/>
          </ac:spMkLst>
        </pc:spChg>
        <pc:grpChg chg="mod">
          <ac:chgData name="Anselmino, Carolina" userId="5c3f6dd0-fb53-498d-9f5e-392bc2a3ffc7" providerId="ADAL" clId="{E38CDB5B-0F14-49C4-839B-AE81B7033013}" dt="2026-07-22T11:43:29.600" v="14" actId="1076"/>
          <ac:grpSpMkLst>
            <pc:docMk/>
            <pc:sldMk cId="1405143857" sldId="280"/>
            <ac:grpSpMk id="44" creationId="{B8FF808C-B389-4C00-87CD-F61A6779EE7C}"/>
          </ac:grpSpMkLst>
        </pc:grpChg>
      </pc:sldChg>
      <pc:sldChg chg="addSp delSp modSp mod">
        <pc:chgData name="Anselmino, Carolina" userId="5c3f6dd0-fb53-498d-9f5e-392bc2a3ffc7" providerId="ADAL" clId="{E38CDB5B-0F14-49C4-839B-AE81B7033013}" dt="2026-07-22T19:37:31.024" v="702" actId="164"/>
        <pc:sldMkLst>
          <pc:docMk/>
          <pc:sldMk cId="1196800265" sldId="2681"/>
        </pc:sldMkLst>
        <pc:spChg chg="mod">
          <ac:chgData name="Anselmino, Carolina" userId="5c3f6dd0-fb53-498d-9f5e-392bc2a3ffc7" providerId="ADAL" clId="{E38CDB5B-0F14-49C4-839B-AE81B7033013}" dt="2026-07-22T11:44:01.404" v="22" actId="12788"/>
          <ac:spMkLst>
            <pc:docMk/>
            <pc:sldMk cId="1196800265" sldId="2681"/>
            <ac:spMk id="9" creationId="{A74A033E-F2C4-63F1-935E-B0E00C34458D}"/>
          </ac:spMkLst>
        </pc:spChg>
        <pc:spChg chg="mod">
          <ac:chgData name="Anselmino, Carolina" userId="5c3f6dd0-fb53-498d-9f5e-392bc2a3ffc7" providerId="ADAL" clId="{E38CDB5B-0F14-49C4-839B-AE81B7033013}" dt="2026-07-22T11:46:41.299" v="210" actId="20577"/>
          <ac:spMkLst>
            <pc:docMk/>
            <pc:sldMk cId="1196800265" sldId="2681"/>
            <ac:spMk id="12" creationId="{EEB08032-CE0E-4986-AEDF-A41026C0E8B9}"/>
          </ac:spMkLst>
        </pc:spChg>
        <pc:spChg chg="add mod">
          <ac:chgData name="Anselmino, Carolina" userId="5c3f6dd0-fb53-498d-9f5e-392bc2a3ffc7" providerId="ADAL" clId="{E38CDB5B-0F14-49C4-839B-AE81B7033013}" dt="2026-07-22T11:46:31.178" v="195" actId="20577"/>
          <ac:spMkLst>
            <pc:docMk/>
            <pc:sldMk cId="1196800265" sldId="2681"/>
            <ac:spMk id="14" creationId="{B5087B80-3EE4-1881-0130-ED58CA625092}"/>
          </ac:spMkLst>
        </pc:spChg>
        <pc:spChg chg="add mod">
          <ac:chgData name="Anselmino, Carolina" userId="5c3f6dd0-fb53-498d-9f5e-392bc2a3ffc7" providerId="ADAL" clId="{E38CDB5B-0F14-49C4-839B-AE81B7033013}" dt="2026-07-22T11:51:15.375" v="432" actId="20577"/>
          <ac:spMkLst>
            <pc:docMk/>
            <pc:sldMk cId="1196800265" sldId="2681"/>
            <ac:spMk id="17" creationId="{5E8796F7-DD26-D250-5E97-B38B22298E72}"/>
          </ac:spMkLst>
        </pc:spChg>
        <pc:spChg chg="add mod">
          <ac:chgData name="Anselmino, Carolina" userId="5c3f6dd0-fb53-498d-9f5e-392bc2a3ffc7" providerId="ADAL" clId="{E38CDB5B-0F14-49C4-839B-AE81B7033013}" dt="2026-07-22T19:37:31.024" v="702" actId="164"/>
          <ac:spMkLst>
            <pc:docMk/>
            <pc:sldMk cId="1196800265" sldId="2681"/>
            <ac:spMk id="19" creationId="{352ECD8B-4B24-AB9F-BF07-5E33A295F52D}"/>
          </ac:spMkLst>
        </pc:spChg>
        <pc:grpChg chg="add mod">
          <ac:chgData name="Anselmino, Carolina" userId="5c3f6dd0-fb53-498d-9f5e-392bc2a3ffc7" providerId="ADAL" clId="{E38CDB5B-0F14-49C4-839B-AE81B7033013}" dt="2026-07-22T19:37:31.024" v="702" actId="164"/>
          <ac:grpSpMkLst>
            <pc:docMk/>
            <pc:sldMk cId="1196800265" sldId="2681"/>
            <ac:grpSpMk id="8" creationId="{759E7638-035C-C837-D321-A8C06D48B5DC}"/>
          </ac:grpSpMkLst>
        </pc:grpChg>
        <pc:grpChg chg="add mod">
          <ac:chgData name="Anselmino, Carolina" userId="5c3f6dd0-fb53-498d-9f5e-392bc2a3ffc7" providerId="ADAL" clId="{E38CDB5B-0F14-49C4-839B-AE81B7033013}" dt="2026-07-22T19:37:31.024" v="702" actId="164"/>
          <ac:grpSpMkLst>
            <pc:docMk/>
            <pc:sldMk cId="1196800265" sldId="2681"/>
            <ac:grpSpMk id="20" creationId="{0D0761BD-2F2F-6D79-B3EF-A531E092890D}"/>
          </ac:grpSpMkLst>
        </pc:grpChg>
        <pc:picChg chg="add del">
          <ac:chgData name="Anselmino, Carolina" userId="5c3f6dd0-fb53-498d-9f5e-392bc2a3ffc7" providerId="ADAL" clId="{E38CDB5B-0F14-49C4-839B-AE81B7033013}" dt="2026-07-22T11:42:32.545" v="4" actId="478"/>
          <ac:picMkLst>
            <pc:docMk/>
            <pc:sldMk cId="1196800265" sldId="2681"/>
            <ac:picMk id="3" creationId="{49CB780D-15A3-48FD-506A-45097B8C84EF}"/>
          </ac:picMkLst>
        </pc:picChg>
        <pc:picChg chg="add mod">
          <ac:chgData name="Anselmino, Carolina" userId="5c3f6dd0-fb53-498d-9f5e-392bc2a3ffc7" providerId="ADAL" clId="{E38CDB5B-0F14-49C4-839B-AE81B7033013}" dt="2026-07-22T11:42:43.855" v="6" actId="1076"/>
          <ac:picMkLst>
            <pc:docMk/>
            <pc:sldMk cId="1196800265" sldId="2681"/>
            <ac:picMk id="4" creationId="{69007BE6-4165-6B9F-CABD-19BC8B326D8F}"/>
          </ac:picMkLst>
        </pc:picChg>
        <pc:picChg chg="add del mod">
          <ac:chgData name="Anselmino, Carolina" userId="5c3f6dd0-fb53-498d-9f5e-392bc2a3ffc7" providerId="ADAL" clId="{E38CDB5B-0F14-49C4-839B-AE81B7033013}" dt="2026-07-22T11:43:03.472" v="10" actId="478"/>
          <ac:picMkLst>
            <pc:docMk/>
            <pc:sldMk cId="1196800265" sldId="2681"/>
            <ac:picMk id="6" creationId="{7BDA84B0-A315-5710-DC3F-3108F335D58B}"/>
          </ac:picMkLst>
        </pc:picChg>
        <pc:picChg chg="mod modCrop">
          <ac:chgData name="Anselmino, Carolina" userId="5c3f6dd0-fb53-498d-9f5e-392bc2a3ffc7" providerId="ADAL" clId="{E38CDB5B-0F14-49C4-839B-AE81B7033013}" dt="2026-07-22T11:36:58.998" v="2" actId="732"/>
          <ac:picMkLst>
            <pc:docMk/>
            <pc:sldMk cId="1196800265" sldId="2681"/>
            <ac:picMk id="7" creationId="{A2066351-C569-4C4C-A096-308777FCDC32}"/>
          </ac:picMkLst>
        </pc:picChg>
        <pc:picChg chg="mod">
          <ac:chgData name="Anselmino, Carolina" userId="5c3f6dd0-fb53-498d-9f5e-392bc2a3ffc7" providerId="ADAL" clId="{E38CDB5B-0F14-49C4-839B-AE81B7033013}" dt="2026-07-22T11:44:01.404" v="22" actId="12788"/>
          <ac:picMkLst>
            <pc:docMk/>
            <pc:sldMk cId="1196800265" sldId="2681"/>
            <ac:picMk id="10" creationId="{D4EAC1CC-FDEC-CB2B-4814-426FB9337D67}"/>
          </ac:picMkLst>
        </pc:picChg>
        <pc:cxnChg chg="mod">
          <ac:chgData name="Anselmino, Carolina" userId="5c3f6dd0-fb53-498d-9f5e-392bc2a3ffc7" providerId="ADAL" clId="{E38CDB5B-0F14-49C4-839B-AE81B7033013}" dt="2026-07-22T11:46:16.310" v="179" actId="14100"/>
          <ac:cxnSpMkLst>
            <pc:docMk/>
            <pc:sldMk cId="1196800265" sldId="2681"/>
            <ac:cxnSpMk id="11" creationId="{D9AD66F2-F7C0-4D03-9150-D28F17AC561D}"/>
          </ac:cxnSpMkLst>
        </pc:cxnChg>
      </pc:sldChg>
      <pc:sldChg chg="del">
        <pc:chgData name="Anselmino, Carolina" userId="5c3f6dd0-fb53-498d-9f5e-392bc2a3ffc7" providerId="ADAL" clId="{E38CDB5B-0F14-49C4-839B-AE81B7033013}" dt="2026-07-22T19:26:38.574" v="665" actId="47"/>
        <pc:sldMkLst>
          <pc:docMk/>
          <pc:sldMk cId="1763900471" sldId="2682"/>
        </pc:sldMkLst>
      </pc:sldChg>
      <pc:sldChg chg="del">
        <pc:chgData name="Anselmino, Carolina" userId="5c3f6dd0-fb53-498d-9f5e-392bc2a3ffc7" providerId="ADAL" clId="{E38CDB5B-0F14-49C4-839B-AE81B7033013}" dt="2026-07-22T19:26:35.304" v="664" actId="47"/>
        <pc:sldMkLst>
          <pc:docMk/>
          <pc:sldMk cId="1891845127" sldId="2685"/>
        </pc:sldMkLst>
      </pc:sldChg>
      <pc:sldChg chg="add del">
        <pc:chgData name="Anselmino, Carolina" userId="5c3f6dd0-fb53-498d-9f5e-392bc2a3ffc7" providerId="ADAL" clId="{E38CDB5B-0F14-49C4-839B-AE81B7033013}" dt="2026-07-22T15:50:00.267" v="434" actId="47"/>
        <pc:sldMkLst>
          <pc:docMk/>
          <pc:sldMk cId="2459501262" sldId="2695"/>
        </pc:sldMkLst>
      </pc:sldChg>
      <pc:sldChg chg="modSp add mod">
        <pc:chgData name="Anselmino, Carolina" userId="5c3f6dd0-fb53-498d-9f5e-392bc2a3ffc7" providerId="ADAL" clId="{E38CDB5B-0F14-49C4-839B-AE81B7033013}" dt="2026-07-22T19:17:50.009" v="663" actId="14100"/>
        <pc:sldMkLst>
          <pc:docMk/>
          <pc:sldMk cId="2895905977" sldId="2695"/>
        </pc:sldMkLst>
        <pc:spChg chg="mod">
          <ac:chgData name="Anselmino, Carolina" userId="5c3f6dd0-fb53-498d-9f5e-392bc2a3ffc7" providerId="ADAL" clId="{E38CDB5B-0F14-49C4-839B-AE81B7033013}" dt="2026-07-22T15:51:46.203" v="494" actId="20577"/>
          <ac:spMkLst>
            <pc:docMk/>
            <pc:sldMk cId="2895905977" sldId="2695"/>
            <ac:spMk id="5" creationId="{05ECEA81-427F-77E6-3A96-077D430CC49C}"/>
          </ac:spMkLst>
        </pc:spChg>
        <pc:spChg chg="mod">
          <ac:chgData name="Anselmino, Carolina" userId="5c3f6dd0-fb53-498d-9f5e-392bc2a3ffc7" providerId="ADAL" clId="{E38CDB5B-0F14-49C4-839B-AE81B7033013}" dt="2026-07-22T19:17:50.009" v="663" actId="14100"/>
          <ac:spMkLst>
            <pc:docMk/>
            <pc:sldMk cId="2895905977" sldId="2695"/>
            <ac:spMk id="6" creationId="{F5AB7147-07E3-D061-CD69-902D615A346F}"/>
          </ac:spMkLst>
        </pc:spChg>
        <pc:spChg chg="mod">
          <ac:chgData name="Anselmino, Carolina" userId="5c3f6dd0-fb53-498d-9f5e-392bc2a3ffc7" providerId="ADAL" clId="{E38CDB5B-0F14-49C4-839B-AE81B7033013}" dt="2026-07-22T15:52:40.119" v="519" actId="14100"/>
          <ac:spMkLst>
            <pc:docMk/>
            <pc:sldMk cId="2895905977" sldId="2695"/>
            <ac:spMk id="7" creationId="{645C8C6B-29A8-B1C0-3772-5822CAB07F15}"/>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6.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6BE192EA-4FB5-417A-96F6-B3058A54ABC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875D5479-0008-4BFD-BE18-7442B169130D}"/>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A472114D-3A05-4B20-822E-8261653B33D2}" type="datetimeFigureOut">
              <a:rPr lang="en-US" smtClean="0"/>
              <a:t>7/22/2026</a:t>
            </a:fld>
            <a:endParaRPr lang="en-US"/>
          </a:p>
        </p:txBody>
      </p:sp>
      <p:sp>
        <p:nvSpPr>
          <p:cNvPr id="4" name="Footer Placeholder 3">
            <a:extLst>
              <a:ext uri="{FF2B5EF4-FFF2-40B4-BE49-F238E27FC236}">
                <a16:creationId xmlns:a16="http://schemas.microsoft.com/office/drawing/2014/main" id="{EABD4BE7-9FD8-4D10-87DD-2B2BC23B46EC}"/>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F10342B2-B657-4BF5-B0C4-8D3FD65073D3}"/>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91E5079B-D1F0-49DB-8DFB-E06CD09EC17E}" type="slidenum">
              <a:rPr lang="en-US" smtClean="0"/>
              <a:t>‹#›</a:t>
            </a:fld>
            <a:endParaRPr lang="en-US"/>
          </a:p>
        </p:txBody>
      </p:sp>
    </p:spTree>
    <p:extLst>
      <p:ext uri="{BB962C8B-B14F-4D97-AF65-F5344CB8AC3E}">
        <p14:creationId xmlns:p14="http://schemas.microsoft.com/office/powerpoint/2010/main" val="420054729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4F008D2-43B4-45EB-8E80-36DCF9CD046D}" type="datetimeFigureOut">
              <a:rPr lang="en-US" smtClean="0"/>
              <a:t>7/22/2026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6A8591F-50F3-4C40-9DA2-D793276CC051}" type="slidenum">
              <a:rPr lang="en-US" smtClean="0"/>
              <a:t>‹#›</a:t>
            </a:fld>
            <a:endParaRPr lang="en-US"/>
          </a:p>
        </p:txBody>
      </p:sp>
    </p:spTree>
    <p:extLst>
      <p:ext uri="{BB962C8B-B14F-4D97-AF65-F5344CB8AC3E}">
        <p14:creationId xmlns:p14="http://schemas.microsoft.com/office/powerpoint/2010/main" val="77999493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for standalone video 2.6. Content slides are identical to the corresponding section of the combined deck KP1_M2_Deck_v0.2.pptx; voice-over is in each slide’s notes.</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slide 1: The Assess phase produces the current-state picture and the gap analysis the roadmap is built on. The hard part is writing a description good enough to decide from. So you need the quality tests, layer by layer, and the gaps you will almost always find.</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Three tests apply to every layer. First, complete enough to decide — not exhaustive. A description that covers the capabilities and systems that matter, with the rest noted, beats a five-hundred-page audit no one reads. Second, owned — every capability, every data domain, every application has a named owner. An element with no owner is a finding, not a detail. Third, traceable — every element connects up and down. A service that traces to no capability, an application that traces to no data, a capability no application supports: each broken link is a gap. If your current-state picture passes these three tests, it is good enough to assess against. If it fails them, more pages will not fix it.</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Each layer has its own test. Business is good when it describes capabilities, not organisation boxes; Data when every domain has one owner and one authoritative copy; Application when every system maps to a capability and a data domain; Technology when it names the standards in use and the single points of failure.</a:t>
            </a:r>
          </a:p>
          <a:p/>
          <a:p>
            <a:r>
              <a:t>Two sentences over four rows — reveal the rows together and let the slide carry the per-layer detail.</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RETRIEVAL MOMENT: before revealing, ask the viewer to predict which gaps they would expect to find in their own sector. Hold two seconds. Then reveal the four, one at a time — the answer is delivered on this slide.</a:t>
            </a:r>
          </a:p>
          <a:p/>
          <a:p>
            <a:r>
              <a:t>VO: Now the gaps. Four of them show up in almost every first assessment, so look for them on purpose. One: duplicate registries — several bodies each keeping their own copy of the same domain, none agreeing. Two: orphan systems — applications that map to no current capability, often left over from a project that ended. Three: point-to-point spaghetti — every system connected to every other by its own custom link, with no shared data exchange. Four: no clear owner — a capability or a domain that everyone uses and no one owns, which is where accountability quietly disappears. You will find these. Naming them is most of the Assess.</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A list of gaps is not an assessment. The assessment is the priority order. For each gap, judge two things: how much it hurts — the cost to the country, the burden on the citizen, the risk to the minister's programme — and how hard it is to close. The gaps you put at the top are the ones that hurt the most where movement is actually possible. A maturity scorecard per layer helps — a simple rating of how far each layer is from where it needs to be. The output your EA Board signs off is not 'here is everything wrong'. It is 'here are the right problems, in the right order, with the reasons'.</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 Assess phase ends with a sign-off: the senior decision-maker confirms the gap analysis reflects ground truth. That sign-off has one quality test of its own — honesty. An assessment that flatters the current state, that softens the duplicate-registry problem because a powerful ministry owns one of the copies, fails — quietly, and expensively, a year later. Your job in Assess is to name the right problems in the right order, including the politically uncomfortable ones, in language the decision-maker can act on. Get that sign-off honestly, and the roadmap that follows stands on solid ground.</a:t>
            </a:r>
          </a:p>
          <a:p/>
          <a:p>
            <a:r>
              <a:t>The emotional peak of the module — the only full-colour block in 2.6. Hold it a beat longer.</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PRACTICE BOX (on-screen only — never read it, never paraphrase it, never point at it). It replaces the narrated handoff: this video ends on the recap and the Sources slide.</a:t>
            </a:r>
          </a:p>
          <a:p/>
          <a:p>
            <a:r>
              <a:t>VO: A Phase 2 Assess is not about volume. It is a current-state picture that is owned, traceable and complete enough to decide from, plus a gap analysis that scores and orders the problems honestly.</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slide, held ~5 seconds at the end of the video. Links are compiled into the YouTube description per ITU convention; no URLs read aloud.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Grey margin-Content with Caption (White bg)">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2CF752D4-D41F-48C8-BC93-770A10B9CEFC}"/>
              </a:ext>
            </a:extLst>
          </p:cNvPr>
          <p:cNvSpPr>
            <a:spLocks noGrp="1"/>
          </p:cNvSpPr>
          <p:nvPr>
            <p:ph type="body" sz="half" idx="2" hasCustomPrompt="1"/>
          </p:nvPr>
        </p:nvSpPr>
        <p:spPr>
          <a:xfrm>
            <a:off x="728691" y="1959151"/>
            <a:ext cx="4090872" cy="4200245"/>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3" name="Text Placeholder 3">
            <a:extLst>
              <a:ext uri="{FF2B5EF4-FFF2-40B4-BE49-F238E27FC236}">
                <a16:creationId xmlns:a16="http://schemas.microsoft.com/office/drawing/2014/main" id="{3E0F6D26-4165-4298-B9DF-69A0CA57C654}"/>
              </a:ext>
            </a:extLst>
          </p:cNvPr>
          <p:cNvSpPr>
            <a:spLocks noGrp="1"/>
          </p:cNvSpPr>
          <p:nvPr>
            <p:ph type="body" sz="half" idx="14" hasCustomPrompt="1"/>
          </p:nvPr>
        </p:nvSpPr>
        <p:spPr>
          <a:xfrm>
            <a:off x="5018432" y="1959150"/>
            <a:ext cx="4090872" cy="4200245"/>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7" name="Title 1">
            <a:extLst>
              <a:ext uri="{FF2B5EF4-FFF2-40B4-BE49-F238E27FC236}">
                <a16:creationId xmlns:a16="http://schemas.microsoft.com/office/drawing/2014/main" id="{CED336FC-6E45-4A2D-A5AB-BE24E693E093}"/>
              </a:ext>
            </a:extLst>
          </p:cNvPr>
          <p:cNvSpPr>
            <a:spLocks noGrp="1"/>
          </p:cNvSpPr>
          <p:nvPr>
            <p:ph type="title" hasCustomPrompt="1"/>
          </p:nvPr>
        </p:nvSpPr>
        <p:spPr>
          <a:xfrm>
            <a:off x="728691" y="1265849"/>
            <a:ext cx="9051731" cy="502882"/>
          </a:xfrm>
          <a:prstGeom prst="rect">
            <a:avLst/>
          </a:prstGeom>
        </p:spPr>
        <p:txBody>
          <a:bodyPr>
            <a:noAutofit/>
          </a:bodyPr>
          <a:lstStyle>
            <a:lvl1pPr>
              <a:defRPr sz="2800"/>
            </a:lvl1pPr>
          </a:lstStyle>
          <a:p>
            <a:pPr lvl="0"/>
            <a:r>
              <a:rPr lang="en-US" dirty="0"/>
              <a:t>Click to edit Master text styles</a:t>
            </a:r>
          </a:p>
        </p:txBody>
      </p:sp>
      <p:cxnSp>
        <p:nvCxnSpPr>
          <p:cNvPr id="8" name="Straight Connector 7">
            <a:extLst>
              <a:ext uri="{FF2B5EF4-FFF2-40B4-BE49-F238E27FC236}">
                <a16:creationId xmlns:a16="http://schemas.microsoft.com/office/drawing/2014/main" id="{20EB37B9-0614-41D6-8AFE-EB91B451A9F5}"/>
              </a:ext>
            </a:extLst>
          </p:cNvPr>
          <p:cNvCxnSpPr/>
          <p:nvPr userDrawn="1"/>
        </p:nvCxnSpPr>
        <p:spPr>
          <a:xfrm>
            <a:off x="614783"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CFE8CDBB-5A4D-4444-85CC-7578EF050F69}"/>
              </a:ext>
            </a:extLst>
          </p:cNvPr>
          <p:cNvSpPr>
            <a:spLocks noGrp="1"/>
          </p:cNvSpPr>
          <p:nvPr>
            <p:ph type="body" sz="quarter" idx="12" hasCustomPrompt="1"/>
          </p:nvPr>
        </p:nvSpPr>
        <p:spPr>
          <a:xfrm>
            <a:off x="614783"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718176021"/>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wo column - Title column">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A8D6A0DE-A965-4E02-8A8B-981E2FDE590E}"/>
              </a:ext>
            </a:extLst>
          </p:cNvPr>
          <p:cNvSpPr>
            <a:spLocks noGrp="1"/>
          </p:cNvSpPr>
          <p:nvPr>
            <p:ph type="body" idx="1"/>
          </p:nvPr>
        </p:nvSpPr>
        <p:spPr>
          <a:xfrm>
            <a:off x="728687" y="1994663"/>
            <a:ext cx="4860830" cy="496095"/>
          </a:xfrm>
        </p:spPr>
        <p:txBody>
          <a:bodyPr anchor="t">
            <a:noAutofit/>
          </a:bodyPr>
          <a:lstStyle>
            <a:lvl1pPr marL="0" indent="0">
              <a:lnSpc>
                <a:spcPts val="2400"/>
              </a:lnSpc>
              <a:buNone/>
              <a:defRPr sz="1800" b="0" spc="3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B820F59-7539-405E-B005-C5C92782E908}"/>
              </a:ext>
            </a:extLst>
          </p:cNvPr>
          <p:cNvSpPr>
            <a:spLocks noGrp="1"/>
          </p:cNvSpPr>
          <p:nvPr>
            <p:ph sz="half" idx="2" hasCustomPrompt="1"/>
          </p:nvPr>
        </p:nvSpPr>
        <p:spPr>
          <a:xfrm>
            <a:off x="728687" y="2490758"/>
            <a:ext cx="4860830" cy="3445987"/>
          </a:xfrm>
        </p:spPr>
        <p:txBody>
          <a:bodyPr>
            <a:noAutofit/>
          </a:bodyPr>
          <a:lstStyle>
            <a:lvl1pPr marL="228600" indent="-137160">
              <a:lnSpc>
                <a:spcPts val="2400"/>
              </a:lnSpc>
              <a:buClr>
                <a:srgbClr val="009CD6"/>
              </a:buClr>
              <a:buSzPct val="104000"/>
              <a:buFont typeface="Arial" panose="020B0604020202020204" pitchFamily="34" charset="0"/>
              <a:buChar char="•"/>
              <a:defRPr sz="1800" spc="30" baseline="0"/>
            </a:lvl1pPr>
            <a:lvl2pPr marL="685800" indent="-137160">
              <a:lnSpc>
                <a:spcPts val="2400"/>
              </a:lnSpc>
              <a:buClr>
                <a:srgbClr val="009CD6"/>
              </a:buClr>
              <a:buFont typeface="Arial" panose="020B0604020202020204" pitchFamily="34" charset="0"/>
              <a:buChar char="•"/>
              <a:defRPr sz="1800" spc="30" baseline="0"/>
            </a:lvl2pPr>
          </a:lstStyle>
          <a:p>
            <a:pPr lvl="0"/>
            <a:r>
              <a:rPr lang="en-US" dirty="0"/>
              <a:t>Second level</a:t>
            </a:r>
          </a:p>
          <a:p>
            <a:pPr lvl="1"/>
            <a:r>
              <a:rPr lang="en-US" dirty="0"/>
              <a:t>Third level</a:t>
            </a:r>
          </a:p>
        </p:txBody>
      </p:sp>
      <p:sp>
        <p:nvSpPr>
          <p:cNvPr id="17" name="Text Placeholder 2">
            <a:extLst>
              <a:ext uri="{FF2B5EF4-FFF2-40B4-BE49-F238E27FC236}">
                <a16:creationId xmlns:a16="http://schemas.microsoft.com/office/drawing/2014/main" id="{9AE6D208-1F00-412A-86E9-1A7081F56572}"/>
              </a:ext>
            </a:extLst>
          </p:cNvPr>
          <p:cNvSpPr>
            <a:spLocks noGrp="1"/>
          </p:cNvSpPr>
          <p:nvPr>
            <p:ph type="body" idx="10"/>
          </p:nvPr>
        </p:nvSpPr>
        <p:spPr>
          <a:xfrm>
            <a:off x="5892510" y="1994663"/>
            <a:ext cx="4751106" cy="496095"/>
          </a:xfrm>
        </p:spPr>
        <p:txBody>
          <a:bodyPr anchor="t">
            <a:noAutofit/>
          </a:bodyPr>
          <a:lstStyle>
            <a:lvl1pPr marL="0" indent="0">
              <a:lnSpc>
                <a:spcPts val="2400"/>
              </a:lnSpc>
              <a:buNone/>
              <a:defRPr sz="1800" b="0" spc="3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8" name="Content Placeholder 3">
            <a:extLst>
              <a:ext uri="{FF2B5EF4-FFF2-40B4-BE49-F238E27FC236}">
                <a16:creationId xmlns:a16="http://schemas.microsoft.com/office/drawing/2014/main" id="{B8B83478-806A-4C07-A7A7-0CDF7E621EB5}"/>
              </a:ext>
            </a:extLst>
          </p:cNvPr>
          <p:cNvSpPr>
            <a:spLocks noGrp="1"/>
          </p:cNvSpPr>
          <p:nvPr>
            <p:ph sz="half" idx="11" hasCustomPrompt="1"/>
          </p:nvPr>
        </p:nvSpPr>
        <p:spPr>
          <a:xfrm>
            <a:off x="5892510" y="2490758"/>
            <a:ext cx="4751106" cy="3445987"/>
          </a:xfrm>
        </p:spPr>
        <p:txBody>
          <a:bodyPr>
            <a:noAutofit/>
          </a:bodyPr>
          <a:lstStyle>
            <a:lvl1pPr marL="228600" indent="-137160">
              <a:lnSpc>
                <a:spcPts val="2400"/>
              </a:lnSpc>
              <a:buClr>
                <a:srgbClr val="009CD6"/>
              </a:buClr>
              <a:buSzPct val="104000"/>
              <a:buFont typeface="Arial" panose="020B0604020202020204" pitchFamily="34" charset="0"/>
              <a:buChar char="•"/>
              <a:defRPr sz="1800" spc="30" baseline="0"/>
            </a:lvl1pPr>
            <a:lvl2pPr marL="685800" indent="-137160">
              <a:lnSpc>
                <a:spcPts val="2400"/>
              </a:lnSpc>
              <a:buClr>
                <a:srgbClr val="009CD6"/>
              </a:buClr>
              <a:buFont typeface="Arial" panose="020B0604020202020204" pitchFamily="34" charset="0"/>
              <a:buChar char="•"/>
              <a:defRPr sz="1800" spc="30" baseline="0"/>
            </a:lvl2pPr>
          </a:lstStyle>
          <a:p>
            <a:pPr lvl="0"/>
            <a:r>
              <a:rPr lang="en-US" dirty="0"/>
              <a:t>Second level</a:t>
            </a:r>
          </a:p>
          <a:p>
            <a:pPr lvl="1"/>
            <a:r>
              <a:rPr lang="en-US" dirty="0"/>
              <a:t>Third level</a:t>
            </a:r>
          </a:p>
        </p:txBody>
      </p:sp>
      <p:sp>
        <p:nvSpPr>
          <p:cNvPr id="13" name="Title 1">
            <a:extLst>
              <a:ext uri="{FF2B5EF4-FFF2-40B4-BE49-F238E27FC236}">
                <a16:creationId xmlns:a16="http://schemas.microsoft.com/office/drawing/2014/main" id="{20A48B77-BCF1-4349-8EF0-B33A1789375A}"/>
              </a:ext>
            </a:extLst>
          </p:cNvPr>
          <p:cNvSpPr>
            <a:spLocks noGrp="1"/>
          </p:cNvSpPr>
          <p:nvPr>
            <p:ph type="title" hasCustomPrompt="1"/>
          </p:nvPr>
        </p:nvSpPr>
        <p:spPr>
          <a:xfrm>
            <a:off x="728687" y="1238515"/>
            <a:ext cx="9914929" cy="635902"/>
          </a:xfrm>
          <a:prstGeom prst="rect">
            <a:avLst/>
          </a:prstGeom>
        </p:spPr>
        <p:txBody>
          <a:bodyPr>
            <a:noAutofit/>
          </a:bodyPr>
          <a:lstStyle>
            <a:lvl1pPr>
              <a:defRPr sz="2800"/>
            </a:lvl1pPr>
          </a:lstStyle>
          <a:p>
            <a:pPr lvl="0"/>
            <a:r>
              <a:rPr lang="en-US" dirty="0"/>
              <a:t>Click to edit Master text styles</a:t>
            </a:r>
          </a:p>
        </p:txBody>
      </p:sp>
      <p:cxnSp>
        <p:nvCxnSpPr>
          <p:cNvPr id="11" name="Straight Connector 10">
            <a:extLst>
              <a:ext uri="{FF2B5EF4-FFF2-40B4-BE49-F238E27FC236}">
                <a16:creationId xmlns:a16="http://schemas.microsoft.com/office/drawing/2014/main" id="{CCE4054A-3251-41A6-8BA5-67C64EF3E610}"/>
              </a:ext>
            </a:extLst>
          </p:cNvPr>
          <p:cNvCxnSpPr/>
          <p:nvPr userDrawn="1"/>
        </p:nvCxnSpPr>
        <p:spPr>
          <a:xfrm>
            <a:off x="614780"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2" name="Text Placeholder 3">
            <a:extLst>
              <a:ext uri="{FF2B5EF4-FFF2-40B4-BE49-F238E27FC236}">
                <a16:creationId xmlns:a16="http://schemas.microsoft.com/office/drawing/2014/main" id="{F8E1AD81-2712-4CFB-B585-60CDC561D6F4}"/>
              </a:ext>
            </a:extLst>
          </p:cNvPr>
          <p:cNvSpPr>
            <a:spLocks noGrp="1"/>
          </p:cNvSpPr>
          <p:nvPr>
            <p:ph type="body" sz="quarter" idx="12" hasCustomPrompt="1"/>
          </p:nvPr>
        </p:nvSpPr>
        <p:spPr>
          <a:xfrm>
            <a:off x="614780"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88038879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wo column bullet list">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C078E5A-AB76-4634-8AD9-64C991C6FC02}"/>
              </a:ext>
            </a:extLst>
          </p:cNvPr>
          <p:cNvSpPr>
            <a:spLocks noGrp="1"/>
          </p:cNvSpPr>
          <p:nvPr>
            <p:ph sz="half" idx="1" hasCustomPrompt="1"/>
          </p:nvPr>
        </p:nvSpPr>
        <p:spPr>
          <a:xfrm>
            <a:off x="721372" y="2040524"/>
            <a:ext cx="4393315" cy="4125355"/>
          </a:xfrm>
        </p:spPr>
        <p:txBody>
          <a:bodyPr>
            <a:noAutofit/>
          </a:bodyPr>
          <a:lstStyle>
            <a:lvl1pPr marL="228600" indent="-137160">
              <a:buClr>
                <a:srgbClr val="009CD6"/>
              </a:buClr>
              <a:buFont typeface="Arial" panose="020B0604020202020204" pitchFamily="34" charset="0"/>
              <a:buChar char="•"/>
              <a:defRPr lang="en-US" spc="20" dirty="0"/>
            </a:lvl1pPr>
            <a:lvl2pPr marL="685800" indent="-137160">
              <a:buClr>
                <a:srgbClr val="009CD6"/>
              </a:buClr>
              <a:buFont typeface="Arial" panose="020B0604020202020204" pitchFamily="34" charset="0"/>
              <a:buChar char="•"/>
              <a:defRPr lang="en-US" spc="20" dirty="0"/>
            </a:lvl2pPr>
            <a:lvl3pPr marL="1143000" indent="-137160">
              <a:buClr>
                <a:srgbClr val="009CD6"/>
              </a:buClr>
              <a:buFont typeface="Arial" panose="020B0604020202020204" pitchFamily="34" charset="0"/>
              <a:buChar char="•"/>
              <a:defRPr lang="en-US" spc="20" dirty="0"/>
            </a:lvl3pPr>
            <a:lvl4pPr marL="1600200" indent="-137160">
              <a:buClr>
                <a:srgbClr val="009CD6"/>
              </a:buClr>
              <a:buFont typeface="Arial" panose="020B0604020202020204" pitchFamily="34" charset="0"/>
              <a:buChar char="•"/>
              <a:defRPr lang="en-US" spc="20" dirty="0"/>
            </a:lvl4pPr>
            <a:lvl5pPr>
              <a:buClr>
                <a:srgbClr val="5B9BD5"/>
              </a:buClr>
              <a:defRPr spc="0"/>
            </a:lvl5p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4" name="Content Placeholder 3">
            <a:extLst>
              <a:ext uri="{FF2B5EF4-FFF2-40B4-BE49-F238E27FC236}">
                <a16:creationId xmlns:a16="http://schemas.microsoft.com/office/drawing/2014/main" id="{4198F227-A22B-432C-84DE-6E0A3BE38D63}"/>
              </a:ext>
            </a:extLst>
          </p:cNvPr>
          <p:cNvSpPr>
            <a:spLocks noGrp="1"/>
          </p:cNvSpPr>
          <p:nvPr>
            <p:ph sz="half" idx="2" hasCustomPrompt="1"/>
          </p:nvPr>
        </p:nvSpPr>
        <p:spPr>
          <a:xfrm>
            <a:off x="5460255" y="2040523"/>
            <a:ext cx="4393316" cy="4126191"/>
          </a:xfrm>
        </p:spPr>
        <p:txBody>
          <a:bodyPr>
            <a:noAutofit/>
          </a:bodyPr>
          <a:lstStyle>
            <a:lvl1pPr marL="228600" indent="-137160">
              <a:buClr>
                <a:srgbClr val="009CD6"/>
              </a:buClr>
              <a:buFont typeface="Arial" panose="020B0604020202020204" pitchFamily="34" charset="0"/>
              <a:buChar char="•"/>
              <a:defRPr lang="en-US" spc="20" dirty="0"/>
            </a:lvl1pPr>
            <a:lvl2pPr marL="685800" indent="-137160">
              <a:buClr>
                <a:srgbClr val="009CD6"/>
              </a:buClr>
              <a:buFont typeface="Arial" panose="020B0604020202020204" pitchFamily="34" charset="0"/>
              <a:buChar char="•"/>
              <a:defRPr lang="en-US" spc="20" dirty="0"/>
            </a:lvl2pPr>
            <a:lvl3pPr marL="1143000" indent="-137160">
              <a:buClr>
                <a:srgbClr val="009CD6"/>
              </a:buClr>
              <a:buFont typeface="Arial" panose="020B0604020202020204" pitchFamily="34" charset="0"/>
              <a:buChar char="•"/>
              <a:defRPr lang="en-US" spc="20" dirty="0"/>
            </a:lvl3pPr>
            <a:lvl4pPr marL="1600200" indent="-137160">
              <a:buClr>
                <a:srgbClr val="009CD6"/>
              </a:buClr>
              <a:buFont typeface="Arial" panose="020B0604020202020204" pitchFamily="34" charset="0"/>
              <a:buChar char="•"/>
              <a:defRPr lang="en-US" spc="20" dirty="0"/>
            </a:lvl4pPr>
            <a:lvl5pPr>
              <a:buClr>
                <a:srgbClr val="5B9BD5"/>
              </a:buClr>
              <a:defRPr spc="0"/>
            </a:lvl5p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10" name="Title 1">
            <a:extLst>
              <a:ext uri="{FF2B5EF4-FFF2-40B4-BE49-F238E27FC236}">
                <a16:creationId xmlns:a16="http://schemas.microsoft.com/office/drawing/2014/main" id="{D346557F-F9B0-433A-9FC1-56C38B19DE9B}"/>
              </a:ext>
            </a:extLst>
          </p:cNvPr>
          <p:cNvSpPr>
            <a:spLocks noGrp="1"/>
          </p:cNvSpPr>
          <p:nvPr>
            <p:ph type="title" hasCustomPrompt="1"/>
          </p:nvPr>
        </p:nvSpPr>
        <p:spPr>
          <a:xfrm>
            <a:off x="721373" y="1251017"/>
            <a:ext cx="9132198" cy="565079"/>
          </a:xfrm>
          <a:prstGeom prst="rect">
            <a:avLst/>
          </a:prstGeom>
        </p:spPr>
        <p:txBody>
          <a:bodyPr>
            <a:noAutofit/>
          </a:bodyPr>
          <a:lstStyle>
            <a:lvl1pPr>
              <a:defRPr sz="2800"/>
            </a:lvl1pPr>
          </a:lstStyle>
          <a:p>
            <a:pPr lvl="0"/>
            <a:r>
              <a:rPr lang="en-US" dirty="0"/>
              <a:t>Click to edit Master text styles</a:t>
            </a:r>
          </a:p>
        </p:txBody>
      </p:sp>
      <p:cxnSp>
        <p:nvCxnSpPr>
          <p:cNvPr id="12" name="Straight Connector 11">
            <a:extLst>
              <a:ext uri="{FF2B5EF4-FFF2-40B4-BE49-F238E27FC236}">
                <a16:creationId xmlns:a16="http://schemas.microsoft.com/office/drawing/2014/main" id="{56157FF2-E1F2-41A6-A3CB-3DE59785DD4D}"/>
              </a:ext>
            </a:extLst>
          </p:cNvPr>
          <p:cNvCxnSpPr/>
          <p:nvPr userDrawn="1"/>
        </p:nvCxnSpPr>
        <p:spPr>
          <a:xfrm>
            <a:off x="614780"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3" name="Text Placeholder 3">
            <a:extLst>
              <a:ext uri="{FF2B5EF4-FFF2-40B4-BE49-F238E27FC236}">
                <a16:creationId xmlns:a16="http://schemas.microsoft.com/office/drawing/2014/main" id="{E8A78C8E-6713-4582-84CE-8C8A0FE572A4}"/>
              </a:ext>
            </a:extLst>
          </p:cNvPr>
          <p:cNvSpPr>
            <a:spLocks noGrp="1"/>
          </p:cNvSpPr>
          <p:nvPr>
            <p:ph type="body" sz="quarter" idx="12" hasCustomPrompt="1"/>
          </p:nvPr>
        </p:nvSpPr>
        <p:spPr>
          <a:xfrm>
            <a:off x="614780"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95137490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One column text">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2CF752D4-D41F-48C8-BC93-770A10B9CEFC}"/>
              </a:ext>
            </a:extLst>
          </p:cNvPr>
          <p:cNvSpPr>
            <a:spLocks noGrp="1"/>
          </p:cNvSpPr>
          <p:nvPr>
            <p:ph type="body" sz="half" idx="2" hasCustomPrompt="1"/>
          </p:nvPr>
        </p:nvSpPr>
        <p:spPr>
          <a:xfrm>
            <a:off x="737226" y="1975104"/>
            <a:ext cx="6256106" cy="4210543"/>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0" name="Title 1">
            <a:extLst>
              <a:ext uri="{FF2B5EF4-FFF2-40B4-BE49-F238E27FC236}">
                <a16:creationId xmlns:a16="http://schemas.microsoft.com/office/drawing/2014/main" id="{3F01D386-9240-4F38-9F1C-4325351B05E1}"/>
              </a:ext>
            </a:extLst>
          </p:cNvPr>
          <p:cNvSpPr>
            <a:spLocks noGrp="1"/>
          </p:cNvSpPr>
          <p:nvPr>
            <p:ph type="title" hasCustomPrompt="1"/>
          </p:nvPr>
        </p:nvSpPr>
        <p:spPr>
          <a:xfrm>
            <a:off x="737225" y="1261501"/>
            <a:ext cx="7177821" cy="542146"/>
          </a:xfrm>
          <a:prstGeom prst="rect">
            <a:avLst/>
          </a:prstGeom>
        </p:spPr>
        <p:txBody>
          <a:bodyPr>
            <a:noAutofit/>
          </a:bodyPr>
          <a:lstStyle>
            <a:lvl1pPr>
              <a:defRPr sz="2800"/>
            </a:lvl1pPr>
          </a:lstStyle>
          <a:p>
            <a:pPr lvl="0"/>
            <a:r>
              <a:rPr lang="en-US" dirty="0"/>
              <a:t>Click to edit Master text styles</a:t>
            </a:r>
          </a:p>
        </p:txBody>
      </p:sp>
      <p:cxnSp>
        <p:nvCxnSpPr>
          <p:cNvPr id="8" name="Straight Connector 7">
            <a:extLst>
              <a:ext uri="{FF2B5EF4-FFF2-40B4-BE49-F238E27FC236}">
                <a16:creationId xmlns:a16="http://schemas.microsoft.com/office/drawing/2014/main" id="{015B0268-1877-4B50-85FE-85F64126C828}"/>
              </a:ext>
            </a:extLst>
          </p:cNvPr>
          <p:cNvCxnSpPr/>
          <p:nvPr userDrawn="1"/>
        </p:nvCxnSpPr>
        <p:spPr>
          <a:xfrm>
            <a:off x="607468"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716C6763-4EEE-47FB-A7AD-A329AC03860D}"/>
              </a:ext>
            </a:extLst>
          </p:cNvPr>
          <p:cNvSpPr>
            <a:spLocks noGrp="1"/>
          </p:cNvSpPr>
          <p:nvPr>
            <p:ph type="body" sz="quarter" idx="10" hasCustomPrompt="1"/>
          </p:nvPr>
        </p:nvSpPr>
        <p:spPr>
          <a:xfrm>
            <a:off x="607468"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144347215"/>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 + Large image">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AA9A3B-CF71-48AC-B4B0-550E5EC772C1}"/>
              </a:ext>
            </a:extLst>
          </p:cNvPr>
          <p:cNvSpPr>
            <a:spLocks noGrp="1"/>
          </p:cNvSpPr>
          <p:nvPr>
            <p:ph type="title"/>
          </p:nvPr>
        </p:nvSpPr>
        <p:spPr>
          <a:xfrm>
            <a:off x="716483" y="1234865"/>
            <a:ext cx="10313024" cy="635902"/>
          </a:xfrm>
          <a:prstGeom prst="rect">
            <a:avLst/>
          </a:prstGeom>
        </p:spPr>
        <p:txBody>
          <a:bodyPr anchor="t"/>
          <a:lstStyle>
            <a:lvl1pPr>
              <a:defRPr sz="2800"/>
            </a:lvl1pPr>
          </a:lstStyle>
          <a:p>
            <a:r>
              <a:rPr lang="en-US"/>
              <a:t>Click to edit Master title style</a:t>
            </a:r>
            <a:endParaRPr lang="en-US" dirty="0"/>
          </a:p>
        </p:txBody>
      </p:sp>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733313" y="1927476"/>
            <a:ext cx="10700345" cy="4218130"/>
          </a:xfrm>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cxnSp>
        <p:nvCxnSpPr>
          <p:cNvPr id="6" name="Straight Connector 5">
            <a:extLst>
              <a:ext uri="{FF2B5EF4-FFF2-40B4-BE49-F238E27FC236}">
                <a16:creationId xmlns:a16="http://schemas.microsoft.com/office/drawing/2014/main" id="{9B8B0405-4014-43E6-B303-902A4F998E13}"/>
              </a:ext>
            </a:extLst>
          </p:cNvPr>
          <p:cNvCxnSpPr/>
          <p:nvPr userDrawn="1"/>
        </p:nvCxnSpPr>
        <p:spPr>
          <a:xfrm>
            <a:off x="614783"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7" name="Text Placeholder 3">
            <a:extLst>
              <a:ext uri="{FF2B5EF4-FFF2-40B4-BE49-F238E27FC236}">
                <a16:creationId xmlns:a16="http://schemas.microsoft.com/office/drawing/2014/main" id="{B69F8470-F06D-4D52-9A69-30EBD8DA6096}"/>
              </a:ext>
            </a:extLst>
          </p:cNvPr>
          <p:cNvSpPr>
            <a:spLocks noGrp="1"/>
          </p:cNvSpPr>
          <p:nvPr>
            <p:ph type="body" sz="quarter" idx="10" hasCustomPrompt="1"/>
          </p:nvPr>
        </p:nvSpPr>
        <p:spPr>
          <a:xfrm>
            <a:off x="614783"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413910143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Left image - S">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0" y="-1"/>
            <a:ext cx="5165650" cy="6858000"/>
          </a:xfrm>
          <a:solidFill>
            <a:srgbClr val="F7F7F7"/>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11" name="Title 1">
            <a:extLst>
              <a:ext uri="{FF2B5EF4-FFF2-40B4-BE49-F238E27FC236}">
                <a16:creationId xmlns:a16="http://schemas.microsoft.com/office/drawing/2014/main" id="{A421150D-F679-4DFA-93CF-0E5480CC490F}"/>
              </a:ext>
            </a:extLst>
          </p:cNvPr>
          <p:cNvSpPr>
            <a:spLocks noGrp="1"/>
          </p:cNvSpPr>
          <p:nvPr>
            <p:ph type="title" hasCustomPrompt="1"/>
          </p:nvPr>
        </p:nvSpPr>
        <p:spPr>
          <a:xfrm>
            <a:off x="5593557" y="1241625"/>
            <a:ext cx="6000749" cy="480131"/>
          </a:xfrm>
          <a:prstGeom prst="rect">
            <a:avLst/>
          </a:prstGeom>
        </p:spPr>
        <p:txBody>
          <a:bodyPr wrap="square">
            <a:spAutoFit/>
          </a:bodyPr>
          <a:lstStyle>
            <a:lvl1pPr>
              <a:defRPr sz="2800"/>
            </a:lvl1pPr>
          </a:lstStyle>
          <a:p>
            <a:pPr lvl="0"/>
            <a:r>
              <a:rPr lang="en-US" dirty="0"/>
              <a:t>Click to edit Master text styles</a:t>
            </a:r>
          </a:p>
        </p:txBody>
      </p:sp>
      <p:cxnSp>
        <p:nvCxnSpPr>
          <p:cNvPr id="17" name="Straight Connector 16">
            <a:extLst>
              <a:ext uri="{FF2B5EF4-FFF2-40B4-BE49-F238E27FC236}">
                <a16:creationId xmlns:a16="http://schemas.microsoft.com/office/drawing/2014/main" id="{7F1DE310-EEBE-4571-9348-190C69629E15}"/>
              </a:ext>
            </a:extLst>
          </p:cNvPr>
          <p:cNvCxnSpPr/>
          <p:nvPr userDrawn="1"/>
        </p:nvCxnSpPr>
        <p:spPr>
          <a:xfrm>
            <a:off x="5500046"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4C777EF-FC93-4970-9186-9F729BE94473}"/>
              </a:ext>
            </a:extLst>
          </p:cNvPr>
          <p:cNvSpPr>
            <a:spLocks noGrp="1"/>
          </p:cNvSpPr>
          <p:nvPr>
            <p:ph type="body" sz="quarter" idx="10" hasCustomPrompt="1"/>
          </p:nvPr>
        </p:nvSpPr>
        <p:spPr>
          <a:xfrm>
            <a:off x="5500046"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3" name="Text Placeholder 3">
            <a:extLst>
              <a:ext uri="{FF2B5EF4-FFF2-40B4-BE49-F238E27FC236}">
                <a16:creationId xmlns:a16="http://schemas.microsoft.com/office/drawing/2014/main" id="{BD03799A-7C35-4CAA-BE06-C4A99AE98261}"/>
              </a:ext>
            </a:extLst>
          </p:cNvPr>
          <p:cNvSpPr>
            <a:spLocks noGrp="1"/>
          </p:cNvSpPr>
          <p:nvPr>
            <p:ph type="body" sz="half" idx="2" hasCustomPrompt="1"/>
          </p:nvPr>
        </p:nvSpPr>
        <p:spPr>
          <a:xfrm>
            <a:off x="5593546" y="1796208"/>
            <a:ext cx="6000749" cy="3820167"/>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2652770387"/>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Left image - M">
    <p:spTree>
      <p:nvGrpSpPr>
        <p:cNvPr id="1" name=""/>
        <p:cNvGrpSpPr/>
        <p:nvPr/>
      </p:nvGrpSpPr>
      <p:grpSpPr>
        <a:xfrm>
          <a:off x="0" y="0"/>
          <a:ext cx="0" cy="0"/>
          <a:chOff x="0" y="0"/>
          <a:chExt cx="0" cy="0"/>
        </a:xfrm>
      </p:grpSpPr>
      <p:sp>
        <p:nvSpPr>
          <p:cNvPr id="9" name="Picture Placeholder 2">
            <a:extLst>
              <a:ext uri="{FF2B5EF4-FFF2-40B4-BE49-F238E27FC236}">
                <a16:creationId xmlns:a16="http://schemas.microsoft.com/office/drawing/2014/main" id="{E364E913-4A6A-4F3B-B209-831A75170B72}"/>
              </a:ext>
            </a:extLst>
          </p:cNvPr>
          <p:cNvSpPr>
            <a:spLocks noGrp="1"/>
          </p:cNvSpPr>
          <p:nvPr>
            <p:ph type="pic" idx="1" hasCustomPrompt="1"/>
          </p:nvPr>
        </p:nvSpPr>
        <p:spPr>
          <a:xfrm>
            <a:off x="0" y="-1"/>
            <a:ext cx="6092751" cy="6858000"/>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8" name="Title 1">
            <a:extLst>
              <a:ext uri="{FF2B5EF4-FFF2-40B4-BE49-F238E27FC236}">
                <a16:creationId xmlns:a16="http://schemas.microsoft.com/office/drawing/2014/main" id="{E30453B6-BE94-4D10-99CD-4F6557992EA0}"/>
              </a:ext>
            </a:extLst>
          </p:cNvPr>
          <p:cNvSpPr>
            <a:spLocks noGrp="1"/>
          </p:cNvSpPr>
          <p:nvPr>
            <p:ph type="title" hasCustomPrompt="1"/>
          </p:nvPr>
        </p:nvSpPr>
        <p:spPr>
          <a:xfrm>
            <a:off x="6561735" y="1241625"/>
            <a:ext cx="5018228" cy="867930"/>
          </a:xfrm>
          <a:prstGeom prst="rect">
            <a:avLst/>
          </a:prstGeom>
        </p:spPr>
        <p:txBody>
          <a:bodyPr wrap="square">
            <a:spAutoFit/>
          </a:bodyPr>
          <a:lstStyle>
            <a:lvl1pPr>
              <a:defRPr sz="2800"/>
            </a:lvl1pPr>
          </a:lstStyle>
          <a:p>
            <a:pPr lvl="0"/>
            <a:r>
              <a:rPr lang="en-US" dirty="0"/>
              <a:t>Click to edit Master text styles  </a:t>
            </a:r>
          </a:p>
        </p:txBody>
      </p:sp>
      <p:cxnSp>
        <p:nvCxnSpPr>
          <p:cNvPr id="11" name="Straight Connector 10">
            <a:extLst>
              <a:ext uri="{FF2B5EF4-FFF2-40B4-BE49-F238E27FC236}">
                <a16:creationId xmlns:a16="http://schemas.microsoft.com/office/drawing/2014/main" id="{076CAFA7-68AE-4EAD-BE3A-A5B16D9D3552}"/>
              </a:ext>
            </a:extLst>
          </p:cNvPr>
          <p:cNvCxnSpPr/>
          <p:nvPr userDrawn="1"/>
        </p:nvCxnSpPr>
        <p:spPr>
          <a:xfrm>
            <a:off x="646823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4" name="Text Placeholder 3">
            <a:extLst>
              <a:ext uri="{FF2B5EF4-FFF2-40B4-BE49-F238E27FC236}">
                <a16:creationId xmlns:a16="http://schemas.microsoft.com/office/drawing/2014/main" id="{A8F2FE0A-3A4C-445D-8290-44FCEA3F5955}"/>
              </a:ext>
            </a:extLst>
          </p:cNvPr>
          <p:cNvSpPr>
            <a:spLocks noGrp="1"/>
          </p:cNvSpPr>
          <p:nvPr>
            <p:ph type="body" sz="quarter" idx="10" hasCustomPrompt="1"/>
          </p:nvPr>
        </p:nvSpPr>
        <p:spPr>
          <a:xfrm>
            <a:off x="6468234"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5" name="Text Placeholder 3">
            <a:extLst>
              <a:ext uri="{FF2B5EF4-FFF2-40B4-BE49-F238E27FC236}">
                <a16:creationId xmlns:a16="http://schemas.microsoft.com/office/drawing/2014/main" id="{C9AD2564-EF06-46B2-95AF-0FC81EEDCC98}"/>
              </a:ext>
            </a:extLst>
          </p:cNvPr>
          <p:cNvSpPr>
            <a:spLocks noGrp="1"/>
          </p:cNvSpPr>
          <p:nvPr>
            <p:ph type="body" sz="half" idx="2" hasCustomPrompt="1"/>
          </p:nvPr>
        </p:nvSpPr>
        <p:spPr>
          <a:xfrm>
            <a:off x="6561734" y="2245766"/>
            <a:ext cx="5018229" cy="3920948"/>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325500417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Left image - L">
    <p:bg>
      <p:bgPr>
        <a:solidFill>
          <a:schemeClr val="bg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2CB99501-2A5A-45F8-BACF-23701FE68337}"/>
              </a:ext>
            </a:extLst>
          </p:cNvPr>
          <p:cNvSpPr>
            <a:spLocks noGrp="1"/>
          </p:cNvSpPr>
          <p:nvPr>
            <p:ph type="pic" idx="1" hasCustomPrompt="1"/>
          </p:nvPr>
        </p:nvSpPr>
        <p:spPr>
          <a:xfrm>
            <a:off x="0" y="0"/>
            <a:ext cx="6997698" cy="6857999"/>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picture here</a:t>
            </a:r>
          </a:p>
        </p:txBody>
      </p:sp>
      <p:sp>
        <p:nvSpPr>
          <p:cNvPr id="4" name="Text Placeholder 3">
            <a:extLst>
              <a:ext uri="{FF2B5EF4-FFF2-40B4-BE49-F238E27FC236}">
                <a16:creationId xmlns:a16="http://schemas.microsoft.com/office/drawing/2014/main" id="{4CE260B5-3078-4CFA-A43A-D57EA4E988F4}"/>
              </a:ext>
            </a:extLst>
          </p:cNvPr>
          <p:cNvSpPr>
            <a:spLocks noGrp="1"/>
          </p:cNvSpPr>
          <p:nvPr>
            <p:ph type="body" sz="half" idx="2"/>
          </p:nvPr>
        </p:nvSpPr>
        <p:spPr>
          <a:xfrm>
            <a:off x="7404579" y="2228472"/>
            <a:ext cx="4204643" cy="393680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Title 1">
            <a:extLst>
              <a:ext uri="{FF2B5EF4-FFF2-40B4-BE49-F238E27FC236}">
                <a16:creationId xmlns:a16="http://schemas.microsoft.com/office/drawing/2014/main" id="{6147FA91-C242-46DD-BE23-48F41CC2970C}"/>
              </a:ext>
            </a:extLst>
          </p:cNvPr>
          <p:cNvSpPr>
            <a:spLocks noGrp="1"/>
          </p:cNvSpPr>
          <p:nvPr>
            <p:ph type="title" hasCustomPrompt="1"/>
          </p:nvPr>
        </p:nvSpPr>
        <p:spPr>
          <a:xfrm>
            <a:off x="7404579" y="1218965"/>
            <a:ext cx="4255850" cy="933507"/>
          </a:xfrm>
          <a:prstGeom prst="rect">
            <a:avLst/>
          </a:prstGeom>
        </p:spPr>
        <p:txBody>
          <a:bodyPr anchor="t">
            <a:noAutofit/>
          </a:bodyPr>
          <a:lstStyle>
            <a:lvl1pPr>
              <a:defRPr sz="2800"/>
            </a:lvl1pPr>
          </a:lstStyle>
          <a:p>
            <a:pPr lvl="0"/>
            <a:r>
              <a:rPr lang="en-US" dirty="0"/>
              <a:t>Click to edit Master text styles</a:t>
            </a:r>
          </a:p>
        </p:txBody>
      </p:sp>
      <p:cxnSp>
        <p:nvCxnSpPr>
          <p:cNvPr id="7" name="Straight Connector 6">
            <a:extLst>
              <a:ext uri="{FF2B5EF4-FFF2-40B4-BE49-F238E27FC236}">
                <a16:creationId xmlns:a16="http://schemas.microsoft.com/office/drawing/2014/main" id="{20EEAF69-B649-4DD9-BE4A-CC1FC2864BDE}"/>
              </a:ext>
            </a:extLst>
          </p:cNvPr>
          <p:cNvCxnSpPr/>
          <p:nvPr userDrawn="1"/>
        </p:nvCxnSpPr>
        <p:spPr>
          <a:xfrm>
            <a:off x="735337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8" name="Text Placeholder 3">
            <a:extLst>
              <a:ext uri="{FF2B5EF4-FFF2-40B4-BE49-F238E27FC236}">
                <a16:creationId xmlns:a16="http://schemas.microsoft.com/office/drawing/2014/main" id="{822686E3-ED91-4402-ABE9-E10A74CBDBB8}"/>
              </a:ext>
            </a:extLst>
          </p:cNvPr>
          <p:cNvSpPr>
            <a:spLocks noGrp="1"/>
          </p:cNvSpPr>
          <p:nvPr>
            <p:ph type="body" sz="quarter" idx="10" hasCustomPrompt="1"/>
          </p:nvPr>
        </p:nvSpPr>
        <p:spPr>
          <a:xfrm>
            <a:off x="7353375" y="313371"/>
            <a:ext cx="4307054"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425363925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Right image - S ">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7026350" y="-1"/>
            <a:ext cx="5165650" cy="6858000"/>
          </a:xfrm>
          <a:solidFill>
            <a:srgbClr val="F7F7F7"/>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11" name="Title 1">
            <a:extLst>
              <a:ext uri="{FF2B5EF4-FFF2-40B4-BE49-F238E27FC236}">
                <a16:creationId xmlns:a16="http://schemas.microsoft.com/office/drawing/2014/main" id="{A421150D-F679-4DFA-93CF-0E5480CC490F}"/>
              </a:ext>
            </a:extLst>
          </p:cNvPr>
          <p:cNvSpPr>
            <a:spLocks noGrp="1"/>
          </p:cNvSpPr>
          <p:nvPr>
            <p:ph type="title" hasCustomPrompt="1"/>
          </p:nvPr>
        </p:nvSpPr>
        <p:spPr>
          <a:xfrm>
            <a:off x="692373" y="1241625"/>
            <a:ext cx="6000749" cy="480131"/>
          </a:xfrm>
          <a:prstGeom prst="rect">
            <a:avLst/>
          </a:prstGeom>
        </p:spPr>
        <p:txBody>
          <a:bodyPr wrap="square">
            <a:spAutoFit/>
          </a:bodyPr>
          <a:lstStyle>
            <a:lvl1pPr>
              <a:defRPr sz="2800"/>
            </a:lvl1pPr>
          </a:lstStyle>
          <a:p>
            <a:pPr lvl="0"/>
            <a:r>
              <a:rPr lang="en-US" dirty="0"/>
              <a:t>Click to edit Master text styles</a:t>
            </a:r>
          </a:p>
        </p:txBody>
      </p:sp>
      <p:cxnSp>
        <p:nvCxnSpPr>
          <p:cNvPr id="17" name="Straight Connector 16">
            <a:extLst>
              <a:ext uri="{FF2B5EF4-FFF2-40B4-BE49-F238E27FC236}">
                <a16:creationId xmlns:a16="http://schemas.microsoft.com/office/drawing/2014/main" id="{7F1DE310-EEBE-4571-9348-190C69629E15}"/>
              </a:ext>
            </a:extLst>
          </p:cNvPr>
          <p:cNvCxnSpPr/>
          <p:nvPr userDrawn="1"/>
        </p:nvCxnSpPr>
        <p:spPr>
          <a:xfrm>
            <a:off x="598862"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4C777EF-FC93-4970-9186-9F729BE94473}"/>
              </a:ext>
            </a:extLst>
          </p:cNvPr>
          <p:cNvSpPr>
            <a:spLocks noGrp="1"/>
          </p:cNvSpPr>
          <p:nvPr>
            <p:ph type="body" sz="quarter" idx="10" hasCustomPrompt="1"/>
          </p:nvPr>
        </p:nvSpPr>
        <p:spPr>
          <a:xfrm>
            <a:off x="598862"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3" name="Text Placeholder 3">
            <a:extLst>
              <a:ext uri="{FF2B5EF4-FFF2-40B4-BE49-F238E27FC236}">
                <a16:creationId xmlns:a16="http://schemas.microsoft.com/office/drawing/2014/main" id="{BD03799A-7C35-4CAA-BE06-C4A99AE98261}"/>
              </a:ext>
            </a:extLst>
          </p:cNvPr>
          <p:cNvSpPr>
            <a:spLocks noGrp="1"/>
          </p:cNvSpPr>
          <p:nvPr>
            <p:ph type="body" sz="half" idx="2" hasCustomPrompt="1"/>
          </p:nvPr>
        </p:nvSpPr>
        <p:spPr>
          <a:xfrm>
            <a:off x="692362" y="1796208"/>
            <a:ext cx="6000749" cy="3820167"/>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2682314598"/>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Right image - M">
    <p:spTree>
      <p:nvGrpSpPr>
        <p:cNvPr id="1" name=""/>
        <p:cNvGrpSpPr/>
        <p:nvPr/>
      </p:nvGrpSpPr>
      <p:grpSpPr>
        <a:xfrm>
          <a:off x="0" y="0"/>
          <a:ext cx="0" cy="0"/>
          <a:chOff x="0" y="0"/>
          <a:chExt cx="0" cy="0"/>
        </a:xfrm>
      </p:grpSpPr>
      <p:sp>
        <p:nvSpPr>
          <p:cNvPr id="9" name="Picture Placeholder 2">
            <a:extLst>
              <a:ext uri="{FF2B5EF4-FFF2-40B4-BE49-F238E27FC236}">
                <a16:creationId xmlns:a16="http://schemas.microsoft.com/office/drawing/2014/main" id="{E364E913-4A6A-4F3B-B209-831A75170B72}"/>
              </a:ext>
            </a:extLst>
          </p:cNvPr>
          <p:cNvSpPr>
            <a:spLocks noGrp="1"/>
          </p:cNvSpPr>
          <p:nvPr>
            <p:ph type="pic" idx="1" hasCustomPrompt="1"/>
          </p:nvPr>
        </p:nvSpPr>
        <p:spPr>
          <a:xfrm>
            <a:off x="6096000" y="-1"/>
            <a:ext cx="6092751" cy="6858000"/>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8" name="Title 1">
            <a:extLst>
              <a:ext uri="{FF2B5EF4-FFF2-40B4-BE49-F238E27FC236}">
                <a16:creationId xmlns:a16="http://schemas.microsoft.com/office/drawing/2014/main" id="{E30453B6-BE94-4D10-99CD-4F6557992EA0}"/>
              </a:ext>
            </a:extLst>
          </p:cNvPr>
          <p:cNvSpPr>
            <a:spLocks noGrp="1"/>
          </p:cNvSpPr>
          <p:nvPr>
            <p:ph type="title" hasCustomPrompt="1"/>
          </p:nvPr>
        </p:nvSpPr>
        <p:spPr>
          <a:xfrm>
            <a:off x="709575" y="1241625"/>
            <a:ext cx="5018228" cy="867930"/>
          </a:xfrm>
          <a:prstGeom prst="rect">
            <a:avLst/>
          </a:prstGeom>
        </p:spPr>
        <p:txBody>
          <a:bodyPr wrap="square">
            <a:spAutoFit/>
          </a:bodyPr>
          <a:lstStyle>
            <a:lvl1pPr>
              <a:defRPr sz="2800"/>
            </a:lvl1pPr>
          </a:lstStyle>
          <a:p>
            <a:pPr lvl="0"/>
            <a:r>
              <a:rPr lang="en-US" dirty="0"/>
              <a:t>Click to edit Master text styles  </a:t>
            </a:r>
          </a:p>
        </p:txBody>
      </p:sp>
      <p:cxnSp>
        <p:nvCxnSpPr>
          <p:cNvPr id="11" name="Straight Connector 10">
            <a:extLst>
              <a:ext uri="{FF2B5EF4-FFF2-40B4-BE49-F238E27FC236}">
                <a16:creationId xmlns:a16="http://schemas.microsoft.com/office/drawing/2014/main" id="{076CAFA7-68AE-4EAD-BE3A-A5B16D9D3552}"/>
              </a:ext>
            </a:extLst>
          </p:cNvPr>
          <p:cNvCxnSpPr/>
          <p:nvPr userDrawn="1"/>
        </p:nvCxnSpPr>
        <p:spPr>
          <a:xfrm>
            <a:off x="61607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4" name="Text Placeholder 3">
            <a:extLst>
              <a:ext uri="{FF2B5EF4-FFF2-40B4-BE49-F238E27FC236}">
                <a16:creationId xmlns:a16="http://schemas.microsoft.com/office/drawing/2014/main" id="{A8F2FE0A-3A4C-445D-8290-44FCEA3F5955}"/>
              </a:ext>
            </a:extLst>
          </p:cNvPr>
          <p:cNvSpPr>
            <a:spLocks noGrp="1"/>
          </p:cNvSpPr>
          <p:nvPr>
            <p:ph type="body" sz="quarter" idx="10" hasCustomPrompt="1"/>
          </p:nvPr>
        </p:nvSpPr>
        <p:spPr>
          <a:xfrm>
            <a:off x="616074"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5" name="Text Placeholder 3">
            <a:extLst>
              <a:ext uri="{FF2B5EF4-FFF2-40B4-BE49-F238E27FC236}">
                <a16:creationId xmlns:a16="http://schemas.microsoft.com/office/drawing/2014/main" id="{C9AD2564-EF06-46B2-95AF-0FC81EEDCC98}"/>
              </a:ext>
            </a:extLst>
          </p:cNvPr>
          <p:cNvSpPr>
            <a:spLocks noGrp="1"/>
          </p:cNvSpPr>
          <p:nvPr>
            <p:ph type="body" sz="half" idx="2" hasCustomPrompt="1"/>
          </p:nvPr>
        </p:nvSpPr>
        <p:spPr>
          <a:xfrm>
            <a:off x="709574" y="2245766"/>
            <a:ext cx="5018229" cy="3920948"/>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386411331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1_Left image-L (White bg)">
    <p:bg>
      <p:bgPr>
        <a:solidFill>
          <a:schemeClr val="bg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2CB99501-2A5A-45F8-BACF-23701FE68337}"/>
              </a:ext>
            </a:extLst>
          </p:cNvPr>
          <p:cNvSpPr>
            <a:spLocks noGrp="1"/>
          </p:cNvSpPr>
          <p:nvPr>
            <p:ph type="pic" idx="1" hasCustomPrompt="1"/>
          </p:nvPr>
        </p:nvSpPr>
        <p:spPr>
          <a:xfrm>
            <a:off x="5194302" y="0"/>
            <a:ext cx="6997698" cy="6857999"/>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picture here</a:t>
            </a:r>
          </a:p>
        </p:txBody>
      </p:sp>
      <p:sp>
        <p:nvSpPr>
          <p:cNvPr id="4" name="Text Placeholder 3">
            <a:extLst>
              <a:ext uri="{FF2B5EF4-FFF2-40B4-BE49-F238E27FC236}">
                <a16:creationId xmlns:a16="http://schemas.microsoft.com/office/drawing/2014/main" id="{4CE260B5-3078-4CFA-A43A-D57EA4E988F4}"/>
              </a:ext>
            </a:extLst>
          </p:cNvPr>
          <p:cNvSpPr>
            <a:spLocks noGrp="1"/>
          </p:cNvSpPr>
          <p:nvPr>
            <p:ph type="body" sz="half" idx="2"/>
          </p:nvPr>
        </p:nvSpPr>
        <p:spPr>
          <a:xfrm>
            <a:off x="652649" y="2228472"/>
            <a:ext cx="4204643" cy="393680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Title 1">
            <a:extLst>
              <a:ext uri="{FF2B5EF4-FFF2-40B4-BE49-F238E27FC236}">
                <a16:creationId xmlns:a16="http://schemas.microsoft.com/office/drawing/2014/main" id="{6147FA91-C242-46DD-BE23-48F41CC2970C}"/>
              </a:ext>
            </a:extLst>
          </p:cNvPr>
          <p:cNvSpPr>
            <a:spLocks noGrp="1"/>
          </p:cNvSpPr>
          <p:nvPr>
            <p:ph type="title" hasCustomPrompt="1"/>
          </p:nvPr>
        </p:nvSpPr>
        <p:spPr>
          <a:xfrm>
            <a:off x="652649" y="1218965"/>
            <a:ext cx="4255850" cy="933507"/>
          </a:xfrm>
          <a:prstGeom prst="rect">
            <a:avLst/>
          </a:prstGeom>
        </p:spPr>
        <p:txBody>
          <a:bodyPr anchor="t">
            <a:noAutofit/>
          </a:bodyPr>
          <a:lstStyle>
            <a:lvl1pPr>
              <a:defRPr sz="2800"/>
            </a:lvl1pPr>
          </a:lstStyle>
          <a:p>
            <a:pPr lvl="0"/>
            <a:r>
              <a:rPr lang="en-US" dirty="0"/>
              <a:t>Click to edit Master text styles</a:t>
            </a:r>
          </a:p>
        </p:txBody>
      </p:sp>
      <p:cxnSp>
        <p:nvCxnSpPr>
          <p:cNvPr id="7" name="Straight Connector 6">
            <a:extLst>
              <a:ext uri="{FF2B5EF4-FFF2-40B4-BE49-F238E27FC236}">
                <a16:creationId xmlns:a16="http://schemas.microsoft.com/office/drawing/2014/main" id="{20EEAF69-B649-4DD9-BE4A-CC1FC2864BDE}"/>
              </a:ext>
            </a:extLst>
          </p:cNvPr>
          <p:cNvCxnSpPr/>
          <p:nvPr userDrawn="1"/>
        </p:nvCxnSpPr>
        <p:spPr>
          <a:xfrm>
            <a:off x="60144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8" name="Text Placeholder 3">
            <a:extLst>
              <a:ext uri="{FF2B5EF4-FFF2-40B4-BE49-F238E27FC236}">
                <a16:creationId xmlns:a16="http://schemas.microsoft.com/office/drawing/2014/main" id="{822686E3-ED91-4402-ABE9-E10A74CBDBB8}"/>
              </a:ext>
            </a:extLst>
          </p:cNvPr>
          <p:cNvSpPr>
            <a:spLocks noGrp="1"/>
          </p:cNvSpPr>
          <p:nvPr>
            <p:ph type="body" sz="quarter" idx="10" hasCustomPrompt="1"/>
          </p:nvPr>
        </p:nvSpPr>
        <p:spPr>
          <a:xfrm>
            <a:off x="601445" y="313371"/>
            <a:ext cx="4307054"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27806611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blank" preserve="1">
  <p:cSld name="Blank - Footer (white bg) ">
    <p:spTree>
      <p:nvGrpSpPr>
        <p:cNvPr id="1" name=""/>
        <p:cNvGrpSpPr/>
        <p:nvPr/>
      </p:nvGrpSpPr>
      <p:grpSpPr>
        <a:xfrm>
          <a:off x="0" y="0"/>
          <a:ext cx="0" cy="0"/>
          <a:chOff x="0" y="0"/>
          <a:chExt cx="0" cy="0"/>
        </a:xfrm>
      </p:grpSpPr>
    </p:spTree>
    <p:extLst>
      <p:ext uri="{BB962C8B-B14F-4D97-AF65-F5344CB8AC3E}">
        <p14:creationId xmlns:p14="http://schemas.microsoft.com/office/powerpoint/2010/main" val="94355432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blank" preserve="1">
  <p:cSld name="Blank (whit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36622E0-A137-429D-BE75-779E322CE694}"/>
              </a:ext>
            </a:extLst>
          </p:cNvPr>
          <p:cNvSpPr/>
          <p:nvPr userDrawn="1"/>
        </p:nvSpPr>
        <p:spPr>
          <a:xfrm>
            <a:off x="-30161" y="0"/>
            <a:ext cx="12222161"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321608253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blank" preserve="1">
  <p:cSld name="Blank (blu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0B0641AD-3AD5-4F67-A775-821CB3080BD2}"/>
              </a:ext>
            </a:extLst>
          </p:cNvPr>
          <p:cNvSpPr/>
          <p:nvPr userDrawn="1"/>
        </p:nvSpPr>
        <p:spPr>
          <a:xfrm>
            <a:off x="-30161" y="0"/>
            <a:ext cx="12222161" cy="6858000"/>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141802275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2_Thank you Slide">
    <p:bg>
      <p:bgPr>
        <a:solidFill>
          <a:srgbClr val="F5FAFC"/>
        </a:solidFill>
        <a:effectLst/>
      </p:bgPr>
    </p:bg>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E3F35E03-ED1F-4BA6-A9DB-BAA193266DF0}"/>
              </a:ext>
            </a:extLst>
          </p:cNvPr>
          <p:cNvSpPr txBox="1"/>
          <p:nvPr userDrawn="1"/>
        </p:nvSpPr>
        <p:spPr>
          <a:xfrm>
            <a:off x="3457462" y="2905780"/>
            <a:ext cx="5246914" cy="584775"/>
          </a:xfrm>
          <a:prstGeom prst="rect">
            <a:avLst/>
          </a:prstGeom>
          <a:noFill/>
        </p:spPr>
        <p:txBody>
          <a:bodyPr wrap="square" rtlCol="0">
            <a:spAutoFit/>
          </a:bodyPr>
          <a:lstStyle/>
          <a:p>
            <a:pPr algn="ctr"/>
            <a:r>
              <a:rPr lang="en-US" sz="3200" b="1" dirty="0">
                <a:solidFill>
                  <a:schemeClr val="tx1"/>
                </a:solidFill>
                <a:cs typeface="Arial" panose="020B0604020202020204" pitchFamily="34" charset="0"/>
              </a:rPr>
              <a:t>Thank you!</a:t>
            </a:r>
          </a:p>
        </p:txBody>
      </p:sp>
      <p:sp>
        <p:nvSpPr>
          <p:cNvPr id="7" name="Rectangle 6">
            <a:extLst>
              <a:ext uri="{FF2B5EF4-FFF2-40B4-BE49-F238E27FC236}">
                <a16:creationId xmlns:a16="http://schemas.microsoft.com/office/drawing/2014/main" id="{D95BEDD7-9550-46FC-AAD4-3BCDC60161D9}"/>
              </a:ext>
            </a:extLst>
          </p:cNvPr>
          <p:cNvSpPr/>
          <p:nvPr userDrawn="1"/>
        </p:nvSpPr>
        <p:spPr>
          <a:xfrm>
            <a:off x="0" y="6115986"/>
            <a:ext cx="12192000" cy="742013"/>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009CD6"/>
              </a:solidFill>
            </a:endParaRPr>
          </a:p>
        </p:txBody>
      </p:sp>
    </p:spTree>
    <p:extLst>
      <p:ext uri="{BB962C8B-B14F-4D97-AF65-F5344CB8AC3E}">
        <p14:creationId xmlns:p14="http://schemas.microsoft.com/office/powerpoint/2010/main" val="697607840"/>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userDrawn="1">
  <p:cSld name="3_Title and Content">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7CD000AF-B921-43E9-B432-355A07B6E46E}"/>
              </a:ext>
            </a:extLst>
          </p:cNvPr>
          <p:cNvSpPr/>
          <p:nvPr userDrawn="1"/>
        </p:nvSpPr>
        <p:spPr>
          <a:xfrm>
            <a:off x="0" y="6115986"/>
            <a:ext cx="10028420" cy="74201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689536496"/>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userDrawn="1">
  <p:cSld name="Big text aligned right + Italic">
    <p:spTree>
      <p:nvGrpSpPr>
        <p:cNvPr id="1" name=""/>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a:t>Click to edit section name</a:t>
            </a:r>
            <a:endParaRPr lang="en-US" dirty="0"/>
          </a:p>
        </p:txBody>
      </p:sp>
      <p:sp>
        <p:nvSpPr>
          <p:cNvPr id="6" name="Shape 610" hidden="1">
            <a:extLst>
              <a:ext uri="{FF2B5EF4-FFF2-40B4-BE49-F238E27FC236}">
                <a16:creationId xmlns:a16="http://schemas.microsoft.com/office/drawing/2014/main" id="{C5B068B2-AEB9-41E6-AB3C-EA87FFB0FE76}"/>
              </a:ext>
            </a:extLst>
          </p:cNvPr>
          <p:cNvSpPr/>
          <p:nvPr userDrawn="1"/>
        </p:nvSpPr>
        <p:spPr>
          <a:xfrm>
            <a:off x="510238" y="2132869"/>
            <a:ext cx="6303518" cy="3103212"/>
          </a:xfrm>
          <a:prstGeom prst="rect">
            <a:avLst/>
          </a:prstGeom>
          <a:noFill/>
          <a:ln>
            <a:noFill/>
          </a:ln>
        </p:spPr>
        <p:txBody>
          <a:bodyPr lIns="91412" tIns="45700" rIns="91412" bIns="45700" anchor="t" anchorCtr="0">
            <a:noAutofit/>
          </a:bodyPr>
          <a:lstStyle/>
          <a:p>
            <a:pPr algn="r">
              <a:buSzPct val="25000"/>
            </a:pPr>
            <a:r>
              <a:rPr lang="en-GB" sz="2800" dirty="0">
                <a:latin typeface="Arial" panose="020B0604020202020204" pitchFamily="34" charset="0"/>
                <a:ea typeface="Roboto"/>
                <a:cs typeface="Arial" panose="020B0604020202020204" pitchFamily="34" charset="0"/>
                <a:sym typeface="Roboto"/>
              </a:rPr>
              <a:t>We have focused on </a:t>
            </a:r>
            <a:r>
              <a:rPr lang="en-GB" sz="2800" b="1" dirty="0">
                <a:latin typeface="Arial" panose="020B0604020202020204" pitchFamily="34" charset="0"/>
                <a:ea typeface="Roboto"/>
                <a:cs typeface="Arial" panose="020B0604020202020204" pitchFamily="34" charset="0"/>
                <a:sym typeface="Roboto"/>
              </a:rPr>
              <a:t>preparing and empowering BDT staff</a:t>
            </a:r>
            <a:r>
              <a:rPr lang="en-GB" sz="2800" dirty="0">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p:txBody>
      </p:sp>
      <p:sp>
        <p:nvSpPr>
          <p:cNvPr id="7" name="Subtitle 8">
            <a:extLst>
              <a:ext uri="{FF2B5EF4-FFF2-40B4-BE49-F238E27FC236}">
                <a16:creationId xmlns:a16="http://schemas.microsoft.com/office/drawing/2014/main" id="{A4620858-2872-44F6-B072-7E678A260322}"/>
              </a:ext>
            </a:extLst>
          </p:cNvPr>
          <p:cNvSpPr txBox="1">
            <a:spLocks/>
          </p:cNvSpPr>
          <p:nvPr userDrawn="1"/>
        </p:nvSpPr>
        <p:spPr>
          <a:xfrm>
            <a:off x="7295839" y="2132869"/>
            <a:ext cx="4663323" cy="4303496"/>
          </a:xfrm>
          <a:prstGeom prst="rect">
            <a:avLst/>
          </a:prstGeom>
        </p:spPr>
        <p:txBody>
          <a:bodyPr>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Arial" panose="020B0604020202020204" pitchFamily="34" charset="0"/>
                <a:ea typeface="+mn-ea"/>
                <a:cs typeface="Arial" panose="020B0604020202020204" pitchFamily="34" charset="0"/>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lnSpc>
                <a:spcPct val="100000"/>
              </a:lnSpc>
              <a:spcBef>
                <a:spcPts val="1800"/>
              </a:spcBef>
            </a:pPr>
            <a:endParaRPr lang="en-US" i="1" dirty="0">
              <a:solidFill>
                <a:schemeClr val="bg2">
                  <a:lumMod val="25000"/>
                </a:schemeClr>
              </a:solidFill>
              <a:latin typeface="Georgia" panose="02040502050405020303" pitchFamily="18" charset="0"/>
            </a:endParaRPr>
          </a:p>
        </p:txBody>
      </p:sp>
      <p:cxnSp>
        <p:nvCxnSpPr>
          <p:cNvPr id="11" name="Straight Connector 10">
            <a:extLst>
              <a:ext uri="{FF2B5EF4-FFF2-40B4-BE49-F238E27FC236}">
                <a16:creationId xmlns:a16="http://schemas.microsoft.com/office/drawing/2014/main" id="{BE0E510D-A28B-40D0-90A9-897A15E93F85}"/>
              </a:ext>
            </a:extLst>
          </p:cNvPr>
          <p:cNvCxnSpPr>
            <a:cxnSpLocks/>
          </p:cNvCxnSpPr>
          <p:nvPr userDrawn="1"/>
        </p:nvCxnSpPr>
        <p:spPr>
          <a:xfrm>
            <a:off x="7069545" y="2248302"/>
            <a:ext cx="0" cy="313372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4" name="Text Placeholder 3">
            <a:extLst>
              <a:ext uri="{FF2B5EF4-FFF2-40B4-BE49-F238E27FC236}">
                <a16:creationId xmlns:a16="http://schemas.microsoft.com/office/drawing/2014/main" id="{5B885EC5-B7E9-4FBB-A4AE-A260C8DCB031}"/>
              </a:ext>
            </a:extLst>
          </p:cNvPr>
          <p:cNvSpPr>
            <a:spLocks noGrp="1"/>
          </p:cNvSpPr>
          <p:nvPr>
            <p:ph type="body" sz="quarter" idx="11" hasCustomPrompt="1"/>
          </p:nvPr>
        </p:nvSpPr>
        <p:spPr>
          <a:xfrm>
            <a:off x="503238" y="2133600"/>
            <a:ext cx="6297612" cy="3079750"/>
          </a:xfrm>
        </p:spPr>
        <p:txBody>
          <a:bodyPr/>
          <a:lstStyle>
            <a:lvl1pPr marL="0" marR="0" indent="0" algn="r" defTabSz="914400" rtl="0" eaLnBrk="1" fontAlgn="auto" latinLnBrk="0" hangingPunct="1">
              <a:lnSpc>
                <a:spcPct val="100000"/>
              </a:lnSpc>
              <a:spcBef>
                <a:spcPts val="0"/>
              </a:spcBef>
              <a:spcAft>
                <a:spcPts val="0"/>
              </a:spcAft>
              <a:buClrTx/>
              <a:buSzPct val="25000"/>
              <a:buFontTx/>
              <a:buNone/>
              <a:tabLst/>
              <a:defRPr/>
            </a:lvl1pPr>
          </a:lstStyle>
          <a:p>
            <a:pPr marL="0" marR="0" lvl="0" indent="0" algn="r" defTabSz="914400" rtl="0" eaLnBrk="1" fontAlgn="auto" latinLnBrk="0" hangingPunct="1">
              <a:lnSpc>
                <a:spcPct val="100000"/>
              </a:lnSpc>
              <a:spcBef>
                <a:spcPts val="0"/>
              </a:spcBef>
              <a:spcAft>
                <a:spcPts val="0"/>
              </a:spcAft>
              <a:buClrTx/>
              <a:buSzPct val="25000"/>
              <a:buFontTx/>
              <a:buNone/>
              <a:tabLst/>
              <a:defRPr/>
            </a:pP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We have focused on </a:t>
            </a:r>
            <a:r>
              <a:rPr kumimoji="0" lang="en-GB" sz="2800" b="1"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preparing and empowering BDT staff</a:t>
            </a: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a:p>
            <a:pPr lvl="0"/>
            <a:endParaRPr lang="en-US" dirty="0"/>
          </a:p>
        </p:txBody>
      </p:sp>
      <p:sp>
        <p:nvSpPr>
          <p:cNvPr id="12" name="Text Placeholder 11">
            <a:extLst>
              <a:ext uri="{FF2B5EF4-FFF2-40B4-BE49-F238E27FC236}">
                <a16:creationId xmlns:a16="http://schemas.microsoft.com/office/drawing/2014/main" id="{2EFC6EC8-B366-4C1C-9E18-04E70FF727B4}"/>
              </a:ext>
            </a:extLst>
          </p:cNvPr>
          <p:cNvSpPr>
            <a:spLocks noGrp="1"/>
          </p:cNvSpPr>
          <p:nvPr>
            <p:ph type="body" sz="quarter" idx="12" hasCustomPrompt="1"/>
          </p:nvPr>
        </p:nvSpPr>
        <p:spPr>
          <a:xfrm>
            <a:off x="7296150" y="2133600"/>
            <a:ext cx="4683125" cy="3856038"/>
          </a:xfrm>
        </p:spPr>
        <p:txBody>
          <a:bodyPr/>
          <a:lstStyle>
            <a:lvl1pPr marL="0" marR="0" indent="0" algn="l" defTabSz="914400" rtl="0" eaLnBrk="1" fontAlgn="auto" latinLnBrk="0" hangingPunct="1">
              <a:lnSpc>
                <a:spcPct val="100000"/>
              </a:lnSpc>
              <a:spcBef>
                <a:spcPts val="1800"/>
              </a:spcBef>
              <a:spcAft>
                <a:spcPts val="0"/>
              </a:spcAft>
              <a:buClrTx/>
              <a:buSzTx/>
              <a:buFontTx/>
              <a:buNone/>
              <a:tabLst/>
              <a:defRPr sz="2400">
                <a:solidFill>
                  <a:schemeClr val="bg2">
                    <a:lumMod val="25000"/>
                  </a:schemeClr>
                </a:solidFill>
              </a:defRPr>
            </a:lvl1pPr>
          </a:lstStyle>
          <a:p>
            <a:pPr algn="l">
              <a:lnSpc>
                <a:spcPct val="100000"/>
              </a:lnSpc>
              <a:spcBef>
                <a:spcPts val="1800"/>
              </a:spcBef>
            </a:pPr>
            <a:r>
              <a:rPr lang="en-GB" i="1" dirty="0">
                <a:solidFill>
                  <a:schemeClr val="bg2">
                    <a:lumMod val="25000"/>
                  </a:schemeClr>
                </a:solidFill>
                <a:latin typeface="Georgia" panose="02040502050405020303" pitchFamily="18" charset="0"/>
              </a:rPr>
              <a:t>Multiple RBM workshops for</a:t>
            </a:r>
            <a:br>
              <a:rPr lang="en-GB" i="1" dirty="0">
                <a:solidFill>
                  <a:schemeClr val="bg2">
                    <a:lumMod val="25000"/>
                  </a:schemeClr>
                </a:solidFill>
                <a:latin typeface="Georgia" panose="02040502050405020303" pitchFamily="18" charset="0"/>
              </a:rPr>
            </a:br>
            <a:r>
              <a:rPr lang="en-GB" i="1" dirty="0">
                <a:solidFill>
                  <a:schemeClr val="bg2">
                    <a:lumMod val="25000"/>
                  </a:schemeClr>
                </a:solidFill>
                <a:latin typeface="Georgia" panose="02040502050405020303" pitchFamily="18" charset="0"/>
              </a:rPr>
              <a:t>all HQ-based teams and Regional Offices </a:t>
            </a:r>
          </a:p>
          <a:p>
            <a:pPr algn="l">
              <a:lnSpc>
                <a:spcPct val="100000"/>
              </a:lnSpc>
              <a:spcBef>
                <a:spcPts val="1800"/>
              </a:spcBef>
            </a:pPr>
            <a:r>
              <a:rPr lang="en-GB" i="1" dirty="0">
                <a:solidFill>
                  <a:schemeClr val="bg2">
                    <a:lumMod val="25000"/>
                  </a:schemeClr>
                </a:solidFill>
                <a:latin typeface="Georgia" panose="02040502050405020303" pitchFamily="18" charset="0"/>
              </a:rPr>
              <a:t>Project Management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Communication for Development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Procurement training</a:t>
            </a:r>
            <a:endParaRPr lang="en-US" i="1" dirty="0">
              <a:solidFill>
                <a:schemeClr val="bg2">
                  <a:lumMod val="25000"/>
                </a:schemeClr>
              </a:solidFill>
              <a:latin typeface="Georgia" panose="02040502050405020303" pitchFamily="18" charset="0"/>
            </a:endParaRPr>
          </a:p>
          <a:p>
            <a:pPr lvl="0"/>
            <a:endParaRPr lang="en-US" dirty="0"/>
          </a:p>
        </p:txBody>
      </p:sp>
    </p:spTree>
    <p:extLst>
      <p:ext uri="{BB962C8B-B14F-4D97-AF65-F5344CB8AC3E}">
        <p14:creationId xmlns:p14="http://schemas.microsoft.com/office/powerpoint/2010/main" val="24450848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Big text two columns">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725414" y="2033625"/>
            <a:ext cx="8999926" cy="4067251"/>
          </a:xfrm>
        </p:spPr>
        <p:txBody>
          <a:bodyPr numCol="2" spcCol="274320">
            <a:noAutofit/>
          </a:bodyPr>
          <a:lstStyle>
            <a:lvl1pPr marL="91440" marR="0" indent="0" algn="l" defTabSz="914400" rtl="0" eaLnBrk="1" fontAlgn="auto" latinLnBrk="0" hangingPunct="1">
              <a:lnSpc>
                <a:spcPct val="100000"/>
              </a:lnSpc>
              <a:spcBef>
                <a:spcPts val="1000"/>
              </a:spcBef>
              <a:spcAft>
                <a:spcPts val="0"/>
              </a:spcAft>
              <a:buClr>
                <a:srgbClr val="009CD6"/>
              </a:buClr>
              <a:buSzPct val="110000"/>
              <a:buFontTx/>
              <a:buNone/>
              <a:tabLst/>
              <a:defRPr sz="2400" spc="20"/>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 </a:t>
            </a:r>
          </a:p>
          <a:p>
            <a:pPr lvl="0"/>
            <a:r>
              <a:rPr lang="en-US" dirty="0" err="1"/>
              <a:t>Nulla</a:t>
            </a:r>
            <a:r>
              <a:rPr lang="en-US" dirty="0"/>
              <a:t> </a:t>
            </a:r>
            <a:r>
              <a:rPr lang="en-US" dirty="0" err="1"/>
              <a:t>consequat</a:t>
            </a:r>
            <a:r>
              <a:rPr lang="en-US" dirty="0"/>
              <a:t> </a:t>
            </a:r>
            <a:r>
              <a:rPr lang="en-US" dirty="0" err="1"/>
              <a:t>massa</a:t>
            </a:r>
            <a:r>
              <a:rPr lang="en-US" dirty="0"/>
              <a:t> </a:t>
            </a:r>
            <a:r>
              <a:rPr lang="en-US" dirty="0" err="1"/>
              <a:t>quis</a:t>
            </a:r>
            <a:r>
              <a:rPr lang="en-US" dirty="0"/>
              <a:t> </a:t>
            </a:r>
            <a:r>
              <a:rPr lang="en-US" dirty="0" err="1"/>
              <a:t>enim</a:t>
            </a:r>
            <a:r>
              <a:rPr lang="en-US" dirty="0"/>
              <a:t>. Donec </a:t>
            </a:r>
            <a:r>
              <a:rPr lang="en-US" dirty="0" err="1"/>
              <a:t>pede</a:t>
            </a:r>
            <a:r>
              <a:rPr lang="en-US" dirty="0"/>
              <a:t> </a:t>
            </a:r>
            <a:r>
              <a:rPr lang="en-US" dirty="0" err="1"/>
              <a:t>justo</a:t>
            </a:r>
            <a:r>
              <a:rPr lang="en-US" dirty="0"/>
              <a:t>, </a:t>
            </a:r>
            <a:r>
              <a:rPr lang="en-US" dirty="0" err="1"/>
              <a:t>fringilla</a:t>
            </a:r>
            <a:r>
              <a:rPr lang="en-US" dirty="0"/>
              <a:t> vel, </a:t>
            </a:r>
            <a:r>
              <a:rPr lang="en-US" dirty="0" err="1"/>
              <a:t>aliquet</a:t>
            </a:r>
            <a:r>
              <a:rPr lang="en-US" dirty="0"/>
              <a:t> </a:t>
            </a:r>
            <a:r>
              <a:rPr lang="en-US" dirty="0" err="1"/>
              <a:t>nec</a:t>
            </a:r>
            <a:r>
              <a:rPr lang="en-US" dirty="0"/>
              <a:t>.</a:t>
            </a:r>
          </a:p>
          <a:p>
            <a:pPr marL="91440" marR="0" lvl="0" indent="0" algn="l" defTabSz="914400" rtl="0" eaLnBrk="1" fontAlgn="auto" latinLnBrk="0" hangingPunct="1">
              <a:lnSpc>
                <a:spcPct val="100000"/>
              </a:lnSpc>
              <a:spcBef>
                <a:spcPts val="1000"/>
              </a:spcBef>
              <a:spcAft>
                <a:spcPts val="0"/>
              </a:spcAft>
              <a:buClr>
                <a:srgbClr val="009CD6"/>
              </a:buClr>
              <a:buSzPct val="110000"/>
              <a:buFontTx/>
              <a:buNone/>
              <a:tabLst/>
              <a:defRPr/>
            </a:pPr>
            <a:r>
              <a:rPr lang="en-US" dirty="0"/>
              <a:t>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a:t>
            </a:r>
          </a:p>
        </p:txBody>
      </p:sp>
      <p:sp>
        <p:nvSpPr>
          <p:cNvPr id="8" name="Title 1">
            <a:extLst>
              <a:ext uri="{FF2B5EF4-FFF2-40B4-BE49-F238E27FC236}">
                <a16:creationId xmlns:a16="http://schemas.microsoft.com/office/drawing/2014/main" id="{2068AA50-AAA8-4842-ABF3-40CA7CFE97D8}"/>
              </a:ext>
            </a:extLst>
          </p:cNvPr>
          <p:cNvSpPr>
            <a:spLocks noGrp="1"/>
          </p:cNvSpPr>
          <p:nvPr>
            <p:ph type="title" hasCustomPrompt="1"/>
          </p:nvPr>
        </p:nvSpPr>
        <p:spPr>
          <a:xfrm>
            <a:off x="719358" y="685156"/>
            <a:ext cx="8999926" cy="597012"/>
          </a:xfrm>
          <a:prstGeom prst="rect">
            <a:avLst/>
          </a:prstGeom>
        </p:spPr>
        <p:txBody>
          <a:bodyPr>
            <a:noAutofit/>
          </a:bodyPr>
          <a:lstStyle>
            <a:lvl1pPr>
              <a:defRPr sz="2800"/>
            </a:lvl1pPr>
          </a:lstStyle>
          <a:p>
            <a:pPr lvl="0"/>
            <a:r>
              <a:rPr lang="en-US" dirty="0"/>
              <a:t>Click to edit Master text styles</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50670260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Big text 1 column">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725414" y="2033625"/>
            <a:ext cx="6297178" cy="4067251"/>
          </a:xfrm>
        </p:spPr>
        <p:txBody>
          <a:bodyPr numCol="1" spcCol="274320">
            <a:noAutofit/>
          </a:bodyPr>
          <a:lstStyle>
            <a:lvl1pPr marL="91440" marR="0" indent="0" algn="l" defTabSz="914400" rtl="0" eaLnBrk="1" fontAlgn="auto" latinLnBrk="0" hangingPunct="1">
              <a:lnSpc>
                <a:spcPct val="100000"/>
              </a:lnSpc>
              <a:spcBef>
                <a:spcPts val="1000"/>
              </a:spcBef>
              <a:spcAft>
                <a:spcPts val="0"/>
              </a:spcAft>
              <a:buClr>
                <a:srgbClr val="009CD6"/>
              </a:buClr>
              <a:buSzPct val="110000"/>
              <a:buFontTx/>
              <a:buNone/>
              <a:tabLst/>
              <a:defRPr sz="2400" spc="20"/>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 </a:t>
            </a:r>
          </a:p>
        </p:txBody>
      </p:sp>
      <p:sp>
        <p:nvSpPr>
          <p:cNvPr id="8" name="Title 1">
            <a:extLst>
              <a:ext uri="{FF2B5EF4-FFF2-40B4-BE49-F238E27FC236}">
                <a16:creationId xmlns:a16="http://schemas.microsoft.com/office/drawing/2014/main" id="{2068AA50-AAA8-4842-ABF3-40CA7CFE97D8}"/>
              </a:ext>
            </a:extLst>
          </p:cNvPr>
          <p:cNvSpPr>
            <a:spLocks noGrp="1"/>
          </p:cNvSpPr>
          <p:nvPr>
            <p:ph type="title" hasCustomPrompt="1"/>
          </p:nvPr>
        </p:nvSpPr>
        <p:spPr>
          <a:xfrm>
            <a:off x="719358" y="685156"/>
            <a:ext cx="8999926" cy="597012"/>
          </a:xfrm>
          <a:prstGeom prst="rect">
            <a:avLst/>
          </a:prstGeom>
        </p:spPr>
        <p:txBody>
          <a:bodyPr>
            <a:noAutofit/>
          </a:bodyPr>
          <a:lstStyle>
            <a:lvl1pPr>
              <a:defRPr sz="2800"/>
            </a:lvl1pPr>
          </a:lstStyle>
          <a:p>
            <a:pPr lvl="0"/>
            <a:r>
              <a:rPr lang="en-US" dirty="0"/>
              <a:t>Click to edit Master text styles</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56407432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Big text aligned right + Italic">
    <p:spTree>
      <p:nvGrpSpPr>
        <p:cNvPr id="1" name=""/>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a:t>Click to edit section name</a:t>
            </a:r>
            <a:endParaRPr lang="en-US" dirty="0"/>
          </a:p>
        </p:txBody>
      </p:sp>
      <p:sp>
        <p:nvSpPr>
          <p:cNvPr id="6" name="Shape 610" hidden="1">
            <a:extLst>
              <a:ext uri="{FF2B5EF4-FFF2-40B4-BE49-F238E27FC236}">
                <a16:creationId xmlns:a16="http://schemas.microsoft.com/office/drawing/2014/main" id="{C5B068B2-AEB9-41E6-AB3C-EA87FFB0FE76}"/>
              </a:ext>
            </a:extLst>
          </p:cNvPr>
          <p:cNvSpPr/>
          <p:nvPr userDrawn="1"/>
        </p:nvSpPr>
        <p:spPr>
          <a:xfrm>
            <a:off x="510238" y="2132869"/>
            <a:ext cx="6303518" cy="3103212"/>
          </a:xfrm>
          <a:prstGeom prst="rect">
            <a:avLst/>
          </a:prstGeom>
          <a:noFill/>
          <a:ln>
            <a:noFill/>
          </a:ln>
        </p:spPr>
        <p:txBody>
          <a:bodyPr lIns="91412" tIns="45700" rIns="91412" bIns="45700" anchor="t" anchorCtr="0">
            <a:noAutofit/>
          </a:bodyPr>
          <a:lstStyle/>
          <a:p>
            <a:pPr algn="r">
              <a:buSzPct val="25000"/>
            </a:pPr>
            <a:r>
              <a:rPr lang="en-GB" sz="2800" dirty="0">
                <a:latin typeface="Arial" panose="020B0604020202020204" pitchFamily="34" charset="0"/>
                <a:ea typeface="Roboto"/>
                <a:cs typeface="Arial" panose="020B0604020202020204" pitchFamily="34" charset="0"/>
                <a:sym typeface="Roboto"/>
              </a:rPr>
              <a:t>We have focused on </a:t>
            </a:r>
            <a:r>
              <a:rPr lang="en-GB" sz="2800" b="1" dirty="0">
                <a:latin typeface="Arial" panose="020B0604020202020204" pitchFamily="34" charset="0"/>
                <a:ea typeface="Roboto"/>
                <a:cs typeface="Arial" panose="020B0604020202020204" pitchFamily="34" charset="0"/>
                <a:sym typeface="Roboto"/>
              </a:rPr>
              <a:t>preparing and empowering BDT staff</a:t>
            </a:r>
            <a:r>
              <a:rPr lang="en-GB" sz="2800" dirty="0">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p:txBody>
      </p:sp>
      <p:sp>
        <p:nvSpPr>
          <p:cNvPr id="7" name="Subtitle 8">
            <a:extLst>
              <a:ext uri="{FF2B5EF4-FFF2-40B4-BE49-F238E27FC236}">
                <a16:creationId xmlns:a16="http://schemas.microsoft.com/office/drawing/2014/main" id="{A4620858-2872-44F6-B072-7E678A260322}"/>
              </a:ext>
            </a:extLst>
          </p:cNvPr>
          <p:cNvSpPr txBox="1">
            <a:spLocks/>
          </p:cNvSpPr>
          <p:nvPr userDrawn="1"/>
        </p:nvSpPr>
        <p:spPr>
          <a:xfrm>
            <a:off x="7295839" y="2132869"/>
            <a:ext cx="4663323" cy="4303496"/>
          </a:xfrm>
          <a:prstGeom prst="rect">
            <a:avLst/>
          </a:prstGeom>
        </p:spPr>
        <p:txBody>
          <a:bodyPr>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Arial" panose="020B0604020202020204" pitchFamily="34" charset="0"/>
                <a:ea typeface="+mn-ea"/>
                <a:cs typeface="Arial" panose="020B0604020202020204" pitchFamily="34" charset="0"/>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lnSpc>
                <a:spcPct val="100000"/>
              </a:lnSpc>
              <a:spcBef>
                <a:spcPts val="1800"/>
              </a:spcBef>
            </a:pPr>
            <a:endParaRPr lang="en-US" i="1" dirty="0">
              <a:solidFill>
                <a:schemeClr val="bg2">
                  <a:lumMod val="25000"/>
                </a:schemeClr>
              </a:solidFill>
              <a:latin typeface="Georgia" panose="02040502050405020303" pitchFamily="18" charset="0"/>
            </a:endParaRPr>
          </a:p>
        </p:txBody>
      </p:sp>
      <p:cxnSp>
        <p:nvCxnSpPr>
          <p:cNvPr id="11" name="Straight Connector 10">
            <a:extLst>
              <a:ext uri="{FF2B5EF4-FFF2-40B4-BE49-F238E27FC236}">
                <a16:creationId xmlns:a16="http://schemas.microsoft.com/office/drawing/2014/main" id="{BE0E510D-A28B-40D0-90A9-897A15E93F85}"/>
              </a:ext>
            </a:extLst>
          </p:cNvPr>
          <p:cNvCxnSpPr>
            <a:cxnSpLocks/>
          </p:cNvCxnSpPr>
          <p:nvPr userDrawn="1"/>
        </p:nvCxnSpPr>
        <p:spPr>
          <a:xfrm>
            <a:off x="7069545" y="2248302"/>
            <a:ext cx="0" cy="313372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4" name="Text Placeholder 3">
            <a:extLst>
              <a:ext uri="{FF2B5EF4-FFF2-40B4-BE49-F238E27FC236}">
                <a16:creationId xmlns:a16="http://schemas.microsoft.com/office/drawing/2014/main" id="{5B885EC5-B7E9-4FBB-A4AE-A260C8DCB031}"/>
              </a:ext>
            </a:extLst>
          </p:cNvPr>
          <p:cNvSpPr>
            <a:spLocks noGrp="1"/>
          </p:cNvSpPr>
          <p:nvPr>
            <p:ph type="body" sz="quarter" idx="11" hasCustomPrompt="1"/>
          </p:nvPr>
        </p:nvSpPr>
        <p:spPr>
          <a:xfrm>
            <a:off x="503238" y="2133600"/>
            <a:ext cx="6297612" cy="3079750"/>
          </a:xfrm>
        </p:spPr>
        <p:txBody>
          <a:bodyPr/>
          <a:lstStyle>
            <a:lvl1pPr marL="0" marR="0" indent="0" algn="r" defTabSz="914400" rtl="0" eaLnBrk="1" fontAlgn="auto" latinLnBrk="0" hangingPunct="1">
              <a:lnSpc>
                <a:spcPct val="100000"/>
              </a:lnSpc>
              <a:spcBef>
                <a:spcPts val="0"/>
              </a:spcBef>
              <a:spcAft>
                <a:spcPts val="0"/>
              </a:spcAft>
              <a:buClrTx/>
              <a:buSzPct val="25000"/>
              <a:buFontTx/>
              <a:buNone/>
              <a:tabLst/>
              <a:defRPr/>
            </a:lvl1pPr>
          </a:lstStyle>
          <a:p>
            <a:pPr marL="0" marR="0" lvl="0" indent="0" algn="r" defTabSz="914400" rtl="0" eaLnBrk="1" fontAlgn="auto" latinLnBrk="0" hangingPunct="1">
              <a:lnSpc>
                <a:spcPct val="100000"/>
              </a:lnSpc>
              <a:spcBef>
                <a:spcPts val="0"/>
              </a:spcBef>
              <a:spcAft>
                <a:spcPts val="0"/>
              </a:spcAft>
              <a:buClrTx/>
              <a:buSzPct val="25000"/>
              <a:buFontTx/>
              <a:buNone/>
              <a:tabLst/>
              <a:defRPr/>
            </a:pP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We have focused on </a:t>
            </a:r>
            <a:r>
              <a:rPr kumimoji="0" lang="en-GB" sz="2800" b="1"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preparing and empowering BDT staff</a:t>
            </a: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a:p>
            <a:pPr lvl="0"/>
            <a:endParaRPr lang="en-US" dirty="0"/>
          </a:p>
        </p:txBody>
      </p:sp>
      <p:sp>
        <p:nvSpPr>
          <p:cNvPr id="12" name="Text Placeholder 11">
            <a:extLst>
              <a:ext uri="{FF2B5EF4-FFF2-40B4-BE49-F238E27FC236}">
                <a16:creationId xmlns:a16="http://schemas.microsoft.com/office/drawing/2014/main" id="{2EFC6EC8-B366-4C1C-9E18-04E70FF727B4}"/>
              </a:ext>
            </a:extLst>
          </p:cNvPr>
          <p:cNvSpPr>
            <a:spLocks noGrp="1"/>
          </p:cNvSpPr>
          <p:nvPr>
            <p:ph type="body" sz="quarter" idx="12" hasCustomPrompt="1"/>
          </p:nvPr>
        </p:nvSpPr>
        <p:spPr>
          <a:xfrm>
            <a:off x="7296150" y="2133600"/>
            <a:ext cx="4683125" cy="3856038"/>
          </a:xfrm>
        </p:spPr>
        <p:txBody>
          <a:bodyPr/>
          <a:lstStyle>
            <a:lvl1pPr marL="0" marR="0" indent="0" algn="l" defTabSz="914400" rtl="0" eaLnBrk="1" fontAlgn="auto" latinLnBrk="0" hangingPunct="1">
              <a:lnSpc>
                <a:spcPct val="100000"/>
              </a:lnSpc>
              <a:spcBef>
                <a:spcPts val="1800"/>
              </a:spcBef>
              <a:spcAft>
                <a:spcPts val="0"/>
              </a:spcAft>
              <a:buClrTx/>
              <a:buSzTx/>
              <a:buFontTx/>
              <a:buNone/>
              <a:tabLst/>
              <a:defRPr sz="2400">
                <a:solidFill>
                  <a:schemeClr val="bg2">
                    <a:lumMod val="25000"/>
                  </a:schemeClr>
                </a:solidFill>
              </a:defRPr>
            </a:lvl1pPr>
          </a:lstStyle>
          <a:p>
            <a:pPr algn="l">
              <a:lnSpc>
                <a:spcPct val="100000"/>
              </a:lnSpc>
              <a:spcBef>
                <a:spcPts val="1800"/>
              </a:spcBef>
            </a:pPr>
            <a:r>
              <a:rPr lang="en-GB" i="1" dirty="0">
                <a:solidFill>
                  <a:schemeClr val="bg2">
                    <a:lumMod val="25000"/>
                  </a:schemeClr>
                </a:solidFill>
                <a:latin typeface="Georgia" panose="02040502050405020303" pitchFamily="18" charset="0"/>
              </a:rPr>
              <a:t>Multiple RBM workshops for</a:t>
            </a:r>
            <a:br>
              <a:rPr lang="en-GB" i="1" dirty="0">
                <a:solidFill>
                  <a:schemeClr val="bg2">
                    <a:lumMod val="25000"/>
                  </a:schemeClr>
                </a:solidFill>
                <a:latin typeface="Georgia" panose="02040502050405020303" pitchFamily="18" charset="0"/>
              </a:rPr>
            </a:br>
            <a:r>
              <a:rPr lang="en-GB" i="1" dirty="0">
                <a:solidFill>
                  <a:schemeClr val="bg2">
                    <a:lumMod val="25000"/>
                  </a:schemeClr>
                </a:solidFill>
                <a:latin typeface="Georgia" panose="02040502050405020303" pitchFamily="18" charset="0"/>
              </a:rPr>
              <a:t>all HQ-based teams and Regional Offices </a:t>
            </a:r>
          </a:p>
          <a:p>
            <a:pPr algn="l">
              <a:lnSpc>
                <a:spcPct val="100000"/>
              </a:lnSpc>
              <a:spcBef>
                <a:spcPts val="1800"/>
              </a:spcBef>
            </a:pPr>
            <a:r>
              <a:rPr lang="en-GB" i="1" dirty="0">
                <a:solidFill>
                  <a:schemeClr val="bg2">
                    <a:lumMod val="25000"/>
                  </a:schemeClr>
                </a:solidFill>
                <a:latin typeface="Georgia" panose="02040502050405020303" pitchFamily="18" charset="0"/>
              </a:rPr>
              <a:t>Project Management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Communication for Development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Procurement training</a:t>
            </a:r>
            <a:endParaRPr lang="en-US" i="1" dirty="0">
              <a:solidFill>
                <a:schemeClr val="bg2">
                  <a:lumMod val="25000"/>
                </a:schemeClr>
              </a:solidFill>
              <a:latin typeface="Georgia" panose="02040502050405020303" pitchFamily="18" charset="0"/>
            </a:endParaRPr>
          </a:p>
          <a:p>
            <a:pPr lvl="0"/>
            <a:endParaRPr lang="en-US" dirty="0"/>
          </a:p>
        </p:txBody>
      </p:sp>
    </p:spTree>
    <p:extLst>
      <p:ext uri="{BB962C8B-B14F-4D97-AF65-F5344CB8AC3E}">
        <p14:creationId xmlns:p14="http://schemas.microsoft.com/office/powerpoint/2010/main" val="34633762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Quote with big quote marks">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1520946" y="2336800"/>
            <a:ext cx="9150108" cy="3764076"/>
          </a:xfrm>
        </p:spPr>
        <p:txBody>
          <a:bodyPr numCol="1" spcCol="274320">
            <a:noAutofit/>
          </a:bodyPr>
          <a:lstStyle>
            <a:lvl1pPr marL="91440" indent="0">
              <a:lnSpc>
                <a:spcPct val="100000"/>
              </a:lnSpc>
              <a:buClr>
                <a:srgbClr val="009CD6"/>
              </a:buClr>
              <a:buFontTx/>
              <a:buNone/>
              <a:defRPr sz="3200" i="1" spc="20">
                <a:latin typeface="Georgia" panose="02040502050405020303" pitchFamily="18" charset="0"/>
              </a:defRPr>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lgn="l">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98795915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Quote with photo">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1520946" y="2658534"/>
            <a:ext cx="9150108" cy="3764076"/>
          </a:xfrm>
        </p:spPr>
        <p:txBody>
          <a:bodyPr numCol="1" spcCol="274320">
            <a:noAutofit/>
          </a:bodyPr>
          <a:lstStyle>
            <a:lvl1pPr marL="91440" indent="0">
              <a:lnSpc>
                <a:spcPct val="100000"/>
              </a:lnSpc>
              <a:buClr>
                <a:srgbClr val="009CD6"/>
              </a:buClr>
              <a:buFontTx/>
              <a:buNone/>
              <a:defRPr sz="3200" i="1" spc="20">
                <a:latin typeface="Georgia" panose="02040502050405020303" pitchFamily="18" charset="0"/>
              </a:defRPr>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lgn="l">
              <a:buNone/>
              <a:defRPr sz="1600">
                <a:solidFill>
                  <a:schemeClr val="accent2"/>
                </a:solidFill>
              </a:defRPr>
            </a:lvl1pPr>
          </a:lstStyle>
          <a:p>
            <a:pPr lvl="0"/>
            <a:r>
              <a:rPr lang="en-US" dirty="0"/>
              <a:t>Click to edit section name</a:t>
            </a:r>
          </a:p>
        </p:txBody>
      </p:sp>
      <p:sp>
        <p:nvSpPr>
          <p:cNvPr id="6" name="Picture Placeholder 5">
            <a:extLst>
              <a:ext uri="{FF2B5EF4-FFF2-40B4-BE49-F238E27FC236}">
                <a16:creationId xmlns:a16="http://schemas.microsoft.com/office/drawing/2014/main" id="{BE0DB947-B9BF-4F5D-BCB3-A4E551A7C958}"/>
              </a:ext>
            </a:extLst>
          </p:cNvPr>
          <p:cNvSpPr>
            <a:spLocks noGrp="1"/>
          </p:cNvSpPr>
          <p:nvPr>
            <p:ph type="pic" sz="quarter" idx="11" hasCustomPrompt="1"/>
          </p:nvPr>
        </p:nvSpPr>
        <p:spPr>
          <a:xfrm>
            <a:off x="5473700" y="1215232"/>
            <a:ext cx="1244600" cy="1244600"/>
          </a:xfrm>
          <a:prstGeom prst="flowChartConnector">
            <a:avLst/>
          </a:prstGeom>
          <a:solidFill>
            <a:schemeClr val="bg1">
              <a:lumMod val="85000"/>
            </a:schemeClr>
          </a:solidFill>
        </p:spPr>
        <p:txBody>
          <a:bodyPr anchor="ctr"/>
          <a:lstStyle>
            <a:lvl1pPr>
              <a:defRPr sz="1400" b="0"/>
            </a:lvl1pPr>
          </a:lstStyle>
          <a:p>
            <a:r>
              <a:rPr lang="en-US" dirty="0"/>
              <a:t>Insert</a:t>
            </a:r>
            <a:br>
              <a:rPr lang="en-US" dirty="0"/>
            </a:br>
            <a:r>
              <a:rPr lang="en-US" dirty="0"/>
              <a:t>Photo</a:t>
            </a:r>
          </a:p>
        </p:txBody>
      </p:sp>
    </p:spTree>
    <p:extLst>
      <p:ext uri="{BB962C8B-B14F-4D97-AF65-F5344CB8AC3E}">
        <p14:creationId xmlns:p14="http://schemas.microsoft.com/office/powerpoint/2010/main" val="10683193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Title + large image (light blue bg) 2">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698526" y="1881427"/>
            <a:ext cx="10976290" cy="3985973"/>
          </a:xfrm>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cxnSp>
        <p:nvCxnSpPr>
          <p:cNvPr id="6" name="Straight Connector 5">
            <a:extLst>
              <a:ext uri="{FF2B5EF4-FFF2-40B4-BE49-F238E27FC236}">
                <a16:creationId xmlns:a16="http://schemas.microsoft.com/office/drawing/2014/main" id="{E7FA0E66-7846-4BCB-AE09-F966602C759F}"/>
              </a:ext>
            </a:extLst>
          </p:cNvPr>
          <p:cNvCxnSpPr/>
          <p:nvPr userDrawn="1"/>
        </p:nvCxnSpPr>
        <p:spPr>
          <a:xfrm>
            <a:off x="607468"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CF0B2556-6FCF-4306-988D-12A70352A48D}"/>
              </a:ext>
            </a:extLst>
          </p:cNvPr>
          <p:cNvSpPr>
            <a:spLocks noGrp="1"/>
          </p:cNvSpPr>
          <p:nvPr>
            <p:ph type="body" sz="quarter" idx="10"/>
          </p:nvPr>
        </p:nvSpPr>
        <p:spPr>
          <a:xfrm>
            <a:off x="607468" y="313371"/>
            <a:ext cx="4554538" cy="308803"/>
          </a:xfrm>
        </p:spPr>
        <p:txBody>
          <a:bodyPr anchor="ctr"/>
          <a:lstStyle>
            <a:lvl1pPr marL="91440" indent="0">
              <a:buNone/>
              <a:defRPr sz="1600">
                <a:solidFill>
                  <a:schemeClr val="accent2"/>
                </a:solidFill>
              </a:defRPr>
            </a:lvl1pPr>
          </a:lstStyle>
          <a:p>
            <a:pPr lvl="0"/>
            <a:r>
              <a:rPr lang="en-US" dirty="0"/>
              <a:t>Click to edit Master text styles</a:t>
            </a:r>
          </a:p>
        </p:txBody>
      </p:sp>
      <p:sp>
        <p:nvSpPr>
          <p:cNvPr id="10" name="Title Placeholder 1">
            <a:extLst>
              <a:ext uri="{FF2B5EF4-FFF2-40B4-BE49-F238E27FC236}">
                <a16:creationId xmlns:a16="http://schemas.microsoft.com/office/drawing/2014/main" id="{B0DA0626-8521-4B9A-A854-E817A6A1230B}"/>
              </a:ext>
            </a:extLst>
          </p:cNvPr>
          <p:cNvSpPr>
            <a:spLocks noGrp="1"/>
          </p:cNvSpPr>
          <p:nvPr>
            <p:ph type="title"/>
          </p:nvPr>
        </p:nvSpPr>
        <p:spPr>
          <a:xfrm>
            <a:off x="688392" y="1231105"/>
            <a:ext cx="10515600" cy="568434"/>
          </a:xfrm>
          <a:prstGeom prst="rect">
            <a:avLst/>
          </a:prstGeom>
        </p:spPr>
        <p:txBody>
          <a:bodyPr vert="horz" lIns="91440" tIns="45720" rIns="91440" bIns="45720" rtlCol="0" anchor="t">
            <a:noAutofit/>
          </a:bodyPr>
          <a:lstStyle/>
          <a:p>
            <a:r>
              <a:rPr lang="en-US" dirty="0"/>
              <a:t>Click to edit Master title style</a:t>
            </a:r>
          </a:p>
        </p:txBody>
      </p:sp>
    </p:spTree>
    <p:extLst>
      <p:ext uri="{BB962C8B-B14F-4D97-AF65-F5344CB8AC3E}">
        <p14:creationId xmlns:p14="http://schemas.microsoft.com/office/powerpoint/2010/main" val="2362081594"/>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Blank (light blu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055F4467-8115-4C34-B39A-8E571F625EA9}"/>
              </a:ext>
            </a:extLst>
          </p:cNvPr>
          <p:cNvSpPr/>
          <p:nvPr userDrawn="1"/>
        </p:nvSpPr>
        <p:spPr>
          <a:xfrm>
            <a:off x="-30161" y="0"/>
            <a:ext cx="12222161" cy="6858000"/>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3067180665"/>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blank">
  <p:cSld name="Blank (whit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36622E0-A137-429D-BE75-779E322CE694}"/>
              </a:ext>
            </a:extLst>
          </p:cNvPr>
          <p:cNvSpPr/>
          <p:nvPr userDrawn="1"/>
        </p:nvSpPr>
        <p:spPr>
          <a:xfrm>
            <a:off x="-30161" y="0"/>
            <a:ext cx="12222161"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latin typeface="Avenir Next LT Pro" panose="020B0504020202020204" pitchFamily="34" charset="0"/>
              </a:rPr>
              <a:t> </a:t>
            </a:r>
          </a:p>
        </p:txBody>
      </p:sp>
    </p:spTree>
    <p:extLst>
      <p:ext uri="{BB962C8B-B14F-4D97-AF65-F5344CB8AC3E}">
        <p14:creationId xmlns:p14="http://schemas.microsoft.com/office/powerpoint/2010/main" val="105035650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slideLayout" Target="../slideLayouts/slideLayout19.xml"/><Relationship Id="rId3" Type="http://schemas.openxmlformats.org/officeDocument/2006/relationships/slideLayout" Target="../slideLayouts/slideLayout20.xml"/><Relationship Id="rId4"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slideLayout" Target="../slideLayouts/slideLayout22.xml"/><Relationship Id="rId3" Type="http://schemas.openxmlformats.org/officeDocument/2006/relationships/theme" Target="../theme/theme3.xml"/></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slideLayout" Target="../slideLayouts/slideLayout24.xml"/><Relationship Id="rId3" Type="http://schemas.openxmlformats.org/officeDocument/2006/relationships/slideLayout" Target="../slideLayouts/slideLayout25.xml"/><Relationship Id="rId4" Type="http://schemas.openxmlformats.org/officeDocument/2006/relationships/theme" Target="../theme/theme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6C4518C-C369-4BCE-93F6-ACF7A0A4563A}"/>
              </a:ext>
            </a:extLst>
          </p:cNvPr>
          <p:cNvSpPr>
            <a:spLocks noGrp="1"/>
          </p:cNvSpPr>
          <p:nvPr>
            <p:ph type="title"/>
          </p:nvPr>
        </p:nvSpPr>
        <p:spPr>
          <a:xfrm>
            <a:off x="688392" y="879975"/>
            <a:ext cx="10515600" cy="746442"/>
          </a:xfrm>
          <a:prstGeom prst="rect">
            <a:avLst/>
          </a:prstGeom>
        </p:spPr>
        <p:txBody>
          <a:bodyPr vert="horz" lIns="91440" tIns="45720" rIns="91440" bIns="45720" rtlCol="0" anchor="t">
            <a:no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8" name="TextBox 7">
            <a:extLst>
              <a:ext uri="{FF2B5EF4-FFF2-40B4-BE49-F238E27FC236}">
                <a16:creationId xmlns:a16="http://schemas.microsoft.com/office/drawing/2014/main" id="{69A5A063-7EAA-4705-81BD-73270FF5BA28}"/>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9" name="TextBox 8">
            <a:extLst>
              <a:ext uri="{FF2B5EF4-FFF2-40B4-BE49-F238E27FC236}">
                <a16:creationId xmlns:a16="http://schemas.microsoft.com/office/drawing/2014/main" id="{F4ED357C-3FA0-42D4-850C-879BB0BE1875}"/>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3452108936"/>
      </p:ext>
    </p:extLst>
  </p:cSld>
  <p:clrMap bg1="lt1" tx1="dk1" bg2="lt2" tx2="dk2" accent1="accent1" accent2="accent2" accent3="accent3" accent4="accent4" accent5="accent5" accent6="accent6" hlink="hlink" folHlink="folHlink"/>
  <p:sldLayoutIdLst>
    <p:sldLayoutId id="2147483656" r:id="rId1"/>
    <p:sldLayoutId id="2147483653" r:id="rId2"/>
    <p:sldLayoutId id="2147483652" r:id="rId3"/>
    <p:sldLayoutId id="2147483675" r:id="rId4"/>
    <p:sldLayoutId id="2147483676" r:id="rId5"/>
    <p:sldLayoutId id="2147483674" r:id="rId6"/>
    <p:sldLayoutId id="2147483672" r:id="rId7"/>
    <p:sldLayoutId id="2147483657" r:id="rId8"/>
    <p:sldLayoutId id="2147483717" r:id="rId9"/>
    <p:sldLayoutId id="2147483718" r:id="rId10"/>
    <p:sldLayoutId id="2147483719" r:id="rId11"/>
    <p:sldLayoutId id="2147483670" r:id="rId12"/>
    <p:sldLayoutId id="2147483660" r:id="rId13"/>
    <p:sldLayoutId id="2147483687" r:id="rId14"/>
    <p:sldLayoutId id="2147483707" r:id="rId15"/>
    <p:sldLayoutId id="2147483712" r:id="rId16"/>
    <p:sldLayoutId id="2147483721" r:id="rId17"/>
  </p:sldLayoutIdLst>
  <p:hf hdr="0" ftr="0" dt="0"/>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228600" indent="-137160" algn="l" defTabSz="914400" rtl="0" eaLnBrk="1" latinLnBrk="0" hangingPunct="1">
        <a:lnSpc>
          <a:spcPts val="2200"/>
        </a:lnSpc>
        <a:spcBef>
          <a:spcPts val="1000"/>
        </a:spcBef>
        <a:buClr>
          <a:srgbClr val="009CD6"/>
        </a:buClr>
        <a:buSzPct val="110000"/>
        <a:buFont typeface="Arial" panose="020B0604020202020204" pitchFamily="34" charset="0"/>
        <a:buChar char="•"/>
        <a:defRPr sz="1800" kern="1200" spc="0">
          <a:solidFill>
            <a:schemeClr val="tx1"/>
          </a:solidFill>
          <a:latin typeface="Arial" panose="020B0604020202020204" pitchFamily="34" charset="0"/>
          <a:ea typeface="+mn-ea"/>
          <a:cs typeface="Arial" panose="020B0604020202020204" pitchFamily="34" charset="0"/>
        </a:defRPr>
      </a:lvl1pPr>
      <a:lvl2pPr marL="6858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a:solidFill>
            <a:schemeClr val="tx1"/>
          </a:solidFill>
          <a:latin typeface="Arial" panose="020B0604020202020204" pitchFamily="34" charset="0"/>
          <a:ea typeface="+mn-ea"/>
          <a:cs typeface="Arial" panose="020B0604020202020204" pitchFamily="34" charset="0"/>
        </a:defRPr>
      </a:lvl2pPr>
      <a:lvl3pPr marL="11430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baseline="0">
          <a:solidFill>
            <a:schemeClr val="tx1"/>
          </a:solidFill>
          <a:latin typeface="Arial" panose="020B0604020202020204" pitchFamily="34" charset="0"/>
          <a:ea typeface="+mn-ea"/>
          <a:cs typeface="Arial" panose="020B0604020202020204" pitchFamily="34" charset="0"/>
        </a:defRPr>
      </a:lvl3pPr>
      <a:lvl4pPr marL="16002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6C4518C-C369-4BCE-93F6-ACF7A0A4563A}"/>
              </a:ext>
            </a:extLst>
          </p:cNvPr>
          <p:cNvSpPr>
            <a:spLocks noGrp="1"/>
          </p:cNvSpPr>
          <p:nvPr>
            <p:ph type="title"/>
          </p:nvPr>
        </p:nvSpPr>
        <p:spPr>
          <a:xfrm>
            <a:off x="688392" y="879975"/>
            <a:ext cx="10515600" cy="746442"/>
          </a:xfrm>
          <a:prstGeom prst="rect">
            <a:avLst/>
          </a:prstGeom>
        </p:spPr>
        <p:txBody>
          <a:bodyPr vert="horz" lIns="91440" tIns="45720" rIns="91440" bIns="45720" rtlCol="0" anchor="t">
            <a:noAutofit/>
          </a:bodyPr>
          <a:lstStyle/>
          <a:p>
            <a:r>
              <a:rPr lang="en-US" dirty="0"/>
              <a:t>Click to edit Master title style</a:t>
            </a:r>
          </a:p>
        </p:txBody>
      </p:sp>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6" name="TextBox 5">
            <a:extLst>
              <a:ext uri="{FF2B5EF4-FFF2-40B4-BE49-F238E27FC236}">
                <a16:creationId xmlns:a16="http://schemas.microsoft.com/office/drawing/2014/main" id="{693ABCAB-1B02-4C7B-89B1-A5BB0E479D06}"/>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7" name="TextBox 6">
            <a:extLst>
              <a:ext uri="{FF2B5EF4-FFF2-40B4-BE49-F238E27FC236}">
                <a16:creationId xmlns:a16="http://schemas.microsoft.com/office/drawing/2014/main" id="{77662A7B-D8AC-460A-9C3E-1872390023D8}"/>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497039940"/>
      </p:ext>
    </p:extLst>
  </p:cSld>
  <p:clrMap bg1="lt1" tx1="dk1" bg2="lt2" tx2="dk2" accent1="accent1" accent2="accent2" accent3="accent3" accent4="accent4" accent5="accent5" accent6="accent6" hlink="hlink" folHlink="folHlink"/>
  <p:sldLayoutIdLst>
    <p:sldLayoutId id="2147483710" r:id="rId1"/>
    <p:sldLayoutId id="2147483716" r:id="rId2"/>
    <p:sldLayoutId id="2147483711" r:id="rId3"/>
  </p:sldLayoutIdLst>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228600" indent="-137160" algn="l" defTabSz="914400" rtl="0" eaLnBrk="1" latinLnBrk="0" hangingPunct="1">
        <a:lnSpc>
          <a:spcPct val="100000"/>
        </a:lnSpc>
        <a:spcBef>
          <a:spcPts val="1000"/>
        </a:spcBef>
        <a:buClr>
          <a:srgbClr val="009CD6"/>
        </a:buClr>
        <a:buSzPct val="110000"/>
        <a:buFont typeface="Arial" panose="020B0604020202020204" pitchFamily="34" charset="0"/>
        <a:buChar char="•"/>
        <a:defRPr sz="2800" kern="1200" spc="0">
          <a:solidFill>
            <a:schemeClr val="tx1"/>
          </a:solidFill>
          <a:latin typeface="Arial" panose="020B0604020202020204" pitchFamily="34" charset="0"/>
          <a:ea typeface="+mn-ea"/>
          <a:cs typeface="Arial" panose="020B0604020202020204" pitchFamily="34" charset="0"/>
        </a:defRPr>
      </a:lvl1pPr>
      <a:lvl2pPr marL="6858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a:solidFill>
            <a:schemeClr val="tx1"/>
          </a:solidFill>
          <a:latin typeface="Arial" panose="020B0604020202020204" pitchFamily="34" charset="0"/>
          <a:ea typeface="+mn-ea"/>
          <a:cs typeface="Arial" panose="020B0604020202020204" pitchFamily="34" charset="0"/>
        </a:defRPr>
      </a:lvl2pPr>
      <a:lvl3pPr marL="11430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baseline="0">
          <a:solidFill>
            <a:schemeClr val="tx1"/>
          </a:solidFill>
          <a:latin typeface="Arial" panose="020B0604020202020204" pitchFamily="34" charset="0"/>
          <a:ea typeface="+mn-ea"/>
          <a:cs typeface="Arial" panose="020B0604020202020204" pitchFamily="34" charset="0"/>
        </a:defRPr>
      </a:lvl3pPr>
      <a:lvl4pPr marL="16002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1816313" y="2209801"/>
            <a:ext cx="8559373" cy="3793066"/>
          </a:xfrm>
          <a:prstGeom prst="rect">
            <a:avLst/>
          </a:prstGeom>
        </p:spPr>
        <p:txBody>
          <a:bodyPr vert="horz" lIns="91440" tIns="45720" rIns="91440" bIns="45720" rtlCol="0">
            <a:noAutofit/>
          </a:bodyPr>
          <a:lstStyle/>
          <a:p>
            <a:pPr algn="ctr"/>
            <a:r>
              <a:rPr lang="en-US" sz="2800" i="1" dirty="0">
                <a:latin typeface="Georgia" panose="02040502050405020303" pitchFamily="18" charset="0"/>
              </a:rPr>
              <a:t>We grew up with the internet. </a:t>
            </a:r>
            <a:br>
              <a:rPr lang="en-US" sz="2800" i="1" dirty="0">
                <a:latin typeface="Georgia" panose="02040502050405020303" pitchFamily="18" charset="0"/>
              </a:rPr>
            </a:br>
            <a:r>
              <a:rPr lang="en-US" sz="2800" i="1" dirty="0">
                <a:latin typeface="Georgia" panose="02040502050405020303" pitchFamily="18" charset="0"/>
              </a:rPr>
              <a:t>I mean, the internet has always been here with us. The grown-ups are like ‘Wow the internet appeared’, while it is perfectly normal for us.” </a:t>
            </a:r>
          </a:p>
        </p:txBody>
      </p:sp>
      <p:sp>
        <p:nvSpPr>
          <p:cNvPr id="8" name="TextBox 7">
            <a:extLst>
              <a:ext uri="{FF2B5EF4-FFF2-40B4-BE49-F238E27FC236}">
                <a16:creationId xmlns:a16="http://schemas.microsoft.com/office/drawing/2014/main" id="{43FB8933-3AE5-487A-8B03-0B68C8923CB0}"/>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9" name="TextBox 8">
            <a:extLst>
              <a:ext uri="{FF2B5EF4-FFF2-40B4-BE49-F238E27FC236}">
                <a16:creationId xmlns:a16="http://schemas.microsoft.com/office/drawing/2014/main" id="{CD9BF5BD-2163-4157-A2AF-C24DDF31C8DA}"/>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57613210"/>
      </p:ext>
    </p:extLst>
  </p:cSld>
  <p:clrMap bg1="lt1" tx1="dk1" bg2="lt2" tx2="dk2" accent1="accent1" accent2="accent2" accent3="accent3" accent4="accent4" accent5="accent5" accent6="accent6" hlink="hlink" folHlink="folHlink"/>
  <p:sldLayoutIdLst>
    <p:sldLayoutId id="2147483714" r:id="rId1"/>
    <p:sldLayoutId id="2147483715" r:id="rId2"/>
  </p:sldLayoutIdLst>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91440" indent="0" algn="ctr" defTabSz="914400" rtl="0" eaLnBrk="1" latinLnBrk="0" hangingPunct="1">
        <a:lnSpc>
          <a:spcPct val="100000"/>
        </a:lnSpc>
        <a:spcBef>
          <a:spcPts val="1000"/>
        </a:spcBef>
        <a:buClr>
          <a:srgbClr val="009CD6"/>
        </a:buClr>
        <a:buSzPct val="110000"/>
        <a:buFontTx/>
        <a:buNone/>
        <a:defRPr sz="3600" kern="1200" spc="0">
          <a:solidFill>
            <a:schemeClr val="tx1"/>
          </a:solidFill>
          <a:latin typeface="Arial" panose="020B0604020202020204" pitchFamily="34" charset="0"/>
          <a:ea typeface="+mn-ea"/>
          <a:cs typeface="Arial" panose="020B0604020202020204" pitchFamily="34" charset="0"/>
        </a:defRPr>
      </a:lvl1pPr>
      <a:lvl2pPr marL="548640" indent="0" algn="l" defTabSz="914400" rtl="0" eaLnBrk="1" latinLnBrk="0" hangingPunct="1">
        <a:lnSpc>
          <a:spcPct val="100000"/>
        </a:lnSpc>
        <a:spcBef>
          <a:spcPts val="500"/>
        </a:spcBef>
        <a:buClr>
          <a:srgbClr val="009CD6"/>
        </a:buClr>
        <a:buSzPct val="110000"/>
        <a:buFontTx/>
        <a:buNone/>
        <a:defRPr sz="2800" kern="1200" spc="0">
          <a:solidFill>
            <a:schemeClr val="tx1"/>
          </a:solidFill>
          <a:latin typeface="Arial" panose="020B0604020202020204" pitchFamily="34" charset="0"/>
          <a:ea typeface="+mn-ea"/>
          <a:cs typeface="Arial" panose="020B0604020202020204" pitchFamily="34" charset="0"/>
        </a:defRPr>
      </a:lvl2pPr>
      <a:lvl3pPr marL="1005840" indent="0" algn="l" defTabSz="914400" rtl="0" eaLnBrk="1" latinLnBrk="0" hangingPunct="1">
        <a:lnSpc>
          <a:spcPct val="100000"/>
        </a:lnSpc>
        <a:spcBef>
          <a:spcPts val="500"/>
        </a:spcBef>
        <a:buClr>
          <a:srgbClr val="009CD6"/>
        </a:buClr>
        <a:buSzPct val="110000"/>
        <a:buFontTx/>
        <a:buNone/>
        <a:defRPr sz="2800" kern="1200" spc="0" baseline="0">
          <a:solidFill>
            <a:schemeClr val="tx1"/>
          </a:solidFill>
          <a:latin typeface="Arial" panose="020B0604020202020204" pitchFamily="34" charset="0"/>
          <a:ea typeface="+mn-ea"/>
          <a:cs typeface="Arial" panose="020B0604020202020204" pitchFamily="34" charset="0"/>
        </a:defRPr>
      </a:lvl3pPr>
      <a:lvl4pPr marL="1463040" indent="0" algn="l" defTabSz="914400" rtl="0" eaLnBrk="1" latinLnBrk="0" hangingPunct="1">
        <a:lnSpc>
          <a:spcPct val="100000"/>
        </a:lnSpc>
        <a:spcBef>
          <a:spcPts val="500"/>
        </a:spcBef>
        <a:buClr>
          <a:srgbClr val="009CD6"/>
        </a:buClr>
        <a:buSzPct val="110000"/>
        <a:buFontTx/>
        <a:buNone/>
        <a:defRPr sz="2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Pr>
        <a:solidFill>
          <a:srgbClr val="F5FAFC"/>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F3903303-232A-4935-AFB3-F7B88DD729A5}"/>
              </a:ext>
            </a:extLst>
          </p:cNvPr>
          <p:cNvSpPr>
            <a:spLocks noGrp="1"/>
          </p:cNvSpPr>
          <p:nvPr>
            <p:ph type="title"/>
          </p:nvPr>
        </p:nvSpPr>
        <p:spPr>
          <a:xfrm>
            <a:off x="685893" y="879975"/>
            <a:ext cx="10515600" cy="746442"/>
          </a:xfrm>
          <a:prstGeom prst="rect">
            <a:avLst/>
          </a:prstGeom>
        </p:spPr>
        <p:txBody>
          <a:bodyPr vert="horz" lIns="91440" tIns="45720" rIns="91440" bIns="45720" rtlCol="0" anchor="t">
            <a:noAutofit/>
          </a:bodyPr>
          <a:lstStyle/>
          <a:p>
            <a:r>
              <a:rPr lang="en-US" dirty="0"/>
              <a:t>Click to edit Master title style</a:t>
            </a:r>
          </a:p>
        </p:txBody>
      </p:sp>
      <p:sp>
        <p:nvSpPr>
          <p:cNvPr id="3" name="Text Placeholder 2">
            <a:extLst>
              <a:ext uri="{FF2B5EF4-FFF2-40B4-BE49-F238E27FC236}">
                <a16:creationId xmlns:a16="http://schemas.microsoft.com/office/drawing/2014/main" id="{C8383453-70D1-44FB-B9C3-2EEFC15545D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marL="228600" marR="0" lvl="0" indent="-137160" algn="l" defTabSz="914400" rtl="0" eaLnBrk="1" fontAlgn="auto" latinLnBrk="0" hangingPunct="1">
              <a:lnSpc>
                <a:spcPts val="2200"/>
              </a:lnSpc>
              <a:spcBef>
                <a:spcPts val="10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Second level</a:t>
            </a:r>
          </a:p>
          <a:p>
            <a:pPr marL="685800" marR="0" lvl="1"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Third level</a:t>
            </a:r>
          </a:p>
          <a:p>
            <a:pPr marL="1143000" marR="0" lvl="2"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Fourth level</a:t>
            </a:r>
          </a:p>
          <a:p>
            <a:pPr marL="1600200" marR="0" lvl="3"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Fifth level</a:t>
            </a:r>
          </a:p>
        </p:txBody>
      </p:sp>
      <p:sp>
        <p:nvSpPr>
          <p:cNvPr id="7" name="TextBox 6">
            <a:extLst>
              <a:ext uri="{FF2B5EF4-FFF2-40B4-BE49-F238E27FC236}">
                <a16:creationId xmlns:a16="http://schemas.microsoft.com/office/drawing/2014/main" id="{E9BFC052-984C-4106-B990-03A1EB3873C1}"/>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8" name="TextBox 7">
            <a:extLst>
              <a:ext uri="{FF2B5EF4-FFF2-40B4-BE49-F238E27FC236}">
                <a16:creationId xmlns:a16="http://schemas.microsoft.com/office/drawing/2014/main" id="{DB202A0A-9127-4C98-B796-7DD30E32B3B1}"/>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86103942"/>
      </p:ext>
    </p:extLst>
  </p:cSld>
  <p:clrMap bg1="lt1" tx1="dk1" bg2="lt2" tx2="dk2" accent1="accent1" accent2="accent2" accent3="accent3" accent4="accent4" accent5="accent5" accent6="accent6" hlink="hlink" folHlink="folHlink"/>
  <p:sldLayoutIdLst>
    <p:sldLayoutId id="2147483696" r:id="rId1"/>
    <p:sldLayoutId id="2147483678" r:id="rId2"/>
    <p:sldLayoutId id="2147483720" r:id="rId3"/>
  </p:sldLayoutIdLst>
  <p:txStyles>
    <p:titleStyle>
      <a:lvl1pPr algn="l" defTabSz="914400" rtl="0" eaLnBrk="1" latinLnBrk="0" hangingPunct="1">
        <a:lnSpc>
          <a:spcPct val="90000"/>
        </a:lnSpc>
        <a:spcBef>
          <a:spcPct val="0"/>
        </a:spcBef>
        <a:buNone/>
        <a:defRPr sz="2800" b="1"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1.png"/><Relationship Id="rId3" Type="http://schemas.openxmlformats.org/officeDocument/2006/relationships/image" Target="../media/image2.jpeg"/><Relationship Id="rId4" Type="http://schemas.openxmlformats.org/officeDocument/2006/relationships/image" Target="../media/image3.svg"/><Relationship Id="rId5" Type="http://schemas.openxmlformats.org/officeDocument/2006/relationships/notesSlide" Target="../notesSlides/notesSlide2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11" name="Straight Connector 10">
            <a:extLst>
              <a:ext uri="{FF2B5EF4-FFF2-40B4-BE49-F238E27FC236}">
                <a16:creationId xmlns:a16="http://schemas.microsoft.com/office/drawing/2014/main" id="{D9AD66F2-F7C0-4D03-9150-D28F17AC561D}"/>
              </a:ext>
            </a:extLst>
          </p:cNvPr>
          <p:cNvCxnSpPr>
            <a:cxnSpLocks/>
          </p:cNvCxnSpPr>
          <p:nvPr/>
        </p:nvCxnSpPr>
        <p:spPr>
          <a:xfrm>
            <a:off x="373021" y="2198718"/>
            <a:ext cx="6843567" cy="0"/>
          </a:xfrm>
          <a:prstGeom prst="line">
            <a:avLst/>
          </a:prstGeom>
          <a:ln w="12700">
            <a:solidFill>
              <a:srgbClr val="009CD6"/>
            </a:solidFill>
          </a:ln>
        </p:spPr>
        <p:style>
          <a:lnRef idx="1">
            <a:schemeClr val="accent1"/>
          </a:lnRef>
          <a:fillRef idx="0">
            <a:schemeClr val="accent1"/>
          </a:fillRef>
          <a:effectRef idx="0">
            <a:schemeClr val="accent1"/>
          </a:effectRef>
          <a:fontRef idx="minor">
            <a:schemeClr val="tx1"/>
          </a:fontRef>
        </p:style>
      </p:cxnSp>
      <p:sp>
        <p:nvSpPr>
          <p:cNvPr id="12" name="Title 9">
            <a:extLst>
              <a:ext uri="{FF2B5EF4-FFF2-40B4-BE49-F238E27FC236}">
                <a16:creationId xmlns:a16="http://schemas.microsoft.com/office/drawing/2014/main" id="{EEB08032-CE0E-4986-AEDF-A41026C0E8B9}"/>
              </a:ext>
            </a:extLst>
          </p:cNvPr>
          <p:cNvSpPr txBox="1">
            <a:spLocks/>
          </p:cNvSpPr>
          <p:nvPr/>
        </p:nvSpPr>
        <p:spPr>
          <a:xfrm>
            <a:off x="237734" y="702833"/>
            <a:ext cx="6432007" cy="1218817"/>
          </a:xfrm>
          <a:prstGeom prst="rect">
            <a:avLst/>
          </a:prstGeom>
        </p:spPr>
        <p:txBody>
          <a:bodyPr anchor="b">
            <a:noAutofit/>
          </a:bodyPr>
          <a:lstStyle>
            <a:lvl1pPr algn="l" defTabSz="914400" rtl="0" eaLnBrk="1" latinLnBrk="0" hangingPunct="1">
              <a:lnSpc>
                <a:spcPct val="90000"/>
              </a:lnSpc>
              <a:spcBef>
                <a:spcPct val="0"/>
              </a:spcBef>
              <a:buNone/>
              <a:defRPr sz="4000" kern="1200">
                <a:solidFill>
                  <a:schemeClr val="bg1"/>
                </a:solidFill>
                <a:latin typeface="Arial" panose="020B0604020202020204" pitchFamily="34" charset="0"/>
                <a:ea typeface="+mj-ea"/>
                <a:cs typeface="Arial" panose="020B0604020202020204" pitchFamily="34" charset="0"/>
              </a:defRPr>
            </a:lvl1pPr>
          </a:lstStyle>
          <a:p>
            <a:r>
              <a:rPr sz="2800" b="1" i="0">
                <a:solidFill>
                  <a:srgbClr val="1A1A1A"/>
                </a:solidFill>
                <a:latin typeface="Arial"/>
              </a:rPr>
              <a:t>2.6 — Run a Phase 2 Assess</a:t>
            </a:r>
          </a:p>
        </p:txBody>
      </p:sp>
      <p:pic>
        <p:nvPicPr>
          <p:cNvPr id="7" name="Picture 6">
            <a:extLst>
              <a:ext uri="{FF2B5EF4-FFF2-40B4-BE49-F238E27FC236}">
                <a16:creationId xmlns:a16="http://schemas.microsoft.com/office/drawing/2014/main" id="{A2066351-C569-4C4C-A096-308777FCDC32}"/>
              </a:ext>
            </a:extLst>
          </p:cNvPr>
          <p:cNvPicPr>
            <a:picLocks noChangeAspect="1"/>
          </p:cNvPicPr>
          <p:nvPr/>
        </p:nvPicPr>
        <p:blipFill>
          <a:blip r:embed="rId2">
            <a:extLst>
              <a:ext uri="{28A0092B-C50C-407E-A947-70E740481C1C}">
                <a14:useLocalDpi xmlns:a14="http://schemas.microsoft.com/office/drawing/2010/main" val="0"/>
              </a:ext>
            </a:extLst>
          </a:blip>
          <a:srcRect t="20219" b="14729"/>
          <a:stretch>
            <a:fillRect/>
          </a:stretch>
        </p:blipFill>
        <p:spPr>
          <a:xfrm>
            <a:off x="0" y="5620871"/>
            <a:ext cx="1323975" cy="1218816"/>
          </a:xfrm>
          <a:prstGeom prst="rect">
            <a:avLst/>
          </a:prstGeom>
        </p:spPr>
      </p:pic>
      <p:sp>
        <p:nvSpPr>
          <p:cNvPr id="14" name="Title 9">
            <a:extLst>
              <a:ext uri="{FF2B5EF4-FFF2-40B4-BE49-F238E27FC236}">
                <a16:creationId xmlns:a16="http://schemas.microsoft.com/office/drawing/2014/main" id="{B5087B80-3EE4-1881-0130-ED58CA625092}"/>
              </a:ext>
            </a:extLst>
          </p:cNvPr>
          <p:cNvSpPr txBox="1">
            <a:spLocks/>
          </p:cNvSpPr>
          <p:nvPr/>
        </p:nvSpPr>
        <p:spPr>
          <a:xfrm>
            <a:off x="284452" y="2475786"/>
            <a:ext cx="6382893" cy="953213"/>
          </a:xfrm>
          <a:prstGeom prst="rect">
            <a:avLst/>
          </a:prstGeom>
        </p:spPr>
        <p:txBody>
          <a:bodyPr anchor="t">
            <a:noAutofit/>
          </a:bodyPr>
          <a:lstStyle>
            <a:lvl1pPr algn="l" defTabSz="914400" rtl="0" eaLnBrk="1" latinLnBrk="0" hangingPunct="1">
              <a:lnSpc>
                <a:spcPct val="90000"/>
              </a:lnSpc>
              <a:spcBef>
                <a:spcPct val="0"/>
              </a:spcBef>
              <a:buNone/>
              <a:defRPr sz="4000" kern="1200">
                <a:solidFill>
                  <a:schemeClr val="bg1"/>
                </a:solidFill>
                <a:latin typeface="Arial" panose="020B0604020202020204" pitchFamily="34" charset="0"/>
                <a:ea typeface="+mj-ea"/>
                <a:cs typeface="Arial" panose="020B0604020202020204" pitchFamily="34" charset="0"/>
              </a:defRPr>
            </a:lvl1pPr>
          </a:lstStyle>
          <a:p>
            <a:pPr marL="0" marR="0" lvl="0" indent="0" rtl="0">
              <a:spcBef>
                <a:spcPts val="600"/>
              </a:spcBef>
              <a:spcAft>
                <a:spcPts val="0"/>
              </a:spcAft>
              <a:buNone/>
            </a:pPr>
            <a:r>
              <a:rPr sz="1300" b="1" i="0">
                <a:solidFill>
                  <a:srgbClr val="006E96"/>
                </a:solidFill>
                <a:latin typeface="Arial"/>
              </a:rPr>
              <a:t>KP1 · Government Enterprise Architecture · Module 2 · Video 2.6</a:t>
            </a:r>
          </a:p>
          <a:p>
            <a:r>
              <a:rPr sz="1200" b="0" i="1">
                <a:solidFill>
                  <a:srgbClr val="595959"/>
                </a:solidFill>
                <a:latin typeface="Arial"/>
              </a:rPr>
              <a:t>A good current-state picture is judged by a few quality tests per layer, not by its length. Learn the tests, learn the gaps you will always find, and you can run a Phase 2 Assess that names the right problems in the right order.</a:t>
            </a:r>
          </a:p>
        </p:txBody>
      </p:sp>
      <p:sp>
        <p:nvSpPr>
          <p:cNvPr id="17" name="Title 9">
            <a:extLst>
              <a:ext uri="{FF2B5EF4-FFF2-40B4-BE49-F238E27FC236}">
                <a16:creationId xmlns:a16="http://schemas.microsoft.com/office/drawing/2014/main" id="{5E8796F7-DD26-D250-5E97-B38B22298E72}"/>
              </a:ext>
            </a:extLst>
          </p:cNvPr>
          <p:cNvSpPr txBox="1">
            <a:spLocks/>
          </p:cNvSpPr>
          <p:nvPr/>
        </p:nvSpPr>
        <p:spPr>
          <a:xfrm>
            <a:off x="284452" y="4363897"/>
            <a:ext cx="6382893" cy="953213"/>
          </a:xfrm>
          <a:prstGeom prst="rect">
            <a:avLst/>
          </a:prstGeom>
        </p:spPr>
        <p:txBody>
          <a:bodyPr anchor="t">
            <a:noAutofit/>
          </a:bodyPr>
          <a:lstStyle>
            <a:lvl1pPr algn="l" defTabSz="914400" rtl="0" eaLnBrk="1" latinLnBrk="0" hangingPunct="1">
              <a:lnSpc>
                <a:spcPct val="90000"/>
              </a:lnSpc>
              <a:spcBef>
                <a:spcPct val="0"/>
              </a:spcBef>
              <a:buNone/>
              <a:defRPr sz="4000" kern="1200">
                <a:solidFill>
                  <a:schemeClr val="bg1"/>
                </a:solidFill>
                <a:latin typeface="Arial" panose="020B0604020202020204" pitchFamily="34" charset="0"/>
                <a:ea typeface="+mj-ea"/>
                <a:cs typeface="Arial" panose="020B0604020202020204" pitchFamily="34" charset="0"/>
              </a:defRPr>
            </a:lvl1pPr>
          </a:lstStyle>
          <a:p>
            <a:pPr marL="0" marR="0" lvl="0" indent="0" rtl="0">
              <a:spcBef>
                <a:spcPts val="600"/>
              </a:spcBef>
              <a:spcAft>
                <a:spcPts val="1200"/>
              </a:spcAft>
              <a:buNone/>
            </a:pPr>
            <a:r>
              <a:rPr sz="1400" b="1" i="0">
                <a:solidFill>
                  <a:srgbClr val="1A1A1A"/>
                </a:solidFill>
                <a:latin typeface="Arial"/>
              </a:rPr>
              <a:t>Target audience: </a:t>
            </a:r>
            <a:r>
              <a:rPr sz="1400" b="0" i="0">
                <a:solidFill>
                  <a:srgbClr val="1A1A1A"/>
                </a:solidFill>
                <a:latin typeface="Arial"/>
              </a:rPr>
              <a:t>Chief architect · senior architect · sector ICT lead</a:t>
            </a:r>
          </a:p>
        </p:txBody>
      </p:sp>
      <p:sp>
        <p:nvSpPr>
          <p:cNvPr id="18" name="Rectangle 17"/>
          <p:cNvSpPr/>
          <p:nvPr/>
        </p:nvSpPr>
        <p:spPr>
          <a:xfrm>
            <a:off x="7022592" y="0"/>
            <a:ext cx="5169103" cy="6858000"/>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452360" y="457200"/>
            <a:ext cx="4297680" cy="457200"/>
          </a:xfrm>
          <a:prstGeom prst="rect">
            <a:avLst/>
          </a:prstGeom>
          <a:noFill/>
        </p:spPr>
        <p:txBody>
          <a:bodyPr wrap="square">
            <a:spAutoFit/>
          </a:bodyPr>
          <a:lstStyle/>
          <a:p>
            <a:r>
              <a:rPr sz="1100" b="1" i="0">
                <a:solidFill>
                  <a:srgbClr val="E5F5FB"/>
                </a:solidFill>
                <a:latin typeface="Arial"/>
              </a:rPr>
              <a:t>THE FOUR LAYERS THIS MODULE TEACHES</a:t>
            </a:r>
          </a:p>
        </p:txBody>
      </p:sp>
      <p:sp>
        <p:nvSpPr>
          <p:cNvPr id="20" name="Rounded Rectangle 19"/>
          <p:cNvSpPr/>
          <p:nvPr/>
        </p:nvSpPr>
        <p:spPr>
          <a:xfrm>
            <a:off x="7452360" y="960120"/>
            <a:ext cx="3840480" cy="658368"/>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1A1A1A"/>
                </a:solidFill>
                <a:latin typeface="Arial"/>
              </a:rPr>
              <a:t>Business — what the body does</a:t>
            </a:r>
          </a:p>
        </p:txBody>
      </p:sp>
      <p:sp>
        <p:nvSpPr>
          <p:cNvPr id="21" name="Rounded Rectangle 20"/>
          <p:cNvSpPr/>
          <p:nvPr/>
        </p:nvSpPr>
        <p:spPr>
          <a:xfrm>
            <a:off x="7452360" y="1892808"/>
            <a:ext cx="3840480" cy="658368"/>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1A1A1A"/>
                </a:solidFill>
                <a:latin typeface="Arial"/>
              </a:rPr>
              <a:t>Data — what it holds, who owns it</a:t>
            </a:r>
          </a:p>
        </p:txBody>
      </p:sp>
      <p:sp>
        <p:nvSpPr>
          <p:cNvPr id="22" name="Rounded Rectangle 21"/>
          <p:cNvSpPr/>
          <p:nvPr/>
        </p:nvSpPr>
        <p:spPr>
          <a:xfrm>
            <a:off x="7452360" y="2825496"/>
            <a:ext cx="3840480" cy="658368"/>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1A1A1A"/>
                </a:solidFill>
                <a:latin typeface="Arial"/>
              </a:rPr>
              <a:t>Application — what supports the work</a:t>
            </a:r>
          </a:p>
        </p:txBody>
      </p:sp>
      <p:sp>
        <p:nvSpPr>
          <p:cNvPr id="23" name="Rounded Rectangle 22"/>
          <p:cNvSpPr/>
          <p:nvPr/>
        </p:nvSpPr>
        <p:spPr>
          <a:xfrm>
            <a:off x="7452360" y="3758184"/>
            <a:ext cx="3840480" cy="658368"/>
          </a:xfrm>
          <a:prstGeom prst="roundRect">
            <a:avLst>
              <a:gd name="adj" fmla="val 14000"/>
            </a:avLst>
          </a:prstGeom>
          <a:solidFill>
            <a:srgbClr val="006E96"/>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FFFFFF"/>
                </a:solidFill>
                <a:latin typeface="Arial"/>
              </a:rPr>
              <a:t>Technology — what it all runs on</a:t>
            </a:r>
          </a:p>
        </p:txBody>
      </p:sp>
      <p:sp>
        <p:nvSpPr>
          <p:cNvPr id="24" name="TextBox 23"/>
          <p:cNvSpPr txBox="1"/>
          <p:nvPr/>
        </p:nvSpPr>
        <p:spPr>
          <a:xfrm>
            <a:off x="7452360" y="5806440"/>
            <a:ext cx="4297680" cy="731520"/>
          </a:xfrm>
          <a:prstGeom prst="rect">
            <a:avLst/>
          </a:prstGeom>
          <a:noFill/>
        </p:spPr>
        <p:txBody>
          <a:bodyPr wrap="square">
            <a:spAutoFit/>
          </a:bodyPr>
          <a:lstStyle/>
          <a:p>
            <a:r>
              <a:rPr sz="1200" b="0" i="0">
                <a:solidFill>
                  <a:srgbClr val="FFFFFF"/>
                </a:solidFill>
                <a:latin typeface="Arial"/>
              </a:rPr>
              <a:t>6 shared entities · 10 principles to adopt · 2 traps to catch at Assess</a:t>
            </a:r>
          </a:p>
        </p:txBody>
      </p:sp>
    </p:spTree>
    <p:extLst>
      <p:ext uri="{BB962C8B-B14F-4D97-AF65-F5344CB8AC3E}">
        <p14:creationId xmlns:p14="http://schemas.microsoft.com/office/powerpoint/2010/main" val="1196800265"/>
      </p:ext>
    </p:extLst>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7315200" cy="457200"/>
          </a:xfrm>
          <a:prstGeom prst="rect">
            <a:avLst/>
          </a:prstGeom>
          <a:noFill/>
        </p:spPr>
        <p:txBody>
          <a:bodyPr wrap="square">
            <a:spAutoFit/>
          </a:bodyPr>
          <a:lstStyle/>
          <a:p>
            <a:r>
              <a:rPr sz="1200" b="1" i="0">
                <a:solidFill>
                  <a:srgbClr val="595959"/>
                </a:solidFill>
                <a:latin typeface="Arial"/>
              </a:rPr>
              <a:t>KP1 · MODULE 2 · VIDEO 2.6</a:t>
            </a:r>
          </a:p>
        </p:txBody>
      </p:sp>
      <p:sp>
        <p:nvSpPr>
          <p:cNvPr id="3" name="TextBox 2"/>
          <p:cNvSpPr txBox="1"/>
          <p:nvPr/>
        </p:nvSpPr>
        <p:spPr>
          <a:xfrm>
            <a:off x="822960" y="1828800"/>
            <a:ext cx="2011680" cy="1097280"/>
          </a:xfrm>
          <a:prstGeom prst="rect">
            <a:avLst/>
          </a:prstGeom>
          <a:noFill/>
        </p:spPr>
        <p:txBody>
          <a:bodyPr wrap="square">
            <a:spAutoFit/>
          </a:bodyPr>
          <a:lstStyle/>
          <a:p>
            <a:r>
              <a:rPr sz="6000" b="1" i="0">
                <a:solidFill>
                  <a:srgbClr val="009CD6"/>
                </a:solidFill>
                <a:latin typeface="Arial"/>
              </a:rPr>
              <a:t>2.6</a:t>
            </a:r>
          </a:p>
        </p:txBody>
      </p:sp>
      <p:sp>
        <p:nvSpPr>
          <p:cNvPr id="4" name="TextBox 3"/>
          <p:cNvSpPr txBox="1"/>
          <p:nvPr/>
        </p:nvSpPr>
        <p:spPr>
          <a:xfrm>
            <a:off x="822960" y="2880360"/>
            <a:ext cx="9601200" cy="1371600"/>
          </a:xfrm>
          <a:prstGeom prst="rect">
            <a:avLst/>
          </a:prstGeom>
          <a:noFill/>
        </p:spPr>
        <p:txBody>
          <a:bodyPr wrap="square">
            <a:spAutoFit/>
          </a:bodyPr>
          <a:lstStyle/>
          <a:p>
            <a:r>
              <a:rPr sz="3400" b="1" i="0">
                <a:solidFill>
                  <a:srgbClr val="1A1A1A"/>
                </a:solidFill>
                <a:latin typeface="Arial"/>
              </a:rPr>
              <a:t>Run a Phase 2 Assess</a:t>
            </a:r>
          </a:p>
        </p:txBody>
      </p:sp>
      <p:sp>
        <p:nvSpPr>
          <p:cNvPr id="5" name="TextBox 4"/>
          <p:cNvSpPr txBox="1"/>
          <p:nvPr/>
        </p:nvSpPr>
        <p:spPr>
          <a:xfrm>
            <a:off x="822960" y="4343400"/>
            <a:ext cx="9875520" cy="1554480"/>
          </a:xfrm>
          <a:prstGeom prst="rect">
            <a:avLst/>
          </a:prstGeom>
          <a:noFill/>
        </p:spPr>
        <p:txBody>
          <a:bodyPr wrap="square">
            <a:spAutoFit/>
          </a:bodyPr>
          <a:lstStyle/>
          <a:p>
            <a:r>
              <a:rPr sz="1700" b="0" i="1">
                <a:solidFill>
                  <a:srgbClr val="595959"/>
                </a:solidFill>
                <a:latin typeface="Arial"/>
              </a:rPr>
              <a:t>A good current-state picture is judged by a few quality tests per layer, not by its length. Learn the tests, learn the gaps you will always find, and you can run a Phase 2 Assess that names the right problems in the right order.</a:t>
            </a:r>
          </a:p>
        </p:txBody>
      </p:sp>
      <p:sp>
        <p:nvSpPr>
          <p:cNvPr id="6" name="TextBox 5"/>
          <p:cNvSpPr txBox="1"/>
          <p:nvPr/>
        </p:nvSpPr>
        <p:spPr>
          <a:xfrm>
            <a:off x="822960" y="5989320"/>
            <a:ext cx="7315200" cy="365760"/>
          </a:xfrm>
          <a:prstGeom prst="rect">
            <a:avLst/>
          </a:prstGeom>
          <a:noFill/>
        </p:spPr>
        <p:txBody>
          <a:bodyPr wrap="square">
            <a:spAutoFit/>
          </a:bodyPr>
          <a:lstStyle/>
          <a:p>
            <a:r>
              <a:rPr sz="1200" b="0" i="0">
                <a:solidFill>
                  <a:srgbClr val="595959"/>
                </a:solidFill>
                <a:latin typeface="Arial"/>
              </a:rPr>
              <a:t>~5 minutes · standalone video · voice-over on text slides</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Three tests apply to every layer</a:t>
            </a:r>
          </a:p>
        </p:txBody>
      </p:sp>
      <p:sp>
        <p:nvSpPr>
          <p:cNvPr id="4" name="Oval 3"/>
          <p:cNvSpPr/>
          <p:nvPr/>
        </p:nvSpPr>
        <p:spPr>
          <a:xfrm>
            <a:off x="621792" y="146304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1</a:t>
            </a:r>
          </a:p>
        </p:txBody>
      </p:sp>
      <p:sp>
        <p:nvSpPr>
          <p:cNvPr id="5" name="TextBox 4"/>
          <p:cNvSpPr txBox="1"/>
          <p:nvPr/>
        </p:nvSpPr>
        <p:spPr>
          <a:xfrm>
            <a:off x="1115568" y="1417320"/>
            <a:ext cx="10527487" cy="1432560"/>
          </a:xfrm>
          <a:prstGeom prst="rect">
            <a:avLst/>
          </a:prstGeom>
          <a:noFill/>
        </p:spPr>
        <p:txBody>
          <a:bodyPr wrap="square">
            <a:spAutoFit/>
          </a:bodyPr>
          <a:lstStyle/>
          <a:p>
            <a:pPr>
              <a:spcAft>
                <a:spcPts val="300"/>
              </a:spcAft>
            </a:pPr>
            <a:r>
              <a:rPr sz="1900" b="1" i="0">
                <a:solidFill>
                  <a:srgbClr val="1A1A1A"/>
                </a:solidFill>
                <a:latin typeface="Arial"/>
              </a:rPr>
              <a:t>Complete enough to decide — not exhaustive</a:t>
            </a:r>
          </a:p>
          <a:p>
            <a:pPr>
              <a:spcAft>
                <a:spcPts val="300"/>
              </a:spcAft>
            </a:pPr>
            <a:r>
              <a:rPr sz="1550" b="0" i="0">
                <a:solidFill>
                  <a:srgbClr val="595959"/>
                </a:solidFill>
                <a:latin typeface="Arial"/>
              </a:rPr>
              <a:t>A description covering the capabilities and systems that matter, with the rest noted, beats a five-hundred-page audit no one reads.</a:t>
            </a:r>
          </a:p>
        </p:txBody>
      </p:sp>
      <p:sp>
        <p:nvSpPr>
          <p:cNvPr id="6" name="Rectangle 5"/>
          <p:cNvSpPr/>
          <p:nvPr/>
        </p:nvSpPr>
        <p:spPr>
          <a:xfrm>
            <a:off x="621792" y="28544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21792" y="294132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2</a:t>
            </a:r>
          </a:p>
        </p:txBody>
      </p:sp>
      <p:sp>
        <p:nvSpPr>
          <p:cNvPr id="8" name="TextBox 7"/>
          <p:cNvSpPr txBox="1"/>
          <p:nvPr/>
        </p:nvSpPr>
        <p:spPr>
          <a:xfrm>
            <a:off x="1115568" y="2895600"/>
            <a:ext cx="10527487" cy="1432560"/>
          </a:xfrm>
          <a:prstGeom prst="rect">
            <a:avLst/>
          </a:prstGeom>
          <a:noFill/>
        </p:spPr>
        <p:txBody>
          <a:bodyPr wrap="square">
            <a:spAutoFit/>
          </a:bodyPr>
          <a:lstStyle/>
          <a:p>
            <a:pPr>
              <a:spcAft>
                <a:spcPts val="300"/>
              </a:spcAft>
            </a:pPr>
            <a:r>
              <a:rPr sz="1900" b="1" i="0">
                <a:solidFill>
                  <a:srgbClr val="1A1A1A"/>
                </a:solidFill>
                <a:latin typeface="Arial"/>
              </a:rPr>
              <a:t>Owned — every element has a named owner</a:t>
            </a:r>
          </a:p>
          <a:p>
            <a:pPr>
              <a:spcAft>
                <a:spcPts val="300"/>
              </a:spcAft>
            </a:pPr>
            <a:r>
              <a:rPr sz="1550" b="0" i="0">
                <a:solidFill>
                  <a:srgbClr val="595959"/>
                </a:solidFill>
                <a:latin typeface="Arial"/>
              </a:rPr>
              <a:t>An element with no owner is a finding, not a detail.</a:t>
            </a:r>
          </a:p>
        </p:txBody>
      </p:sp>
      <p:sp>
        <p:nvSpPr>
          <p:cNvPr id="9" name="Rectangle 8"/>
          <p:cNvSpPr/>
          <p:nvPr/>
        </p:nvSpPr>
        <p:spPr>
          <a:xfrm>
            <a:off x="621792" y="433273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21792" y="441960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3</a:t>
            </a:r>
          </a:p>
        </p:txBody>
      </p:sp>
      <p:sp>
        <p:nvSpPr>
          <p:cNvPr id="11" name="TextBox 10"/>
          <p:cNvSpPr txBox="1"/>
          <p:nvPr/>
        </p:nvSpPr>
        <p:spPr>
          <a:xfrm>
            <a:off x="1115568" y="4373880"/>
            <a:ext cx="10527487" cy="1432560"/>
          </a:xfrm>
          <a:prstGeom prst="rect">
            <a:avLst/>
          </a:prstGeom>
          <a:noFill/>
        </p:spPr>
        <p:txBody>
          <a:bodyPr wrap="square">
            <a:spAutoFit/>
          </a:bodyPr>
          <a:lstStyle/>
          <a:p>
            <a:pPr>
              <a:spcAft>
                <a:spcPts val="300"/>
              </a:spcAft>
            </a:pPr>
            <a:r>
              <a:rPr sz="1900" b="1" i="0">
                <a:solidFill>
                  <a:srgbClr val="1A1A1A"/>
                </a:solidFill>
                <a:latin typeface="Arial"/>
              </a:rPr>
              <a:t>Traceable — every element connects up and down</a:t>
            </a:r>
          </a:p>
          <a:p>
            <a:pPr>
              <a:spcAft>
                <a:spcPts val="300"/>
              </a:spcAft>
            </a:pPr>
            <a:r>
              <a:rPr sz="1550" b="0" i="0">
                <a:solidFill>
                  <a:srgbClr val="595959"/>
                </a:solidFill>
                <a:latin typeface="Arial"/>
              </a:rPr>
              <a:t>A service that traces to no capability, an application that traces to no data, a capability no application supports: each broken link is a gap.</a:t>
            </a:r>
          </a:p>
        </p:txBody>
      </p:sp>
      <p:sp>
        <p:nvSpPr>
          <p:cNvPr id="12" name="TextBox 11"/>
          <p:cNvSpPr txBox="1"/>
          <p:nvPr/>
        </p:nvSpPr>
        <p:spPr>
          <a:xfrm>
            <a:off x="658368" y="5943600"/>
            <a:ext cx="10881360" cy="365760"/>
          </a:xfrm>
          <a:prstGeom prst="rect">
            <a:avLst/>
          </a:prstGeom>
          <a:noFill/>
        </p:spPr>
        <p:txBody>
          <a:bodyPr wrap="square">
            <a:spAutoFit/>
          </a:bodyPr>
          <a:lstStyle/>
          <a:p>
            <a:r>
              <a:rPr sz="1450" b="0" i="0">
                <a:solidFill>
                  <a:srgbClr val="595959"/>
                </a:solidFill>
                <a:latin typeface="Arial"/>
              </a:rPr>
              <a:t>If your picture fails these three tests, more pages will not fix it.</a:t>
            </a:r>
          </a:p>
        </p:txBody>
      </p:sp>
      <p:sp>
        <p:nvSpPr>
          <p:cNvPr id="13" name="TextBox 12"/>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2.6 · Run a Phase 2 Assess</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Then hold each layer to its own test</a:t>
            </a:r>
          </a:p>
        </p:txBody>
      </p:sp>
      <p:sp>
        <p:nvSpPr>
          <p:cNvPr id="4" name="TextBox 3"/>
          <p:cNvSpPr txBox="1"/>
          <p:nvPr/>
        </p:nvSpPr>
        <p:spPr>
          <a:xfrm>
            <a:off x="658368" y="1417320"/>
            <a:ext cx="10984687" cy="1165860"/>
          </a:xfrm>
          <a:prstGeom prst="rect">
            <a:avLst/>
          </a:prstGeom>
          <a:noFill/>
        </p:spPr>
        <p:txBody>
          <a:bodyPr wrap="square">
            <a:spAutoFit/>
          </a:bodyPr>
          <a:lstStyle/>
          <a:p>
            <a:pPr>
              <a:spcAft>
                <a:spcPts val="300"/>
              </a:spcAft>
            </a:pPr>
            <a:r>
              <a:rPr sz="1900" b="1" i="0">
                <a:solidFill>
                  <a:srgbClr val="1A1A1A"/>
                </a:solidFill>
                <a:latin typeface="Arial"/>
              </a:rPr>
              <a:t>Business</a:t>
            </a:r>
          </a:p>
          <a:p>
            <a:pPr>
              <a:spcAft>
                <a:spcPts val="300"/>
              </a:spcAft>
            </a:pPr>
            <a:r>
              <a:rPr sz="1550" b="0" i="0">
                <a:solidFill>
                  <a:srgbClr val="595959"/>
                </a:solidFill>
                <a:latin typeface="Arial"/>
              </a:rPr>
              <a:t>Capabilities, not org boxes.</a:t>
            </a:r>
          </a:p>
        </p:txBody>
      </p:sp>
      <p:sp>
        <p:nvSpPr>
          <p:cNvPr id="5" name="Rectangle 4"/>
          <p:cNvSpPr/>
          <p:nvPr/>
        </p:nvSpPr>
        <p:spPr>
          <a:xfrm>
            <a:off x="621792" y="25877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2628900"/>
            <a:ext cx="10984687" cy="1165860"/>
          </a:xfrm>
          <a:prstGeom prst="rect">
            <a:avLst/>
          </a:prstGeom>
          <a:noFill/>
        </p:spPr>
        <p:txBody>
          <a:bodyPr wrap="square">
            <a:spAutoFit/>
          </a:bodyPr>
          <a:lstStyle/>
          <a:p>
            <a:pPr>
              <a:spcAft>
                <a:spcPts val="300"/>
              </a:spcAft>
            </a:pPr>
            <a:r>
              <a:rPr sz="1900" b="1" i="0">
                <a:solidFill>
                  <a:srgbClr val="1A1A1A"/>
                </a:solidFill>
                <a:latin typeface="Arial"/>
              </a:rPr>
              <a:t>Data</a:t>
            </a:r>
          </a:p>
          <a:p>
            <a:pPr>
              <a:spcAft>
                <a:spcPts val="300"/>
              </a:spcAft>
            </a:pPr>
            <a:r>
              <a:rPr sz="1550" b="0" i="0">
                <a:solidFill>
                  <a:srgbClr val="595959"/>
                </a:solidFill>
                <a:latin typeface="Arial"/>
              </a:rPr>
              <a:t>One owner, one authoritative copy per domain.</a:t>
            </a:r>
          </a:p>
        </p:txBody>
      </p:sp>
      <p:sp>
        <p:nvSpPr>
          <p:cNvPr id="7" name="Rectangle 6"/>
          <p:cNvSpPr/>
          <p:nvPr/>
        </p:nvSpPr>
        <p:spPr>
          <a:xfrm>
            <a:off x="621792" y="379933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3840480"/>
            <a:ext cx="10984687" cy="1165860"/>
          </a:xfrm>
          <a:prstGeom prst="rect">
            <a:avLst/>
          </a:prstGeom>
          <a:noFill/>
        </p:spPr>
        <p:txBody>
          <a:bodyPr wrap="square">
            <a:spAutoFit/>
          </a:bodyPr>
          <a:lstStyle/>
          <a:p>
            <a:pPr>
              <a:spcAft>
                <a:spcPts val="300"/>
              </a:spcAft>
            </a:pPr>
            <a:r>
              <a:rPr sz="1900" b="1" i="0">
                <a:solidFill>
                  <a:srgbClr val="1A1A1A"/>
                </a:solidFill>
                <a:latin typeface="Arial"/>
              </a:rPr>
              <a:t>Application</a:t>
            </a:r>
          </a:p>
          <a:p>
            <a:pPr>
              <a:spcAft>
                <a:spcPts val="300"/>
              </a:spcAft>
            </a:pPr>
            <a:r>
              <a:rPr sz="1550" b="0" i="0">
                <a:solidFill>
                  <a:srgbClr val="595959"/>
                </a:solidFill>
                <a:latin typeface="Arial"/>
              </a:rPr>
              <a:t>Every system maps to a capability and a data domain.</a:t>
            </a:r>
          </a:p>
        </p:txBody>
      </p:sp>
      <p:sp>
        <p:nvSpPr>
          <p:cNvPr id="9" name="Rectangle 8"/>
          <p:cNvSpPr/>
          <p:nvPr/>
        </p:nvSpPr>
        <p:spPr>
          <a:xfrm>
            <a:off x="621792" y="501091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5052059"/>
            <a:ext cx="10984687" cy="1165860"/>
          </a:xfrm>
          <a:prstGeom prst="rect">
            <a:avLst/>
          </a:prstGeom>
          <a:noFill/>
        </p:spPr>
        <p:txBody>
          <a:bodyPr wrap="square">
            <a:spAutoFit/>
          </a:bodyPr>
          <a:lstStyle/>
          <a:p>
            <a:pPr>
              <a:spcAft>
                <a:spcPts val="300"/>
              </a:spcAft>
            </a:pPr>
            <a:r>
              <a:rPr sz="1900" b="1" i="0">
                <a:solidFill>
                  <a:srgbClr val="1A1A1A"/>
                </a:solidFill>
                <a:latin typeface="Arial"/>
              </a:rPr>
              <a:t>Technology</a:t>
            </a:r>
          </a:p>
          <a:p>
            <a:pPr>
              <a:spcAft>
                <a:spcPts val="300"/>
              </a:spcAft>
            </a:pPr>
            <a:r>
              <a:rPr sz="1550" b="0" i="0">
                <a:solidFill>
                  <a:srgbClr val="595959"/>
                </a:solidFill>
                <a:latin typeface="Arial"/>
              </a:rPr>
              <a:t>Standards and single points of failure named.</a:t>
            </a:r>
          </a:p>
        </p:txBody>
      </p:sp>
      <p:sp>
        <p:nvSpPr>
          <p:cNvPr id="11" name="TextBox 10"/>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2.6 · Run a Phase 2 Assess</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Four gaps show up in almost every first assessment — look for them on purpose</a:t>
            </a:r>
          </a:p>
        </p:txBody>
      </p:sp>
      <p:sp>
        <p:nvSpPr>
          <p:cNvPr id="4" name="Oval 3"/>
          <p:cNvSpPr/>
          <p:nvPr/>
        </p:nvSpPr>
        <p:spPr>
          <a:xfrm>
            <a:off x="621792" y="146304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1</a:t>
            </a:r>
          </a:p>
        </p:txBody>
      </p:sp>
      <p:sp>
        <p:nvSpPr>
          <p:cNvPr id="5" name="TextBox 4"/>
          <p:cNvSpPr txBox="1"/>
          <p:nvPr/>
        </p:nvSpPr>
        <p:spPr>
          <a:xfrm>
            <a:off x="1115568" y="1417320"/>
            <a:ext cx="10527487" cy="1165860"/>
          </a:xfrm>
          <a:prstGeom prst="rect">
            <a:avLst/>
          </a:prstGeom>
          <a:noFill/>
        </p:spPr>
        <p:txBody>
          <a:bodyPr wrap="square">
            <a:spAutoFit/>
          </a:bodyPr>
          <a:lstStyle/>
          <a:p>
            <a:pPr>
              <a:spcAft>
                <a:spcPts val="300"/>
              </a:spcAft>
            </a:pPr>
            <a:r>
              <a:rPr sz="1900" b="1" i="0">
                <a:solidFill>
                  <a:srgbClr val="1A1A1A"/>
                </a:solidFill>
                <a:latin typeface="Arial"/>
              </a:rPr>
              <a:t>Duplicate registries</a:t>
            </a:r>
          </a:p>
          <a:p>
            <a:pPr>
              <a:spcAft>
                <a:spcPts val="300"/>
              </a:spcAft>
            </a:pPr>
            <a:r>
              <a:rPr sz="1550" b="0" i="0">
                <a:solidFill>
                  <a:srgbClr val="595959"/>
                </a:solidFill>
                <a:latin typeface="Arial"/>
              </a:rPr>
              <a:t>Several bodies each keeping their own copy of the same domain, none agreeing.</a:t>
            </a:r>
          </a:p>
        </p:txBody>
      </p:sp>
      <p:sp>
        <p:nvSpPr>
          <p:cNvPr id="6" name="Rectangle 5"/>
          <p:cNvSpPr/>
          <p:nvPr/>
        </p:nvSpPr>
        <p:spPr>
          <a:xfrm>
            <a:off x="621792" y="25877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21792" y="267462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2</a:t>
            </a:r>
          </a:p>
        </p:txBody>
      </p:sp>
      <p:sp>
        <p:nvSpPr>
          <p:cNvPr id="8" name="TextBox 7"/>
          <p:cNvSpPr txBox="1"/>
          <p:nvPr/>
        </p:nvSpPr>
        <p:spPr>
          <a:xfrm>
            <a:off x="1115568" y="2628900"/>
            <a:ext cx="10527487" cy="1165860"/>
          </a:xfrm>
          <a:prstGeom prst="rect">
            <a:avLst/>
          </a:prstGeom>
          <a:noFill/>
        </p:spPr>
        <p:txBody>
          <a:bodyPr wrap="square">
            <a:spAutoFit/>
          </a:bodyPr>
          <a:lstStyle/>
          <a:p>
            <a:pPr>
              <a:spcAft>
                <a:spcPts val="300"/>
              </a:spcAft>
            </a:pPr>
            <a:r>
              <a:rPr sz="1900" b="1" i="0">
                <a:solidFill>
                  <a:srgbClr val="1A1A1A"/>
                </a:solidFill>
                <a:latin typeface="Arial"/>
              </a:rPr>
              <a:t>Orphan systems</a:t>
            </a:r>
          </a:p>
          <a:p>
            <a:pPr>
              <a:spcAft>
                <a:spcPts val="300"/>
              </a:spcAft>
            </a:pPr>
            <a:r>
              <a:rPr sz="1550" b="0" i="0">
                <a:solidFill>
                  <a:srgbClr val="595959"/>
                </a:solidFill>
                <a:latin typeface="Arial"/>
              </a:rPr>
              <a:t>Applications that map to no current capability, often left over from a project that ended.</a:t>
            </a:r>
          </a:p>
        </p:txBody>
      </p:sp>
      <p:sp>
        <p:nvSpPr>
          <p:cNvPr id="9" name="Rectangle 8"/>
          <p:cNvSpPr/>
          <p:nvPr/>
        </p:nvSpPr>
        <p:spPr>
          <a:xfrm>
            <a:off x="621792" y="379933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21792" y="388620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3</a:t>
            </a:r>
          </a:p>
        </p:txBody>
      </p:sp>
      <p:sp>
        <p:nvSpPr>
          <p:cNvPr id="11" name="TextBox 10"/>
          <p:cNvSpPr txBox="1"/>
          <p:nvPr/>
        </p:nvSpPr>
        <p:spPr>
          <a:xfrm>
            <a:off x="1115568" y="3840480"/>
            <a:ext cx="10527487" cy="1165860"/>
          </a:xfrm>
          <a:prstGeom prst="rect">
            <a:avLst/>
          </a:prstGeom>
          <a:noFill/>
        </p:spPr>
        <p:txBody>
          <a:bodyPr wrap="square">
            <a:spAutoFit/>
          </a:bodyPr>
          <a:lstStyle/>
          <a:p>
            <a:pPr>
              <a:spcAft>
                <a:spcPts val="300"/>
              </a:spcAft>
            </a:pPr>
            <a:r>
              <a:rPr sz="1900" b="1" i="0">
                <a:solidFill>
                  <a:srgbClr val="1A1A1A"/>
                </a:solidFill>
                <a:latin typeface="Arial"/>
              </a:rPr>
              <a:t>Point-to-point spaghetti</a:t>
            </a:r>
          </a:p>
          <a:p>
            <a:pPr>
              <a:spcAft>
                <a:spcPts val="300"/>
              </a:spcAft>
            </a:pPr>
            <a:r>
              <a:rPr sz="1550" b="0" i="0">
                <a:solidFill>
                  <a:srgbClr val="595959"/>
                </a:solidFill>
                <a:latin typeface="Arial"/>
              </a:rPr>
              <a:t>Every system connected to every other by its own custom link, with no shared data exchange.</a:t>
            </a:r>
          </a:p>
        </p:txBody>
      </p:sp>
      <p:sp>
        <p:nvSpPr>
          <p:cNvPr id="12" name="Rectangle 11"/>
          <p:cNvSpPr/>
          <p:nvPr/>
        </p:nvSpPr>
        <p:spPr>
          <a:xfrm>
            <a:off x="621792" y="501091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21792" y="5097779"/>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4</a:t>
            </a:r>
          </a:p>
        </p:txBody>
      </p:sp>
      <p:sp>
        <p:nvSpPr>
          <p:cNvPr id="14" name="TextBox 13"/>
          <p:cNvSpPr txBox="1"/>
          <p:nvPr/>
        </p:nvSpPr>
        <p:spPr>
          <a:xfrm>
            <a:off x="1115568" y="5052059"/>
            <a:ext cx="10527487" cy="1165860"/>
          </a:xfrm>
          <a:prstGeom prst="rect">
            <a:avLst/>
          </a:prstGeom>
          <a:noFill/>
        </p:spPr>
        <p:txBody>
          <a:bodyPr wrap="square">
            <a:spAutoFit/>
          </a:bodyPr>
          <a:lstStyle/>
          <a:p>
            <a:pPr>
              <a:spcAft>
                <a:spcPts val="300"/>
              </a:spcAft>
            </a:pPr>
            <a:r>
              <a:rPr sz="1900" b="1" i="0">
                <a:solidFill>
                  <a:srgbClr val="1A1A1A"/>
                </a:solidFill>
                <a:latin typeface="Arial"/>
              </a:rPr>
              <a:t>No clear owner</a:t>
            </a:r>
          </a:p>
          <a:p>
            <a:pPr>
              <a:spcAft>
                <a:spcPts val="300"/>
              </a:spcAft>
            </a:pPr>
            <a:r>
              <a:rPr sz="1550" b="0" i="0">
                <a:solidFill>
                  <a:srgbClr val="595959"/>
                </a:solidFill>
                <a:latin typeface="Arial"/>
              </a:rPr>
              <a:t>A capability or a domain that everyone uses and no one owns — where accountability quietly disappears.</a:t>
            </a:r>
          </a:p>
        </p:txBody>
      </p:sp>
      <p:sp>
        <p:nvSpPr>
          <p:cNvPr id="15" name="TextBox 1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2.6 · Run a Phase 2 Assess</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A list of gaps is not an assessment — the priority order is</a:t>
            </a:r>
          </a:p>
        </p:txBody>
      </p:sp>
      <p:sp>
        <p:nvSpPr>
          <p:cNvPr id="4" name="TextBox 3"/>
          <p:cNvSpPr txBox="1"/>
          <p:nvPr/>
        </p:nvSpPr>
        <p:spPr>
          <a:xfrm>
            <a:off x="658368" y="1463040"/>
            <a:ext cx="10984687" cy="1325879"/>
          </a:xfrm>
          <a:prstGeom prst="rect">
            <a:avLst/>
          </a:prstGeom>
          <a:noFill/>
        </p:spPr>
        <p:txBody>
          <a:bodyPr wrap="square">
            <a:spAutoFit/>
          </a:bodyPr>
          <a:lstStyle/>
          <a:p>
            <a:pPr>
              <a:spcAft>
                <a:spcPts val="300"/>
              </a:spcAft>
            </a:pPr>
            <a:r>
              <a:rPr sz="1900" b="1" i="0">
                <a:solidFill>
                  <a:srgbClr val="1A1A1A"/>
                </a:solidFill>
                <a:latin typeface="Arial"/>
              </a:rPr>
              <a:t>For each gap, judge how much it hurts</a:t>
            </a:r>
          </a:p>
          <a:p>
            <a:pPr>
              <a:spcAft>
                <a:spcPts val="300"/>
              </a:spcAft>
            </a:pPr>
            <a:r>
              <a:rPr sz="1550" b="0" i="0">
                <a:solidFill>
                  <a:srgbClr val="595959"/>
                </a:solidFill>
                <a:latin typeface="Arial"/>
              </a:rPr>
              <a:t>The cost to the country, the burden on the citizen, the risk to the minister’s programme.</a:t>
            </a:r>
          </a:p>
        </p:txBody>
      </p:sp>
      <p:sp>
        <p:nvSpPr>
          <p:cNvPr id="5" name="Rectangle 4"/>
          <p:cNvSpPr/>
          <p:nvPr/>
        </p:nvSpPr>
        <p:spPr>
          <a:xfrm>
            <a:off x="621792" y="2793491"/>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2834639"/>
            <a:ext cx="10984687" cy="1325879"/>
          </a:xfrm>
          <a:prstGeom prst="rect">
            <a:avLst/>
          </a:prstGeom>
          <a:noFill/>
        </p:spPr>
        <p:txBody>
          <a:bodyPr wrap="square">
            <a:spAutoFit/>
          </a:bodyPr>
          <a:lstStyle/>
          <a:p>
            <a:pPr>
              <a:spcAft>
                <a:spcPts val="300"/>
              </a:spcAft>
            </a:pPr>
            <a:r>
              <a:rPr sz="1900" b="1" i="0">
                <a:solidFill>
                  <a:srgbClr val="1A1A1A"/>
                </a:solidFill>
                <a:latin typeface="Arial"/>
              </a:rPr>
              <a:t>And judge how hard it is to close</a:t>
            </a:r>
          </a:p>
          <a:p>
            <a:pPr>
              <a:spcAft>
                <a:spcPts val="300"/>
              </a:spcAft>
            </a:pPr>
            <a:r>
              <a:rPr sz="1550" b="0" i="0">
                <a:solidFill>
                  <a:srgbClr val="595959"/>
                </a:solidFill>
                <a:latin typeface="Arial"/>
              </a:rPr>
              <a:t>A per-layer maturity scorecard helps — how far each layer is from where it needs to be.</a:t>
            </a:r>
          </a:p>
        </p:txBody>
      </p:sp>
      <p:sp>
        <p:nvSpPr>
          <p:cNvPr id="7" name="Rounded Rectangle 6"/>
          <p:cNvSpPr/>
          <p:nvPr/>
        </p:nvSpPr>
        <p:spPr>
          <a:xfrm>
            <a:off x="658368" y="4434840"/>
            <a:ext cx="10881360" cy="137160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59536" y="4626864"/>
            <a:ext cx="10479024" cy="1097280"/>
          </a:xfrm>
          <a:prstGeom prst="rect">
            <a:avLst/>
          </a:prstGeom>
          <a:noFill/>
        </p:spPr>
        <p:txBody>
          <a:bodyPr wrap="square">
            <a:spAutoFit/>
          </a:bodyPr>
          <a:lstStyle/>
          <a:p>
            <a:pPr>
              <a:spcAft>
                <a:spcPts val="700"/>
              </a:spcAft>
            </a:pPr>
            <a:r>
              <a:rPr sz="2200" b="1" i="0">
                <a:solidFill>
                  <a:srgbClr val="006E96"/>
                </a:solidFill>
                <a:latin typeface="Arial"/>
              </a:rPr>
              <a:t>Priority = high impact, where movement is possible.</a:t>
            </a:r>
          </a:p>
          <a:p>
            <a:pPr>
              <a:spcAft>
                <a:spcPts val="700"/>
              </a:spcAft>
            </a:pPr>
            <a:r>
              <a:rPr sz="1500" b="0" i="0">
                <a:solidFill>
                  <a:srgbClr val="1A1A1A"/>
                </a:solidFill>
                <a:latin typeface="Arial"/>
              </a:rPr>
              <a:t>What the EA Board signs off is not “here is everything wrong”. It is “here are the right problems, in the right order, with the reasons”.</a:t>
            </a:r>
          </a:p>
        </p:txBody>
      </p:sp>
      <p:sp>
        <p:nvSpPr>
          <p:cNvPr id="9" name="TextBox 8"/>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2.6 · Run a Phase 2 Assess</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The sign-off has one quality test of its own — honesty</a:t>
            </a:r>
          </a:p>
        </p:txBody>
      </p:sp>
      <p:sp>
        <p:nvSpPr>
          <p:cNvPr id="4" name="TextBox 3"/>
          <p:cNvSpPr txBox="1"/>
          <p:nvPr/>
        </p:nvSpPr>
        <p:spPr>
          <a:xfrm>
            <a:off x="658368" y="1600200"/>
            <a:ext cx="10881360" cy="2651760"/>
          </a:xfrm>
          <a:prstGeom prst="rect">
            <a:avLst/>
          </a:prstGeom>
          <a:noFill/>
        </p:spPr>
        <p:txBody>
          <a:bodyPr wrap="square">
            <a:spAutoFit/>
          </a:bodyPr>
          <a:lstStyle/>
          <a:p>
            <a:pPr>
              <a:spcAft>
                <a:spcPts val="1200"/>
              </a:spcAft>
            </a:pPr>
            <a:r>
              <a:rPr sz="2100" b="0" i="0">
                <a:solidFill>
                  <a:srgbClr val="1A1A1A"/>
                </a:solidFill>
                <a:latin typeface="Arial"/>
              </a:rPr>
              <a:t>Assess ends when the senior decision-maker confirms the gap analysis reflects ground truth. Your job is to name the right problems in the right order — including the politically uncomfortable ones — in language the decision-maker can act on.</a:t>
            </a:r>
          </a:p>
        </p:txBody>
      </p:sp>
      <p:sp>
        <p:nvSpPr>
          <p:cNvPr id="5" name="Rounded Rectangle 4"/>
          <p:cNvSpPr/>
          <p:nvPr/>
        </p:nvSpPr>
        <p:spPr>
          <a:xfrm>
            <a:off x="658368" y="4434840"/>
            <a:ext cx="10881360" cy="1325880"/>
          </a:xfrm>
          <a:prstGeom prst="roundRect">
            <a:avLst>
              <a:gd name="adj" fmla="val 4500"/>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626864"/>
            <a:ext cx="10479024" cy="1051560"/>
          </a:xfrm>
          <a:prstGeom prst="rect">
            <a:avLst/>
          </a:prstGeom>
          <a:noFill/>
        </p:spPr>
        <p:txBody>
          <a:bodyPr wrap="square">
            <a:spAutoFit/>
          </a:bodyPr>
          <a:lstStyle/>
          <a:p>
            <a:pPr>
              <a:spcAft>
                <a:spcPts val="700"/>
              </a:spcAft>
            </a:pPr>
            <a:r>
              <a:rPr sz="2300" b="1" i="0">
                <a:solidFill>
                  <a:srgbClr val="FFFFFF"/>
                </a:solidFill>
                <a:latin typeface="Arial"/>
              </a:rPr>
              <a:t>An assessment that softens a problem because a powerful ministry owns one of the copies fails quietly, a year later.</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2.6 · Run a Phase 2 Assess</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2103120"/>
            <a:ext cx="10149840" cy="2377440"/>
          </a:xfrm>
          <a:prstGeom prst="rect">
            <a:avLst/>
          </a:prstGeom>
          <a:noFill/>
        </p:spPr>
        <p:txBody>
          <a:bodyPr wrap="square">
            <a:spAutoFit/>
          </a:bodyPr>
          <a:lstStyle/>
          <a:p>
            <a:r>
              <a:rPr sz="3000" b="1" i="0">
                <a:solidFill>
                  <a:srgbClr val="1A1A1A"/>
                </a:solidFill>
                <a:latin typeface="Arial"/>
              </a:rPr>
              <a:t>A good current-state picture is owned, traceable, and complete enough to decide from — and the Assess is finished when it names the right problems in the right order.</a:t>
            </a:r>
          </a:p>
        </p:txBody>
      </p:sp>
      <p:sp>
        <p:nvSpPr>
          <p:cNvPr id="3" name="TextBox 2"/>
          <p:cNvSpPr txBox="1"/>
          <p:nvPr/>
        </p:nvSpPr>
        <p:spPr>
          <a:xfrm>
            <a:off x="1005840" y="1554480"/>
            <a:ext cx="5486400" cy="365760"/>
          </a:xfrm>
          <a:prstGeom prst="rect">
            <a:avLst/>
          </a:prstGeom>
          <a:noFill/>
        </p:spPr>
        <p:txBody>
          <a:bodyPr wrap="square">
            <a:spAutoFit/>
          </a:bodyPr>
          <a:lstStyle/>
          <a:p>
            <a:r>
              <a:rPr sz="1200" b="1" i="0">
                <a:solidFill>
                  <a:srgbClr val="006E96"/>
                </a:solidFill>
                <a:latin typeface="Arial"/>
              </a:rPr>
              <a:t>IN ONE SENTENCE</a:t>
            </a:r>
          </a:p>
        </p:txBody>
      </p:sp>
      <p:sp>
        <p:nvSpPr>
          <p:cNvPr id="4" name="Rounded Rectangle 3"/>
          <p:cNvSpPr/>
          <p:nvPr/>
        </p:nvSpPr>
        <p:spPr>
          <a:xfrm>
            <a:off x="658368" y="4709160"/>
            <a:ext cx="10881360" cy="1554480"/>
          </a:xfrm>
          <a:prstGeom prst="roundRect">
            <a:avLst>
              <a:gd name="adj" fmla="val 4500"/>
            </a:avLst>
          </a:prstGeom>
          <a:solidFill>
            <a:srgbClr val="FFFFFF"/>
          </a:solidFill>
          <a:ln w="9525">
            <a:solidFill>
              <a:srgbClr val="009C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09728" bIns="109728">
            <a:noAutofit/>
          </a:bodyPr>
          <a:lstStyle/>
          <a:p>
            <a:pPr algn="l">
              <a:spcAft>
                <a:spcPts val="400"/>
              </a:spcAft>
            </a:pPr>
            <a:r>
              <a:rPr sz="1800" b="1" i="0">
                <a:solidFill>
                  <a:srgbClr val="006E96"/>
                </a:solidFill>
                <a:latin typeface="Arial"/>
              </a:rPr>
              <a:t>Do this on your own sector. </a:t>
            </a:r>
            <a:r>
              <a:rPr sz="1800" b="1" i="0">
                <a:solidFill>
                  <a:srgbClr val="1A1A1A"/>
                </a:solidFill>
                <a:latin typeface="Arial"/>
              </a:rPr>
              <a:t>Turn AS-IS notes into a scored gap analysis.</a:t>
            </a:r>
          </a:p>
          <a:p>
            <a:pPr algn="l">
              <a:spcAft>
                <a:spcPts val="400"/>
              </a:spcAft>
            </a:pPr>
            <a:r>
              <a:rPr sz="1800" b="0" i="0">
                <a:solidFill>
                  <a:srgbClr val="595959"/>
                </a:solidFill>
                <a:latin typeface="Arial"/>
              </a:rPr>
              <a:t>The prompt in the companion material gives you a scored gap table, per-layer maturity scores, and the top-three priority gaps with rationale. Before the next video.</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2.6 · Run a Phase 2 Assess</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Sources</a:t>
            </a:r>
          </a:p>
        </p:txBody>
      </p:sp>
      <p:sp>
        <p:nvSpPr>
          <p:cNvPr id="4" name="TextBox 3"/>
          <p:cNvSpPr txBox="1"/>
          <p:nvPr/>
        </p:nvSpPr>
        <p:spPr>
          <a:xfrm>
            <a:off x="658368" y="1554480"/>
            <a:ext cx="10789920" cy="3840480"/>
          </a:xfrm>
          <a:prstGeom prst="rect">
            <a:avLst/>
          </a:prstGeom>
          <a:noFill/>
        </p:spPr>
        <p:txBody>
          <a:bodyPr wrap="square">
            <a:spAutoFit/>
          </a:bodyPr>
          <a:lstStyle/>
          <a:p>
            <a:pPr>
              <a:spcAft>
                <a:spcPts val="1200"/>
              </a:spcAft>
            </a:pPr>
            <a:r>
              <a:rPr sz="1700" b="0" i="0">
                <a:solidFill>
                  <a:srgbClr val="1A1A1A"/>
                </a:solidFill>
                <a:latin typeface="Arial"/>
              </a:rPr>
              <a:t>•  PAERA v1.0 — §3.1.3 (Readiness Assessment)</a:t>
            </a:r>
          </a:p>
          <a:p>
            <a:pPr>
              <a:spcAft>
                <a:spcPts val="1200"/>
              </a:spcAft>
            </a:pPr>
            <a:r>
              <a:rPr sz="1700" b="0" i="0">
                <a:solidFill>
                  <a:srgbClr val="1A1A1A"/>
                </a:solidFill>
                <a:latin typeface="Arial"/>
              </a:rPr>
              <a:t>•  PAERA v1.0 — §5.4 (Organisational Assessment &amp; Roadmap)</a:t>
            </a:r>
          </a:p>
        </p:txBody>
      </p:sp>
      <p:sp>
        <p:nvSpPr>
          <p:cNvPr id="5" name="TextBox 4"/>
          <p:cNvSpPr txBox="1"/>
          <p:nvPr/>
        </p:nvSpPr>
        <p:spPr>
          <a:xfrm>
            <a:off x="658368" y="5806440"/>
            <a:ext cx="10789920" cy="457200"/>
          </a:xfrm>
          <a:prstGeom prst="rect">
            <a:avLst/>
          </a:prstGeom>
          <a:noFill/>
        </p:spPr>
        <p:txBody>
          <a:bodyPr wrap="square">
            <a:spAutoFit/>
          </a:bodyPr>
          <a:lstStyle/>
          <a:p>
            <a:r>
              <a:rPr sz="1400" b="1" i="0">
                <a:solidFill>
                  <a:srgbClr val="006E96"/>
                </a:solidFill>
                <a:latin typeface="Arial"/>
              </a:rPr>
              <a:t>Find the link in the description.</a:t>
            </a:r>
          </a:p>
        </p:txBody>
      </p:sp>
      <p:sp>
        <p:nvSpPr>
          <p:cNvPr id="6" name="TextBox 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2.6 · Run a Phase 2 Assess</a:t>
            </a:r>
          </a:p>
        </p:txBody>
      </p:sp>
    </p:spTree>
  </p:cSld>
  <p:clrMapOvr>
    <a:masterClrMapping/>
  </p:clrMapOvr>
</p:sld>
</file>

<file path=ppt/theme/theme1.xml><?xml version="1.0" encoding="utf-8"?>
<a:theme xmlns:a="http://schemas.openxmlformats.org/drawingml/2006/main" name="ITU Theme - White bg">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0000"/>
      </a:hlink>
      <a:folHlink>
        <a:srgbClr val="757070"/>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A0500DBE-3369-4A4A-B28D-9AE5003E2570}"/>
    </a:ext>
  </a:extLst>
</a:theme>
</file>

<file path=ppt/theme/theme2.xml><?xml version="1.0" encoding="utf-8"?>
<a:theme xmlns:a="http://schemas.openxmlformats.org/drawingml/2006/main" name="Big text">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EA5A528F-177A-4F34-B410-08836428AF20}"/>
    </a:ext>
  </a:extLst>
</a:theme>
</file>

<file path=ppt/theme/theme3.xml><?xml version="1.0" encoding="utf-8"?>
<a:theme xmlns:a="http://schemas.openxmlformats.org/drawingml/2006/main" name="Quote Slide">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B0771621-B97B-4C13-9C8D-7F1D735791AC}"/>
    </a:ext>
  </a:extLst>
</a:theme>
</file>

<file path=ppt/theme/theme4.xml><?xml version="1.0" encoding="utf-8"?>
<a:theme xmlns:a="http://schemas.openxmlformats.org/drawingml/2006/main" name="ITU Theme light blue bg">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D1ECFA71-5D53-4A3F-BEBD-1C69573B5224}"/>
    </a:ext>
  </a:ext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6.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lcf76f155ced4ddcb4097134ff3c332f xmlns="ed7f0f61-51dd-499b-8f04-7c837a526382">
      <Terms xmlns="http://schemas.microsoft.com/office/infopath/2007/PartnerControls"/>
    </lcf76f155ced4ddcb4097134ff3c332f>
    <TaxCatchAll xmlns="ab90e5c9-10d8-4476-84ba-6005a25f4984"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53A3A08329EEE04EB33D96A577905A26" ma:contentTypeVersion="19" ma:contentTypeDescription="Create a new document." ma:contentTypeScope="" ma:versionID="a8087e2cbe64624dcde6ca4894bfb0b6">
  <xsd:schema xmlns:xsd="http://www.w3.org/2001/XMLSchema" xmlns:xs="http://www.w3.org/2001/XMLSchema" xmlns:p="http://schemas.microsoft.com/office/2006/metadata/properties" xmlns:ns2="ed7f0f61-51dd-499b-8f04-7c837a526382" xmlns:ns3="ab90e5c9-10d8-4476-84ba-6005a25f4984" targetNamespace="http://schemas.microsoft.com/office/2006/metadata/properties" ma:root="true" ma:fieldsID="2701f39123c6a01fbf026076f5c6add9" ns2:_="" ns3:_="">
    <xsd:import namespace="ed7f0f61-51dd-499b-8f04-7c837a526382"/>
    <xsd:import namespace="ab90e5c9-10d8-4476-84ba-6005a25f4984"/>
    <xsd:element name="properties">
      <xsd:complexType>
        <xsd:sequence>
          <xsd:element name="documentManagement">
            <xsd:complexType>
              <xsd:all>
                <xsd:element ref="ns2:MediaServiceMetadata" minOccurs="0"/>
                <xsd:element ref="ns2:MediaServiceFastMetadata" minOccurs="0"/>
                <xsd:element ref="ns2:MediaServiceAutoKeyPoints" minOccurs="0"/>
                <xsd:element ref="ns2:MediaServiceKeyPoints" minOccurs="0"/>
                <xsd:element ref="ns3:SharedWithUsers" minOccurs="0"/>
                <xsd:element ref="ns3:SharedWithDetails" minOccurs="0"/>
                <xsd:element ref="ns2:MediaServiceDateTaken" minOccurs="0"/>
                <xsd:element ref="ns2:MediaLengthInSeconds" minOccurs="0"/>
                <xsd:element ref="ns2:MediaServiceAutoTags" minOccurs="0"/>
                <xsd:element ref="ns2:MediaServiceOCR" minOccurs="0"/>
                <xsd:element ref="ns2:MediaServiceGenerationTime" minOccurs="0"/>
                <xsd:element ref="ns2:MediaServiceEventHashCode" minOccurs="0"/>
                <xsd:element ref="ns2:lcf76f155ced4ddcb4097134ff3c332f" minOccurs="0"/>
                <xsd:element ref="ns3:TaxCatchAll" minOccurs="0"/>
                <xsd:element ref="ns2:MediaServiceLocation" minOccurs="0"/>
                <xsd:element ref="ns2:MediaServiceObjectDetectorVersions" minOccurs="0"/>
                <xsd:element ref="ns2:MediaServiceSearchProperties" minOccurs="0"/>
                <xsd:element ref="ns2: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d7f0f61-51dd-499b-8f04-7c837a526382"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DateTaken" ma:index="14" nillable="true" ma:displayName="MediaServiceDateTaken" ma:hidden="true" ma:internalName="MediaServiceDateTaken" ma:readOnly="true">
      <xsd:simpleType>
        <xsd:restriction base="dms:Text"/>
      </xsd:simpleType>
    </xsd:element>
    <xsd:element name="MediaLengthInSeconds" ma:index="15" nillable="true" ma:displayName="MediaLengthInSeconds" ma:hidden="true" ma:internalName="MediaLengthInSeconds" ma:readOnly="true">
      <xsd:simpleType>
        <xsd:restriction base="dms:Unknown"/>
      </xsd:simpleType>
    </xsd:element>
    <xsd:element name="MediaServiceAutoTags" ma:index="16" nillable="true" ma:displayName="Tags" ma:internalName="MediaServiceAutoTags" ma:readOnly="true">
      <xsd:simpleType>
        <xsd:restriction base="dms:Text"/>
      </xsd:simpleType>
    </xsd:element>
    <xsd:element name="MediaServiceOCR" ma:index="17" nillable="true" ma:displayName="Extracted Text" ma:internalName="MediaServiceOCR" ma:readOnly="true">
      <xsd:simpleType>
        <xsd:restriction base="dms:Note">
          <xsd:maxLength value="255"/>
        </xsd:restriction>
      </xsd:simpleType>
    </xsd:element>
    <xsd:element name="MediaServiceGenerationTime" ma:index="18" nillable="true" ma:displayName="MediaServiceGenerationTime" ma:hidden="true" ma:internalName="MediaServiceGenerationTime" ma:readOnly="true">
      <xsd:simpleType>
        <xsd:restriction base="dms:Text"/>
      </xsd:simpleType>
    </xsd:element>
    <xsd:element name="MediaServiceEventHashCode" ma:index="19" nillable="true" ma:displayName="MediaServiceEventHashCode" ma:hidden="true" ma:internalName="MediaServiceEventHashCode" ma:readOnly="true">
      <xsd:simpleType>
        <xsd:restriction base="dms:Text"/>
      </xsd:simpleType>
    </xsd:element>
    <xsd:element name="lcf76f155ced4ddcb4097134ff3c332f" ma:index="21" nillable="true" ma:taxonomy="true" ma:internalName="lcf76f155ced4ddcb4097134ff3c332f" ma:taxonomyFieldName="MediaServiceImageTags" ma:displayName="Image Tags" ma:readOnly="false" ma:fieldId="{5cf76f15-5ced-4ddc-b409-7134ff3c332f}" ma:taxonomyMulti="true" ma:sspId="0e895586-ec57-4162-862b-45953123501e" ma:termSetId="09814cd3-568e-fe90-9814-8d621ff8fb84" ma:anchorId="fba54fb3-c3e1-fe81-a776-ca4b69148c4d" ma:open="true" ma:isKeyword="false">
      <xsd:complexType>
        <xsd:sequence>
          <xsd:element ref="pc:Terms" minOccurs="0" maxOccurs="1"/>
        </xsd:sequence>
      </xsd:complexType>
    </xsd:element>
    <xsd:element name="MediaServiceLocation" ma:index="23" nillable="true" ma:displayName="Location" ma:indexed="true" ma:internalName="MediaServiceLocation" ma:readOnly="true">
      <xsd:simpleType>
        <xsd:restriction base="dms:Text"/>
      </xsd:simpleType>
    </xsd:element>
    <xsd:element name="MediaServiceObjectDetectorVersions" ma:index="24" nillable="true" ma:displayName="MediaServiceObjectDetectorVersions" ma:hidden="true" ma:indexed="true" ma:internalName="MediaServiceObjectDetectorVersions" ma:readOnly="true">
      <xsd:simpleType>
        <xsd:restriction base="dms:Text"/>
      </xsd:simpleType>
    </xsd:element>
    <xsd:element name="MediaServiceSearchProperties" ma:index="25" nillable="true" ma:displayName="MediaServiceSearchProperties" ma:hidden="true" ma:internalName="MediaServiceSearchProperties" ma:readOnly="true">
      <xsd:simpleType>
        <xsd:restriction base="dms:Note"/>
      </xsd:simpleType>
    </xsd:element>
    <xsd:element name="MediaServiceBillingMetadata" ma:index="26" nillable="true" ma:displayName="MediaServiceBillingMetadata" ma:hidden="true" ma:internalName="MediaServiceBillingMetadata"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ab90e5c9-10d8-4476-84ba-6005a25f4984" elementFormDefault="qualified">
    <xsd:import namespace="http://schemas.microsoft.com/office/2006/documentManagement/types"/>
    <xsd:import namespace="http://schemas.microsoft.com/office/infopath/2007/PartnerControls"/>
    <xsd:element name="SharedWithUsers" ma:index="12"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3" nillable="true" ma:displayName="Shared With Details" ma:internalName="SharedWithDetails" ma:readOnly="true">
      <xsd:simpleType>
        <xsd:restriction base="dms:Note">
          <xsd:maxLength value="255"/>
        </xsd:restriction>
      </xsd:simpleType>
    </xsd:element>
    <xsd:element name="TaxCatchAll" ma:index="22" nillable="true" ma:displayName="Taxonomy Catch All Column" ma:hidden="true" ma:list="{f45fae84-f8a8-4d35-b240-8a5cf95bb259}" ma:internalName="TaxCatchAll" ma:showField="CatchAllData" ma:web="ab90e5c9-10d8-4476-84ba-6005a25f4984">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5F615F30-55BC-4400-8171-49B6C1A1BF75}">
  <ds:schemaRefs>
    <ds:schemaRef ds:uri="http://schemas.microsoft.com/office/2006/metadata/properties"/>
    <ds:schemaRef ds:uri="http://schemas.microsoft.com/office/infopath/2007/PartnerControls"/>
    <ds:schemaRef ds:uri="http://schemas.microsoft.com/sharepoint/v3"/>
    <ds:schemaRef ds:uri="ed7f0f61-51dd-499b-8f04-7c837a526382"/>
    <ds:schemaRef ds:uri="ab90e5c9-10d8-4476-84ba-6005a25f4984"/>
  </ds:schemaRefs>
</ds:datastoreItem>
</file>

<file path=customXml/itemProps2.xml><?xml version="1.0" encoding="utf-8"?>
<ds:datastoreItem xmlns:ds="http://schemas.openxmlformats.org/officeDocument/2006/customXml" ds:itemID="{A48191B6-3A4E-47E8-99A3-94A5982E1B43}">
  <ds:schemaRefs>
    <ds:schemaRef ds:uri="http://schemas.microsoft.com/sharepoint/v3/contenttype/forms"/>
  </ds:schemaRefs>
</ds:datastoreItem>
</file>

<file path=customXml/itemProps3.xml><?xml version="1.0" encoding="utf-8"?>
<ds:datastoreItem xmlns:ds="http://schemas.openxmlformats.org/officeDocument/2006/customXml" ds:itemID="{68C4513F-118C-4668-805A-58D1CE3FDA87}">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d7f0f61-51dd-499b-8f04-7c837a526382"/>
    <ds:schemaRef ds:uri="ab90e5c9-10d8-4476-84ba-6005a25f4984"/>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ITU_Powerpoint_standard_template_16x9__July_2022</Template>
  <TotalTime>462</TotalTime>
  <Words>2240</Words>
  <Application>Microsoft Office PowerPoint</Application>
  <PresentationFormat>Widescreen</PresentationFormat>
  <Paragraphs>473</Paragraphs>
  <Slides>38</Slides>
  <Notes>20</Notes>
  <HiddenSlides>0</HiddenSlides>
  <MMClips>0</MMClips>
  <ScaleCrop>false</ScaleCrop>
  <HeadingPairs>
    <vt:vector size="6" baseType="variant">
      <vt:variant>
        <vt:lpstr>Fonts Used</vt:lpstr>
      </vt:variant>
      <vt:variant>
        <vt:i4>6</vt:i4>
      </vt:variant>
      <vt:variant>
        <vt:lpstr>Theme</vt:lpstr>
      </vt:variant>
      <vt:variant>
        <vt:i4>4</vt:i4>
      </vt:variant>
      <vt:variant>
        <vt:lpstr>Slide Titles</vt:lpstr>
      </vt:variant>
      <vt:variant>
        <vt:i4>38</vt:i4>
      </vt:variant>
    </vt:vector>
  </HeadingPairs>
  <TitlesOfParts>
    <vt:vector size="48" baseType="lpstr">
      <vt:lpstr>Arial</vt:lpstr>
      <vt:lpstr>Avenir Next LT Pro</vt:lpstr>
      <vt:lpstr>Calibri</vt:lpstr>
      <vt:lpstr>Georgia</vt:lpstr>
      <vt:lpstr>Lato Light</vt:lpstr>
      <vt:lpstr>Roboto</vt:lpstr>
      <vt:lpstr>ITU Theme - White bg</vt:lpstr>
      <vt:lpstr>Big text</vt:lpstr>
      <vt:lpstr>Quote Slide</vt:lpstr>
      <vt:lpstr>ITU Theme light blue bg</vt:lpstr>
      <vt:lpstr>PowerPoint Presentation</vt:lpstr>
      <vt:lpstr>PowerPoint Presentation</vt:lpstr>
      <vt:lpstr>Slide title text Arial Bold 28pt</vt:lpstr>
      <vt:lpstr>PowerPoint Presentation</vt:lpstr>
      <vt:lpstr>Long slide title  goes here second line here</vt:lpstr>
      <vt:lpstr>Slide title goes here second line of slide title goes here </vt:lpstr>
      <vt:lpstr>Long slide title goes here second line here</vt:lpstr>
      <vt:lpstr>Long slide title goes here second line of slide title here third line goes here</vt:lpstr>
      <vt:lpstr>Long slide title goes here second line of slide title here third line goes here</vt:lpstr>
      <vt:lpstr>Slide title goes here</vt:lpstr>
      <vt:lpstr>PowerPoint Presentation</vt:lpstr>
      <vt:lpstr>Click to add slide title here  </vt:lpstr>
      <vt:lpstr>Click to add slide title here </vt:lpstr>
      <vt:lpstr>PowerPoint Presentation</vt:lpstr>
      <vt:lpstr>PowerPoint Presentation</vt:lpstr>
      <vt:lpstr>PowerPoint Presentation</vt:lpstr>
      <vt:lpstr>PowerPoint Presentation</vt:lpstr>
      <vt:lpstr>Placeholder text for slide title</vt:lpstr>
      <vt:lpstr>Simple table</vt:lpstr>
      <vt:lpstr>PowerPoint Presentation</vt:lpstr>
      <vt:lpstr>Figure 1: Figure title</vt:lpstr>
      <vt:lpstr>Graphics</vt:lpstr>
      <vt:lpstr>PowerPoint Presentation</vt:lpstr>
      <vt:lpstr>PowerPoint Presentation</vt:lpstr>
      <vt:lpstr>PowerPoint Presentation</vt:lpstr>
      <vt:lpstr>PowerPoint Presentation</vt:lpstr>
      <vt:lpstr>PowerPoint Presentation</vt:lpstr>
      <vt:lpstr>Figure Title</vt:lpstr>
      <vt:lpstr>Figure Title</vt:lpstr>
      <vt:lpstr>Figure Title</vt:lpstr>
      <vt:lpstr>Key figures</vt:lpstr>
      <vt:lpstr>PowerPoint Presentation</vt:lpstr>
      <vt:lpstr>Timeline title</vt:lpstr>
      <vt:lpstr>Timeline title</vt:lpstr>
      <vt:lpstr>Timeline title</vt:lpstr>
      <vt:lpstr>PowerPoint Presentation</vt:lpstr>
      <vt:lpstr>ITU Blue</vt:lpstr>
      <vt:lpstr>PowerPoint Presentation</vt:lpstr>
    </vt:vector>
  </TitlesOfParts>
  <Company>ITU</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CHIMA HERNANDEZ, Maria Fernanda</dc:creator>
  <cp:lastModifiedBy>Anselmino, Carolina</cp:lastModifiedBy>
  <cp:revision>1</cp:revision>
  <dcterms:created xsi:type="dcterms:W3CDTF">2026-05-08T11:19:41Z</dcterms:created>
  <dcterms:modified xsi:type="dcterms:W3CDTF">2026-07-22T19:37:40Z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0x01010053A3A08329EEE04EB33D96A577905A26</vt:lpwstr>
  </property>
  <property fmtid="{D5CDD505-2E9C-101B-9397-08002B2CF9AE}" pid="3" name="MediaServiceImageTags">
    <vt:lpwstr/>
  </property>
</Properties>
</file>