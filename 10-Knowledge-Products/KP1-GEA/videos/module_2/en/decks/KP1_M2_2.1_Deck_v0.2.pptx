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Four layers. For each: one question, one deliverable, one mistake.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Business · Data · Application · Technology</a:t>
            </a:r>
          </a:p>
          <a:p>
            <a:pPr>
              <a:spcAft>
                <a:spcPts val="800"/>
              </a:spcAft>
            </a:pPr>
            <a:r>
              <a:rPr sz="1700" b="0" i="0">
                <a:solidFill>
                  <a:srgbClr val="595959"/>
                </a:solidFill>
                <a:latin typeface="Arial"/>
              </a:rPr>
              <a:t>The question the layer answers. The deliverable you produce.</a:t>
            </a:r>
          </a:p>
          <a:p>
            <a:pPr>
              <a:spcAft>
                <a:spcPts val="800"/>
              </a:spcAft>
            </a:pPr>
            <a:r>
              <a:rPr sz="1700" b="0" i="0">
                <a:solidFill>
                  <a:srgbClr val="595959"/>
                </a:solidFill>
                <a:latin typeface="Arial"/>
              </a:rPr>
              <a:t>The mistake that catches first-time architects.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