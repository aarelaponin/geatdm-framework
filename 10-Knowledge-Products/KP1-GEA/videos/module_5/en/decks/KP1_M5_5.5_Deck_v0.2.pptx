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23" r:id="rId45"/>
    <p:sldId id="2724" r:id="rId17"/>
    <p:sldId id="2725" r:id="rId16"/>
    <p:sldId id="2726" r:id="rId15"/>
    <p:sldId id="2727" r:id="rId14"/>
    <p:sldId id="2728" r:id="rId13"/>
    <p:sldId id="2729"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5.5. Content slides are identical to the corresponding section of the combined deck KP1_M5_Deck_v0.2.pptx;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One worry that stops strategists committing is capability: do we have the people, and can we afford to train them? You do not have to build the knowledge from scratch. The method, the framework and the training materials already exist as open knowledge products.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capability is not the barrier it appears to be. The knowledge is documented, open and taught. Use it to grow your own architects,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5.5 — Build your team's capability with open knowledge products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5.5</a:t>
            </a:r>
          </a:p>
          <a:p>
            <a:r>
              <a:rPr sz="1200" b="0" i="1">
                <a:solidFill>
                  <a:srgbClr val="595959"/>
                </a:solidFill>
                <a:latin typeface="Arial"/>
              </a:rPr>
              <a:t>You don't have to train your team from scratch — open knowledge products, a shared framework, and a community of practising countries mean your people can learn the method from materials that already exist, freeing your budget for the work itself.</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don't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team's capability-building plan.</a:t>
            </a:r>
          </a:p>
          <a:p>
            <a:pPr algn="l">
              <a:spcAft>
                <a:spcPts val="400"/>
              </a:spcAft>
            </a:pPr>
            <a:r>
              <a:rPr sz="1800" b="0" i="0">
                <a:solidFill>
                  <a:srgbClr val="595959"/>
                </a:solidFill>
                <a:latin typeface="Arial"/>
              </a:rPr>
              <a:t>The prompt in the companion material gives you a learning sequence, the three layers to use, what to fund, and how to retain the capability.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