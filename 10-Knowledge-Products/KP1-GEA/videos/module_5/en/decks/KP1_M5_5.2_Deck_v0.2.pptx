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5.2. Content slides are identical to the corresponding section of the combined deck KP1_M5_Deck_v0.2.pptx;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5.2 — What the evidence says works — and what quietly kills these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5.2</a:t>
            </a:r>
          </a:p>
          <a:p>
            <a:r>
              <a:rPr sz="12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