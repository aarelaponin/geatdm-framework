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4" r:id="rId26"/>
    <p:sldId id="2705" r:id="rId27"/>
    <p:sldId id="2706" r:id="rId28"/>
    <p:sldId id="2707" r:id="rId29"/>
    <p:sldId id="2708" r:id="rId30"/>
    <p:sldId id="2709" r:id="rId31"/>
    <p:sldId id="271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the evidence shows what works, it also shows why programmes fail — and the failures are almost never technical. What works is known: a protected team, a framework agencies adopt, governance that can say no, funding sustained for years. The killers are the harder half.</a:t>
            </a:r>
          </a:p>
          <a:p/>
          <a:p>
            <a:r>
              <a:t>Retrieval prompt — ask before playing on: name the ways a programme like this dies. Are any of them technical? Answer on the next two slides.</a:t>
            </a:r>
          </a:p>
          <a:p/>
          <a:p>
            <a:r>
              <a:t>The four success factors are named in this opener only; the v0.2 script gives them no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evidence gives you two lists: what to build in, and the four organisational failures to design out.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What works is known. The killers are the harder half.</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protected team. A framework agencies adopt. Governance that can say no. Funding sustained for years.</a:t>
            </a:r>
          </a:p>
          <a:p>
            <a:pPr>
              <a:spcAft>
                <a:spcPts val="800"/>
              </a:spcAft>
            </a:pPr>
            <a:r>
              <a:rPr sz="1700" b="0" i="0">
                <a:solidFill>
                  <a:srgbClr val="595959"/>
                </a:solidFill>
                <a:latin typeface="Arial"/>
              </a:rPr>
              <a:t>The failures are almost never technical.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programme's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