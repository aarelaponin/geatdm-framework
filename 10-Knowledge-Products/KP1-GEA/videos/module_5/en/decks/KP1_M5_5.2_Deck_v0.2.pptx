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the evidence shows what works, it also shows why programmes fail — and the failures are almost never technical. What works is known: a protected team, a framework agencies adopt, governance that can say no, funding sustained for years. The killers are the harder half.</a:t>
            </a:r>
          </a:p>
          <a:p/>
          <a:p>
            <a:r>
              <a:t>Retrieval prompt — ask before playing on: name the ways a programme like this dies. Are any of them technical? Answer on the next two slides.</a:t>
            </a:r>
          </a:p>
          <a:p/>
          <a:p>
            <a:r>
              <a:t>The four success factors are named in this opener only; the v0.2 script gives them no slide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failures, because forewarned is forearmed. The team gets pulled onto the flagship project that is in trouble, and the architecture work stops. The minister or director-general who championed it moves on, and the successor has their own priorities. The governance board, under delivery pressure, lets one powerful project through, then another, until its "no" means nothing. And the funding, never secured as a multi-year commitment, quietly becomes an annual favour that one budget cycle removes. None of these is dramatic. Each is a slow fade, usually in the second year.</a:t>
            </a:r>
          </a:p>
          <a:p/>
          <a:p>
            <a:r>
              <a:t>Production cue: this slide and the next answer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what every one of those killers has in common. Not one is about technology. They are about people, authority and money — protecting the team, securing the mandate, defending the governance, locking in the funding. And that is the good news, because those are exactly the things you, as the one making the case upward, can influence. The chief architect cannot protect their own team or secure their own five-year budget. Only the strategist who commissioned the work can. The failures are organisational, which means they are yours to prevent.</a:t>
            </a:r>
          </a:p>
          <a:p/>
          <a:p>
            <a:r>
              <a:t>Production cue: the pivotal reframe of this video, and it closes the retrieval prompt.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design for the second year now, while you have the minister's attention. Get the team's protection in writing. Make the governance mandate legal, not just a memo. Secure a multi-year funding envelope, not an annual line. And plan to re-commit all of it when the sponsor changes, because the next minister will not feel bound by the last one's promises. These are not afterthoughts to add if the programme survives. They are how it survives. Build them in at the start, and you have designed out the four most common ways these programmes die.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evidence gives you two lists: what to build in, and the four organisational failures to design out. A programme designed to survive its own second year is the one that delivers.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evidence says works — and what quietly kills these programmes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public record is consistent about what makes these programmes succeed and what kills them — and the killers are organisational, not technical. Knowing both lets you design your programme to last, and brief your minister on the real risks.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What works is known. The killers are the harder half.</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protected team. A framework agencies adopt. Governance that can say no. Funding sustained for years.</a:t>
            </a:r>
          </a:p>
          <a:p>
            <a:pPr>
              <a:spcAft>
                <a:spcPts val="800"/>
              </a:spcAft>
            </a:pPr>
            <a:r>
              <a:rPr sz="1700" b="0" i="0">
                <a:solidFill>
                  <a:srgbClr val="595959"/>
                </a:solidFill>
                <a:latin typeface="Arial"/>
              </a:rPr>
              <a:t>The failures are almost never technical.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things quietly kill them — usually in the second year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team is pulled onto the urgent flagship</a:t>
            </a:r>
          </a:p>
          <a:p>
            <a:pPr>
              <a:spcAft>
                <a:spcPts val="300"/>
              </a:spcAft>
            </a:pPr>
            <a:r>
              <a:rPr sz="1550" b="0" i="0">
                <a:solidFill>
                  <a:srgbClr val="595959"/>
                </a:solidFill>
                <a:latin typeface="Arial"/>
              </a:rPr>
              <a:t>The architecture work simply stops.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sponsor changes</a:t>
            </a:r>
          </a:p>
          <a:p>
            <a:pPr>
              <a:spcAft>
                <a:spcPts val="300"/>
              </a:spcAft>
            </a:pPr>
            <a:r>
              <a:rPr sz="1550" b="0" i="0">
                <a:solidFill>
                  <a:srgbClr val="595959"/>
                </a:solidFill>
                <a:latin typeface="Arial"/>
              </a:rPr>
              <a:t>The successor has their own priorities.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Governance drifts to advisory under delivery pressure</a:t>
            </a:r>
          </a:p>
          <a:p>
            <a:pPr>
              <a:spcAft>
                <a:spcPts val="300"/>
              </a:spcAft>
            </a:pPr>
            <a:r>
              <a:rPr sz="1550" b="0" i="0">
                <a:solidFill>
                  <a:srgbClr val="595959"/>
                </a:solidFill>
                <a:latin typeface="Arial"/>
              </a:rPr>
              <a:t>One powerful project through, then another, until its "no" means nothing.</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Funding becomes an annual favour</a:t>
            </a:r>
          </a:p>
          <a:p>
            <a:pPr>
              <a:spcAft>
                <a:spcPts val="300"/>
              </a:spcAft>
            </a:pPr>
            <a:r>
              <a:rPr sz="1550" b="0" i="0">
                <a:solidFill>
                  <a:srgbClr val="595959"/>
                </a:solidFill>
                <a:latin typeface="Arial"/>
              </a:rPr>
              <a:t>One budget cycle removes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None of them is dramatic. Each one is a slow fade.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 one of the killers is about technology</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They are about people, authority and money — protecting the team, securing the mandate, defending the governance, locking in the funding.</a:t>
            </a:r>
          </a:p>
          <a:p>
            <a:pPr>
              <a:spcAft>
                <a:spcPts val="1200"/>
              </a:spcAft>
            </a:pPr>
            <a:r>
              <a:rPr sz="2000" b="0" i="0">
                <a:solidFill>
                  <a:srgbClr val="1A1A1A"/>
                </a:solidFill>
                <a:latin typeface="Arial"/>
              </a:rPr>
              <a:t>Which is the good news, because those are what you can influence. The chief architect cannot protect their own team or secure their own five-year budget. Only the strategist who commissioned the work can.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failures are organisational, which means they are yours to prevent.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Design for the second year now, while you have the minister's attention</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Get the team's protection in writing. Make the governance mandate legal, not just a memo. Secure a multi-year envelope, not an annual line.</a:t>
            </a:r>
          </a:p>
          <a:p>
            <a:pPr>
              <a:spcAft>
                <a:spcPts val="1200"/>
              </a:spcAft>
            </a:pPr>
            <a:r>
              <a:rPr sz="2000" b="0" i="0">
                <a:solidFill>
                  <a:srgbClr val="1A1A1A"/>
                </a:solidFill>
                <a:latin typeface="Arial"/>
              </a:rPr>
              <a:t>And plan to re-commit all of it when the sponsor changes, because the next minister will not feel bound by the last one's promises.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Not afterthoughts to add if the programme survives. They are how it survives.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What kills these programmes is organisational, not technical — the team pulled, the sponsor changed, governance gone advisory, funding withdrawn — so design the protections in from the start.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your programme's sustainment risk register.</a:t>
            </a:r>
          </a:p>
          <a:p>
            <a:pPr algn="l">
              <a:spcAft>
                <a:spcPts val="400"/>
              </a:spcAft>
            </a:pPr>
            <a:r>
              <a:rPr sz="1800" b="0" i="0">
                <a:solidFill>
                  <a:srgbClr val="595959"/>
                </a:solidFill>
                <a:latin typeface="Arial"/>
              </a:rPr>
              <a:t>The prompt in the companion material gives you a four-row sustainment risk register plus early-warning signals.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§4.2.1 (Management)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What the evidence says works — and what quietly kills these programmes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