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7" r:id="rId39"/>
    <p:sldId id="2718" r:id="rId40"/>
    <p:sldId id="2719" r:id="rId41"/>
    <p:sldId id="2720" r:id="rId42"/>
    <p:sldId id="2721" r:id="rId43"/>
    <p:sldId id="2722" r:id="rId44"/>
    <p:sldId id="2723"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5.4. Content slides are identical to the corresponding section of the combined deck KP1_M5_Deck_v0.1.pptx;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third play addresses the problem at the heart of modern EA work: the business side and the IT side do not share a language. The minister talks outcomes; the architect talks systems. They sit in the same meeting and miss each other. This play is a translator that helps both sides decide together.</a:t>
            </a:r>
          </a:p>
          <a:p/>
          <a:p>
            <a:r>
              <a:t>On screen: the play's copy-paste prompt is not shown on a slide — it ships in the video description so the viewer can run it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direction: from policy to architecture. You paste the minister's goal in their words — every learner should have one record that follows them through school. The AI returns what that means in architecture terms: the capabilities involved, the services, the data domains, and the decisions it forces — who owns the authoritative learner, which bodies must consume it, what must be built versus reused. The minister's sentence becomes a structured set of architecture decisions, without losing what the minister actually asked for.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direction, just as important: from architecture back to outcomes. You paste a technical decision — the Examination Authority will consume the Learner Registry over the data-exchange backbone. The AI returns what that means for the minister and the citizen: parents stop re-entering their child's details, the single learner record becomes possible, the flagship can be delivered. The architecture stops being a black box the minister has to trust, and becomes a set of choices they can understand and own.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play's most useful output is the joint agenda. You give it an operating-model question — should we move to once-only data sharing for education — and it decomposes the decision into three parts: the business decisions only the ministry can make, the technical decisions only the architects can make, and the joint decisions that need both in the room. For each joint decision, it names what each side needs from the other to decide well. That agenda is exactly what an EA Board meeting needs to be productive instead of two groups talking past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second great purpose of an EA, made practical. An Enterprise Architecture exists to give the business side and the IT side a shared language for the new work of redesigning services. This play is a tool that does the translating in real time. But a caution: the tool translates; it does not replace the shared vocabulary and the standing forum. The metamodel still has to be agreed, and the Board still has to meet. The play makes the translation faster; the architecture is what makes it stick.</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third play is a translator between the minister and the architects. Goal to architecture, architecture to outcome, and the joint agenda that gets both sides deciding together. It is the shared-language job an EA exists to do — with a tool that makes it happen in the meeting, not just in theory.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5.4 — Play 3 — Translate between the minister and the architects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5.4</a:t>
            </a:r>
          </a:p>
          <a:p>
            <a:r>
              <a:rPr sz="1200" b="0" i="1">
                <a:solidFill>
                  <a:srgbClr val="595959"/>
                </a:solidFill>
                <a:latin typeface="Arial"/>
              </a:rPr>
              <a:t>The third play is a translator — it turns a minister's policy goal into architecture terms and a joint agenda, and architecture decisions back into outcomes a minister understands — so the business side and the IT side can actually decide together.</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PLAYS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1 — Discovery and Assess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2 — the re-use business case</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3 — minister and architects</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4 — the governance artefacts</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Play 5 — comparators and transfer</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4-part prompt · 5 plays · 4 safeguards · you decide, the AI drafts</a:t>
            </a:r>
          </a:p>
        </p:txBody>
      </p:sp>
    </p:spTree>
    <p:extLst>
      <p:ext uri="{BB962C8B-B14F-4D97-AF65-F5344CB8AC3E}">
        <p14:creationId xmlns:p14="http://schemas.microsoft.com/office/powerpoint/2010/main" val="1196800265"/>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Play 3 — Translate between the minister and the architects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third play is a translator — it turns a minister's policy goal into architecture terms and a joint agenda, and architecture decisions back into outcomes a minister understands — so the business side and the IT side can actually decide together.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From the minister's sentence to the decisions it forces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paste the goal in the minister's own words — every learner should have one record that follows them through school. The AI returns the capabilities, the services and the data domains it implies.</a:t>
            </a:r>
          </a:p>
          <a:p>
            <a:pPr>
              <a:spcAft>
                <a:spcPts val="1200"/>
              </a:spcAft>
            </a:pPr>
            <a:r>
              <a:rPr sz="2000" b="0" i="0">
                <a:solidFill>
                  <a:srgbClr val="1A1A1A"/>
                </a:solidFill>
                <a:latin typeface="Arial"/>
              </a:rPr>
              <a:t>And the decisions it forces: who owns the authoritative learner, which bodies must consume it, what must be built and what must be reused.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Architecture decisions, without losing what the minister actually asked for.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Play 3 — Translate between the minister and the architects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And back the other way — from a technical decision to what a parent notices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paste a technical decision — the Examination Authority will consume the Learner Registry over the data-exchange backbone. The AI returns what it means for the minister and the citizen.</a:t>
            </a:r>
          </a:p>
          <a:p>
            <a:pPr>
              <a:spcAft>
                <a:spcPts val="1200"/>
              </a:spcAft>
            </a:pPr>
            <a:r>
              <a:rPr sz="2000" b="0" i="0">
                <a:solidFill>
                  <a:srgbClr val="1A1A1A"/>
                </a:solidFill>
                <a:latin typeface="Arial"/>
              </a:rPr>
              <a:t>Parents stop re-entering their child's details. The single learner record becomes possible. The flagship can be delivered.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architecture stops being a black box the minister has to trust.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Play 3 — Translate between the minister and the architects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most useful output is the joint agenda</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Business decisions only the ministry can make</a:t>
            </a:r>
          </a:p>
          <a:p>
            <a:pPr>
              <a:spcAft>
                <a:spcPts val="300"/>
              </a:spcAft>
            </a:pPr>
            <a:r>
              <a:rPr sz="1550" b="0" i="0">
                <a:solidFill>
                  <a:srgbClr val="595959"/>
                </a:solidFill>
                <a:latin typeface="Arial"/>
              </a:rPr>
              <a:t>Policy, legal, who owns what.</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Technical decisions only the architects can make</a:t>
            </a:r>
          </a:p>
          <a:p>
            <a:pPr>
              <a:spcAft>
                <a:spcPts val="300"/>
              </a:spcAft>
            </a:pPr>
            <a:r>
              <a:rPr sz="1550" b="0" i="0">
                <a:solidFill>
                  <a:srgbClr val="595959"/>
                </a:solidFill>
                <a:latin typeface="Arial"/>
              </a:rPr>
              <a:t>Technology choice, security model, integration pattern.</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Joint decisions that need both in the room</a:t>
            </a:r>
          </a:p>
          <a:p>
            <a:pPr>
              <a:spcAft>
                <a:spcPts val="300"/>
              </a:spcAft>
            </a:pPr>
            <a:r>
              <a:rPr sz="1550" b="0" i="0">
                <a:solidFill>
                  <a:srgbClr val="595959"/>
                </a:solidFill>
                <a:latin typeface="Arial"/>
              </a:rPr>
              <a:t>Named in plain language, with what each side needs from the other to decide well.</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Exactly what an EA Board meeting needs, instead of two groups talking past each other.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Play 3 — Translate between the minister and the architects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tool translates. The architecture is what makes it stick</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An Enterprise Architecture exists to give the business side and the IT side a shared language for the new work of redesigning services. This play does the translating in real time — in the meeting, not just in theory.</a:t>
            </a:r>
          </a:p>
          <a:p>
            <a:pPr>
              <a:spcAft>
                <a:spcPts val="1200"/>
              </a:spcAft>
            </a:pPr>
            <a:r>
              <a:rPr sz="2000" b="0" i="0">
                <a:solidFill>
                  <a:srgbClr val="1A1A1A"/>
                </a:solidFill>
                <a:latin typeface="Arial"/>
              </a:rPr>
              <a:t>But it does not replace the shared vocabulary or the standing forum.</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translator is not a shared language. Agree the metamodel; convene the Board.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Play 3 — Translate between the minister and the architects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This play translates a minister's goal into architecture and back, and decomposes a decision into business, IT and joint parts — so the two sides can finally decide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Play 3 — Translate between the minister and the architects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§4.5 (Digital Co-creation)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Play 3 — Translate between the minister and the architects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