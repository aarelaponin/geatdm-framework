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7" r:id="rId39"/>
    <p:sldId id="2718" r:id="rId40"/>
    <p:sldId id="2719" r:id="rId41"/>
    <p:sldId id="2720" r:id="rId42"/>
    <p:sldId id="2721" r:id="rId43"/>
    <p:sldId id="2722" r:id="rId44"/>
    <p:sldId id="2723"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5.4.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the evidence that it works and the case that it travels. Now the hardest step: getting your minister to commit the team, the mandate and the money. Ministers do not commit to architecture. They commit to outcomes, to numbers, and to cases they can defend in cabinet. So the case you bring cannot be about the architecture. It has to be about three things: the saving, the proof, and the honest cost.</a:t>
            </a:r>
          </a:p>
          <a:p/>
          <a:p>
            <a:r>
              <a:t>Retrieval prompt — ask before playing on: of everything in your case, what does a minister actually act on? Answer on the next slide.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winning the commitment is not an architecture conversation. It is a one-page business case: the saving, the proof, the ask, the honest horizon. Bring that, and you give your minister something they can say yes to and defend afterwards. Bring a diagram of four layers, and you give them something to admire and postpone.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5.4 — Win the commitment — the business case that gets your minister to yes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5.4</a:t>
            </a:r>
          </a:p>
          <a:p>
            <a:r>
              <a:rPr sz="1200" b="0" i="1">
                <a:solidFill>
                  <a:srgbClr val="595959"/>
                </a:solidFill>
                <a:latin typeface="Arial"/>
              </a:rPr>
              <a:t>Winning the minister's commitment is not about the architecture — it is about the number. Pair the whole-of-government re-use saving with the proven evidence and an honest time horizon, and you turn a technical case into one a minister can take to cabinet.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 is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