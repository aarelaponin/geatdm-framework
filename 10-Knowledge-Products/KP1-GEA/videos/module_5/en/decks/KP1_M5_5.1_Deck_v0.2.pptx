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Is this proven, or a consultant’s theory?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are right to ask before you commit your agency.</a:t>
            </a:r>
          </a:p>
          <a:p>
            <a:pPr>
              <a:spcAft>
                <a:spcPts val="800"/>
              </a:spcAft>
            </a:pPr>
            <a:r>
              <a:rPr sz="1700" b="0" i="0">
                <a:solidFill>
                  <a:srgbClr val="595959"/>
                </a:solidFill>
                <a:latin typeface="Arial"/>
              </a:rPr>
              <a:t>The core of it has already been done — in countries large and small, unitary and federal, well-resourced and not.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