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ngesInfos/changesInfo1.xml" ContentType="application/vnd.ms-powerpoint.changesinfo+xml"/>
  <Override PartName="/ppt/handoutMasters/handoutMaster1.xml" ContentType="application/vnd.openxmlformats-officedocument.presentationml.handoutMaster+xml"/>
  <Override PartName="/ppt/media/image3.svg" ContentType="image/svg+xml"/>
  <Override PartName="/ppt/notesMasters/notesMaster1.xml" ContentType="application/vnd.openxmlformats-officedocument.presentationml.notesMaster+xml"/>
  <Override PartName="/ppt/notesSlides/notesSlide21.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s/slide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theme/theme6.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48" r:id="rId4"/>
    <p:sldMasterId id="2147483709" r:id="rId5"/>
    <p:sldMasterId id="2147483713" r:id="rId6"/>
    <p:sldMasterId id="2147483691" r:id="rId7"/>
  </p:sldMasterIdLst>
  <p:notesMasterIdLst>
    <p:notesMasterId r:id="rId46"/>
  </p:notesMasterIdLst>
  <p:handoutMasterIdLst>
    <p:handoutMasterId r:id="rId47"/>
  </p:handoutMasterIdLst>
  <p:sldIdLst>
    <p:sldId id="2681" r:id="rId8"/>
    <p:sldId id="2696" r:id="rId18"/>
    <p:sldId id="2697" r:id="rId19"/>
    <p:sldId id="2698" r:id="rId20"/>
    <p:sldId id="2699" r:id="rId21"/>
    <p:sldId id="2700" r:id="rId22"/>
    <p:sldId id="2701" r:id="rId23"/>
    <p:sldId id="2702" r:id="rId24"/>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A6A6A6"/>
    <a:srgbClr val="0083B3"/>
    <a:srgbClr val="9D26FF"/>
    <a:srgbClr val="0076A1"/>
    <a:srgbClr val="FFFFFF"/>
    <a:srgbClr val="009CD6"/>
    <a:srgbClr val="A5A5A5"/>
    <a:srgbClr val="757070"/>
    <a:srgbClr val="6F6F6E"/>
    <a:srgbClr val="F5FAFC"/>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BCBC4942-2EA4-48B8-A075-B5F2ABFFFDF6}" v="10" dt="2026-07-22T19:37:31.024"/>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95" autoAdjust="0"/>
    <p:restoredTop sz="94660"/>
  </p:normalViewPr>
  <p:slideViewPr>
    <p:cSldViewPr snapToGrid="0">
      <p:cViewPr varScale="1">
        <p:scale>
          <a:sx n="71" d="100"/>
          <a:sy n="71" d="100"/>
        </p:scale>
        <p:origin x="412" y="44"/>
      </p:cViewPr>
      <p:guideLst>
        <p:guide orient="horz" pos="2160"/>
        <p:guide pos="3840"/>
      </p:guideLst>
    </p:cSldViewPr>
  </p:slideViewPr>
  <p:notesTextViewPr>
    <p:cViewPr>
      <p:scale>
        <a:sx n="1" d="1"/>
        <a:sy n="1" d="1"/>
      </p:scale>
      <p:origin x="0" y="0"/>
    </p:cViewPr>
  </p:notesTextViewPr>
  <p:notesViewPr>
    <p:cSldViewPr snapToGrid="0">
      <p:cViewPr varScale="1">
        <p:scale>
          <a:sx n="124" d="100"/>
          <a:sy n="124" d="100"/>
        </p:scale>
        <p:origin x="4188" y="88"/>
      </p:cViewPr>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Master" Target="slideMasters/slideMaster2.xml"/><Relationship Id="rId6" Type="http://schemas.openxmlformats.org/officeDocument/2006/relationships/slideMaster" Target="slideMasters/slideMaster3.xml"/><Relationship Id="rId7" Type="http://schemas.openxmlformats.org/officeDocument/2006/relationships/slideMaster" Target="slideMasters/slideMaster4.xml"/><Relationship Id="rId8" Type="http://schemas.openxmlformats.org/officeDocument/2006/relationships/slide" Target="slides/slide1.xml"/><Relationship Id="rId18" Type="http://schemas.openxmlformats.org/officeDocument/2006/relationships/slide" Target="slides/slide3.xml"/><Relationship Id="rId19" Type="http://schemas.openxmlformats.org/officeDocument/2006/relationships/slide" Target="slides/slide4.xml"/><Relationship Id="rId20" Type="http://schemas.openxmlformats.org/officeDocument/2006/relationships/slide" Target="slides/slide5.xml"/><Relationship Id="rId21" Type="http://schemas.openxmlformats.org/officeDocument/2006/relationships/slide" Target="slides/slide6.xml"/><Relationship Id="rId22" Type="http://schemas.openxmlformats.org/officeDocument/2006/relationships/slide" Target="slides/slide7.xml"/><Relationship Id="rId23" Type="http://schemas.openxmlformats.org/officeDocument/2006/relationships/slide" Target="slides/slide8.xml"/><Relationship Id="rId24" Type="http://schemas.openxmlformats.org/officeDocument/2006/relationships/slide" Target="slides/slide9.xml"/><Relationship Id="rId46" Type="http://schemas.openxmlformats.org/officeDocument/2006/relationships/notesMaster" Target="notesMasters/notesMaster1.xml"/><Relationship Id="rId47" Type="http://schemas.openxmlformats.org/officeDocument/2006/relationships/handoutMaster" Target="handoutMasters/handoutMaster1.xml"/><Relationship Id="rId48" Type="http://schemas.openxmlformats.org/officeDocument/2006/relationships/presProps" Target="presProps.xml"/><Relationship Id="rId49" Type="http://schemas.openxmlformats.org/officeDocument/2006/relationships/viewProps" Target="viewProps.xml"/><Relationship Id="rId50" Type="http://schemas.openxmlformats.org/officeDocument/2006/relationships/theme" Target="theme/theme1.xml"/><Relationship Id="rId51" Type="http://schemas.openxmlformats.org/officeDocument/2006/relationships/tableStyles" Target="tableStyles.xml"/><Relationship Id="rId52" Type="http://schemas.microsoft.com/office/2016/11/relationships/changesInfo" Target="changesInfos/changesInfo1.xml"/><Relationship Id="rId53"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Anselmino, Carolina" userId="5c3f6dd0-fb53-498d-9f5e-392bc2a3ffc7" providerId="ADAL" clId="{E38CDB5B-0F14-49C4-839B-AE81B7033013}"/>
    <pc:docChg chg="undo custSel addSld delSld modSld">
      <pc:chgData name="Anselmino, Carolina" userId="5c3f6dd0-fb53-498d-9f5e-392bc2a3ffc7" providerId="ADAL" clId="{E38CDB5B-0F14-49C4-839B-AE81B7033013}" dt="2026-07-22T19:37:31.024" v="702" actId="164"/>
      <pc:docMkLst>
        <pc:docMk/>
      </pc:docMkLst>
      <pc:sldChg chg="modSp mod">
        <pc:chgData name="Anselmino, Carolina" userId="5c3f6dd0-fb53-498d-9f5e-392bc2a3ffc7" providerId="ADAL" clId="{E38CDB5B-0F14-49C4-839B-AE81B7033013}" dt="2026-07-22T11:43:29.600" v="14" actId="1076"/>
        <pc:sldMkLst>
          <pc:docMk/>
          <pc:sldMk cId="1405143857" sldId="280"/>
        </pc:sldMkLst>
        <pc:spChg chg="mod">
          <ac:chgData name="Anselmino, Carolina" userId="5c3f6dd0-fb53-498d-9f5e-392bc2a3ffc7" providerId="ADAL" clId="{E38CDB5B-0F14-49C4-839B-AE81B7033013}" dt="2026-07-22T11:43:19.760" v="12" actId="1076"/>
          <ac:spMkLst>
            <pc:docMk/>
            <pc:sldMk cId="1405143857" sldId="280"/>
            <ac:spMk id="45" creationId="{1FF21F3A-03EB-4BF7-B952-9FA7182F69DE}"/>
          </ac:spMkLst>
        </pc:spChg>
        <pc:grpChg chg="mod">
          <ac:chgData name="Anselmino, Carolina" userId="5c3f6dd0-fb53-498d-9f5e-392bc2a3ffc7" providerId="ADAL" clId="{E38CDB5B-0F14-49C4-839B-AE81B7033013}" dt="2026-07-22T11:43:29.600" v="14" actId="1076"/>
          <ac:grpSpMkLst>
            <pc:docMk/>
            <pc:sldMk cId="1405143857" sldId="280"/>
            <ac:grpSpMk id="44" creationId="{B8FF808C-B389-4C00-87CD-F61A6779EE7C}"/>
          </ac:grpSpMkLst>
        </pc:grpChg>
      </pc:sldChg>
      <pc:sldChg chg="addSp delSp modSp mod">
        <pc:chgData name="Anselmino, Carolina" userId="5c3f6dd0-fb53-498d-9f5e-392bc2a3ffc7" providerId="ADAL" clId="{E38CDB5B-0F14-49C4-839B-AE81B7033013}" dt="2026-07-22T19:37:31.024" v="702" actId="164"/>
        <pc:sldMkLst>
          <pc:docMk/>
          <pc:sldMk cId="1196800265" sldId="2681"/>
        </pc:sldMkLst>
        <pc:spChg chg="mod">
          <ac:chgData name="Anselmino, Carolina" userId="5c3f6dd0-fb53-498d-9f5e-392bc2a3ffc7" providerId="ADAL" clId="{E38CDB5B-0F14-49C4-839B-AE81B7033013}" dt="2026-07-22T11:44:01.404" v="22" actId="12788"/>
          <ac:spMkLst>
            <pc:docMk/>
            <pc:sldMk cId="1196800265" sldId="2681"/>
            <ac:spMk id="9" creationId="{A74A033E-F2C4-63F1-935E-B0E00C34458D}"/>
          </ac:spMkLst>
        </pc:spChg>
        <pc:spChg chg="mod">
          <ac:chgData name="Anselmino, Carolina" userId="5c3f6dd0-fb53-498d-9f5e-392bc2a3ffc7" providerId="ADAL" clId="{E38CDB5B-0F14-49C4-839B-AE81B7033013}" dt="2026-07-22T11:46:41.299" v="210" actId="20577"/>
          <ac:spMkLst>
            <pc:docMk/>
            <pc:sldMk cId="1196800265" sldId="2681"/>
            <ac:spMk id="12" creationId="{EEB08032-CE0E-4986-AEDF-A41026C0E8B9}"/>
          </ac:spMkLst>
        </pc:spChg>
        <pc:spChg chg="add mod">
          <ac:chgData name="Anselmino, Carolina" userId="5c3f6dd0-fb53-498d-9f5e-392bc2a3ffc7" providerId="ADAL" clId="{E38CDB5B-0F14-49C4-839B-AE81B7033013}" dt="2026-07-22T11:46:31.178" v="195" actId="20577"/>
          <ac:spMkLst>
            <pc:docMk/>
            <pc:sldMk cId="1196800265" sldId="2681"/>
            <ac:spMk id="14" creationId="{B5087B80-3EE4-1881-0130-ED58CA625092}"/>
          </ac:spMkLst>
        </pc:spChg>
        <pc:spChg chg="add mod">
          <ac:chgData name="Anselmino, Carolina" userId="5c3f6dd0-fb53-498d-9f5e-392bc2a3ffc7" providerId="ADAL" clId="{E38CDB5B-0F14-49C4-839B-AE81B7033013}" dt="2026-07-22T11:51:15.375" v="432" actId="20577"/>
          <ac:spMkLst>
            <pc:docMk/>
            <pc:sldMk cId="1196800265" sldId="2681"/>
            <ac:spMk id="17" creationId="{5E8796F7-DD26-D250-5E97-B38B22298E72}"/>
          </ac:spMkLst>
        </pc:spChg>
        <pc:spChg chg="add mod">
          <ac:chgData name="Anselmino, Carolina" userId="5c3f6dd0-fb53-498d-9f5e-392bc2a3ffc7" providerId="ADAL" clId="{E38CDB5B-0F14-49C4-839B-AE81B7033013}" dt="2026-07-22T19:37:31.024" v="702" actId="164"/>
          <ac:spMkLst>
            <pc:docMk/>
            <pc:sldMk cId="1196800265" sldId="2681"/>
            <ac:spMk id="19" creationId="{352ECD8B-4B24-AB9F-BF07-5E33A295F52D}"/>
          </ac:spMkLst>
        </pc:spChg>
        <pc:grpChg chg="add mod">
          <ac:chgData name="Anselmino, Carolina" userId="5c3f6dd0-fb53-498d-9f5e-392bc2a3ffc7" providerId="ADAL" clId="{E38CDB5B-0F14-49C4-839B-AE81B7033013}" dt="2026-07-22T19:37:31.024" v="702" actId="164"/>
          <ac:grpSpMkLst>
            <pc:docMk/>
            <pc:sldMk cId="1196800265" sldId="2681"/>
            <ac:grpSpMk id="8" creationId="{759E7638-035C-C837-D321-A8C06D48B5DC}"/>
          </ac:grpSpMkLst>
        </pc:grpChg>
        <pc:grpChg chg="add mod">
          <ac:chgData name="Anselmino, Carolina" userId="5c3f6dd0-fb53-498d-9f5e-392bc2a3ffc7" providerId="ADAL" clId="{E38CDB5B-0F14-49C4-839B-AE81B7033013}" dt="2026-07-22T19:37:31.024" v="702" actId="164"/>
          <ac:grpSpMkLst>
            <pc:docMk/>
            <pc:sldMk cId="1196800265" sldId="2681"/>
            <ac:grpSpMk id="20" creationId="{0D0761BD-2F2F-6D79-B3EF-A531E092890D}"/>
          </ac:grpSpMkLst>
        </pc:grpChg>
        <pc:picChg chg="add del">
          <ac:chgData name="Anselmino, Carolina" userId="5c3f6dd0-fb53-498d-9f5e-392bc2a3ffc7" providerId="ADAL" clId="{E38CDB5B-0F14-49C4-839B-AE81B7033013}" dt="2026-07-22T11:42:32.545" v="4" actId="478"/>
          <ac:picMkLst>
            <pc:docMk/>
            <pc:sldMk cId="1196800265" sldId="2681"/>
            <ac:picMk id="3" creationId="{49CB780D-15A3-48FD-506A-45097B8C84EF}"/>
          </ac:picMkLst>
        </pc:picChg>
        <pc:picChg chg="add mod">
          <ac:chgData name="Anselmino, Carolina" userId="5c3f6dd0-fb53-498d-9f5e-392bc2a3ffc7" providerId="ADAL" clId="{E38CDB5B-0F14-49C4-839B-AE81B7033013}" dt="2026-07-22T11:42:43.855" v="6" actId="1076"/>
          <ac:picMkLst>
            <pc:docMk/>
            <pc:sldMk cId="1196800265" sldId="2681"/>
            <ac:picMk id="4" creationId="{69007BE6-4165-6B9F-CABD-19BC8B326D8F}"/>
          </ac:picMkLst>
        </pc:picChg>
        <pc:picChg chg="add del mod">
          <ac:chgData name="Anselmino, Carolina" userId="5c3f6dd0-fb53-498d-9f5e-392bc2a3ffc7" providerId="ADAL" clId="{E38CDB5B-0F14-49C4-839B-AE81B7033013}" dt="2026-07-22T11:43:03.472" v="10" actId="478"/>
          <ac:picMkLst>
            <pc:docMk/>
            <pc:sldMk cId="1196800265" sldId="2681"/>
            <ac:picMk id="6" creationId="{7BDA84B0-A315-5710-DC3F-3108F335D58B}"/>
          </ac:picMkLst>
        </pc:picChg>
        <pc:picChg chg="mod modCrop">
          <ac:chgData name="Anselmino, Carolina" userId="5c3f6dd0-fb53-498d-9f5e-392bc2a3ffc7" providerId="ADAL" clId="{E38CDB5B-0F14-49C4-839B-AE81B7033013}" dt="2026-07-22T11:36:58.998" v="2" actId="732"/>
          <ac:picMkLst>
            <pc:docMk/>
            <pc:sldMk cId="1196800265" sldId="2681"/>
            <ac:picMk id="7" creationId="{A2066351-C569-4C4C-A096-308777FCDC32}"/>
          </ac:picMkLst>
        </pc:picChg>
        <pc:picChg chg="mod">
          <ac:chgData name="Anselmino, Carolina" userId="5c3f6dd0-fb53-498d-9f5e-392bc2a3ffc7" providerId="ADAL" clId="{E38CDB5B-0F14-49C4-839B-AE81B7033013}" dt="2026-07-22T11:44:01.404" v="22" actId="12788"/>
          <ac:picMkLst>
            <pc:docMk/>
            <pc:sldMk cId="1196800265" sldId="2681"/>
            <ac:picMk id="10" creationId="{D4EAC1CC-FDEC-CB2B-4814-426FB9337D67}"/>
          </ac:picMkLst>
        </pc:picChg>
        <pc:cxnChg chg="mod">
          <ac:chgData name="Anselmino, Carolina" userId="5c3f6dd0-fb53-498d-9f5e-392bc2a3ffc7" providerId="ADAL" clId="{E38CDB5B-0F14-49C4-839B-AE81B7033013}" dt="2026-07-22T11:46:16.310" v="179" actId="14100"/>
          <ac:cxnSpMkLst>
            <pc:docMk/>
            <pc:sldMk cId="1196800265" sldId="2681"/>
            <ac:cxnSpMk id="11" creationId="{D9AD66F2-F7C0-4D03-9150-D28F17AC561D}"/>
          </ac:cxnSpMkLst>
        </pc:cxnChg>
      </pc:sldChg>
      <pc:sldChg chg="del">
        <pc:chgData name="Anselmino, Carolina" userId="5c3f6dd0-fb53-498d-9f5e-392bc2a3ffc7" providerId="ADAL" clId="{E38CDB5B-0F14-49C4-839B-AE81B7033013}" dt="2026-07-22T19:26:38.574" v="665" actId="47"/>
        <pc:sldMkLst>
          <pc:docMk/>
          <pc:sldMk cId="1763900471" sldId="2682"/>
        </pc:sldMkLst>
      </pc:sldChg>
      <pc:sldChg chg="del">
        <pc:chgData name="Anselmino, Carolina" userId="5c3f6dd0-fb53-498d-9f5e-392bc2a3ffc7" providerId="ADAL" clId="{E38CDB5B-0F14-49C4-839B-AE81B7033013}" dt="2026-07-22T19:26:35.304" v="664" actId="47"/>
        <pc:sldMkLst>
          <pc:docMk/>
          <pc:sldMk cId="1891845127" sldId="2685"/>
        </pc:sldMkLst>
      </pc:sldChg>
      <pc:sldChg chg="add del">
        <pc:chgData name="Anselmino, Carolina" userId="5c3f6dd0-fb53-498d-9f5e-392bc2a3ffc7" providerId="ADAL" clId="{E38CDB5B-0F14-49C4-839B-AE81B7033013}" dt="2026-07-22T15:50:00.267" v="434" actId="47"/>
        <pc:sldMkLst>
          <pc:docMk/>
          <pc:sldMk cId="2459501262" sldId="2695"/>
        </pc:sldMkLst>
      </pc:sldChg>
      <pc:sldChg chg="modSp add mod">
        <pc:chgData name="Anselmino, Carolina" userId="5c3f6dd0-fb53-498d-9f5e-392bc2a3ffc7" providerId="ADAL" clId="{E38CDB5B-0F14-49C4-839B-AE81B7033013}" dt="2026-07-22T19:17:50.009" v="663" actId="14100"/>
        <pc:sldMkLst>
          <pc:docMk/>
          <pc:sldMk cId="2895905977" sldId="2695"/>
        </pc:sldMkLst>
        <pc:spChg chg="mod">
          <ac:chgData name="Anselmino, Carolina" userId="5c3f6dd0-fb53-498d-9f5e-392bc2a3ffc7" providerId="ADAL" clId="{E38CDB5B-0F14-49C4-839B-AE81B7033013}" dt="2026-07-22T15:51:46.203" v="494" actId="20577"/>
          <ac:spMkLst>
            <pc:docMk/>
            <pc:sldMk cId="2895905977" sldId="2695"/>
            <ac:spMk id="5" creationId="{05ECEA81-427F-77E6-3A96-077D430CC49C}"/>
          </ac:spMkLst>
        </pc:spChg>
        <pc:spChg chg="mod">
          <ac:chgData name="Anselmino, Carolina" userId="5c3f6dd0-fb53-498d-9f5e-392bc2a3ffc7" providerId="ADAL" clId="{E38CDB5B-0F14-49C4-839B-AE81B7033013}" dt="2026-07-22T19:17:50.009" v="663" actId="14100"/>
          <ac:spMkLst>
            <pc:docMk/>
            <pc:sldMk cId="2895905977" sldId="2695"/>
            <ac:spMk id="6" creationId="{F5AB7147-07E3-D061-CD69-902D615A346F}"/>
          </ac:spMkLst>
        </pc:spChg>
        <pc:spChg chg="mod">
          <ac:chgData name="Anselmino, Carolina" userId="5c3f6dd0-fb53-498d-9f5e-392bc2a3ffc7" providerId="ADAL" clId="{E38CDB5B-0F14-49C4-839B-AE81B7033013}" dt="2026-07-22T15:52:40.119" v="519" actId="14100"/>
          <ac:spMkLst>
            <pc:docMk/>
            <pc:sldMk cId="2895905977" sldId="2695"/>
            <ac:spMk id="7" creationId="{645C8C6B-29A8-B1C0-3772-5822CAB07F15}"/>
          </ac:spMkLst>
        </pc:sp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6.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6BE192EA-4FB5-417A-96F6-B3058A54ABC4}"/>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875D5479-0008-4BFD-BE18-7442B169130D}"/>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A472114D-3A05-4B20-822E-8261653B33D2}" type="datetimeFigureOut">
              <a:rPr lang="en-US" smtClean="0"/>
              <a:t>7/22/2026</a:t>
            </a:fld>
            <a:endParaRPr lang="en-US"/>
          </a:p>
        </p:txBody>
      </p:sp>
      <p:sp>
        <p:nvSpPr>
          <p:cNvPr id="4" name="Footer Placeholder 3">
            <a:extLst>
              <a:ext uri="{FF2B5EF4-FFF2-40B4-BE49-F238E27FC236}">
                <a16:creationId xmlns:a16="http://schemas.microsoft.com/office/drawing/2014/main" id="{EABD4BE7-9FD8-4D10-87DD-2B2BC23B46EC}"/>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F10342B2-B657-4BF5-B0C4-8D3FD65073D3}"/>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91E5079B-D1F0-49DB-8DFB-E06CD09EC17E}" type="slidenum">
              <a:rPr lang="en-US" smtClean="0"/>
              <a:t>‹#›</a:t>
            </a:fld>
            <a:endParaRPr lang="en-US"/>
          </a:p>
        </p:txBody>
      </p:sp>
    </p:spTree>
    <p:extLst>
      <p:ext uri="{BB962C8B-B14F-4D97-AF65-F5344CB8AC3E}">
        <p14:creationId xmlns:p14="http://schemas.microsoft.com/office/powerpoint/2010/main" val="4200547298"/>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5.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14F008D2-43B4-45EB-8E80-36DCF9CD046D}" type="datetimeFigureOut">
              <a:rPr lang="en-US" smtClean="0"/>
              <a:t>7/22/2026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6A8591F-50F3-4C40-9DA2-D793276CC051}" type="slidenum">
              <a:rPr lang="en-US" smtClean="0"/>
              <a:t>‹#›</a:t>
            </a:fld>
            <a:endParaRPr lang="en-US"/>
          </a:p>
        </p:txBody>
      </p:sp>
    </p:spTree>
    <p:extLst>
      <p:ext uri="{BB962C8B-B14F-4D97-AF65-F5344CB8AC3E}">
        <p14:creationId xmlns:p14="http://schemas.microsoft.com/office/powerpoint/2010/main" val="77999493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slide 1: Before you commit your agency to this approach, you are right to ask one question: is it proven, or is it a consultant's theory? The honest answer is that the core of it has already been done — in countries large and small, unitary and federal, well-resourced and not. Look at what four real governments built, and the question changes from whether it works to how you apply it.</a:t>
            </a:r>
          </a:p>
          <a:p/>
          <a:p>
            <a:r>
              <a:t>On screen: the four countries appear as plain typography only — no flags, no national emblems, no agency logos. They are public examples cited to public sources, never the team's own engagements.</a:t>
            </a:r>
          </a:p>
          <a:p/>
          <a:p>
            <a:r>
              <a:t>On screen: the copy-paste prompt is not shown on a slide — it ships in the video description so the viewer can draft the artefact on the other half of the screen.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Four signposts, deliberately different. Rwanda — a small country with a strong centre, one citizen-services platform, a national identity linked across services. Kenya — physical one-stop centres and a unifying identity programme, with results that are mixed and openly debated. South Africa — a federal state where no architecture can be imposed from the top, coordinated instead through a central agency and shared standards. And Estonia — a mature reference, distributed registries, the once-only principle, almost every service online. Four governments that could hardly be more different in size, resources and shape.</a:t>
            </a:r>
          </a:p>
          <a:p/>
          <a:p>
            <a:r>
              <a:t>Production cue: the first half of the module's centrepiece. Hold it a beat longer — the next slide is what turns these four into evidence.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What makes them evidence is not that they are all the same — they are not — but that the same architectural elements show in every one. A small central team with real authority. A published framework that other agencies adopt rather than fight. A governance mechanism that is binding, not advisory. And a time horizon measured in years for full maturity, with intermediate results visible inside months. Four contexts, one recurring pattern. That recurrence is what tells you the pattern is real, not local luck.</a:t>
            </a:r>
          </a:p>
          <a:p/>
          <a:p>
            <a:r>
              <a:t>Production cue: the centrepiece slide of the module. Reveal the four rows one at a time; the closing line is the whole argument of this video.</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And be honest about the mixed results, because that honesty is what makes the evidence trustworthy. Kenya's identity programme met real obstacles — in the courts, in parliament, in implementation — and the debate is public and documented. That is not a reason to dismiss the approach; it is part of the evidence. The programmes that struggled struggled for reasons you can learn from, and the reasons are remarkably consistent. The evidence is not a brochure of successes. It is a record of what works and what does not, which is far more useful to you.</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What this means for your agency is simple and freeing. You are not the first. The path is charted, the common elements are known, and so are the common ways programmes fail. You are not being asked to invent an approach and hope it works. You are being asked to adapt a pattern that four very different governments have already shown delivers — to your country, your constraints, your sector. That is a far easier case to make to a minister than 'trust me, this should work'.</a:t>
            </a:r>
          </a:p>
          <a:p/>
          <a:p>
            <a:r>
              <a:t>Production cue: the pivotal slide of this video. Hold it a beat longer.</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So when someone asks whether this is proven, you have an answer. Four governments, four shapes, one recurring pattern, with the failures as well documented as the successes. It is not theory. It is a charted path. Your job is not to prove it again — it is to apply it well.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slide, held ~5 seconds at the end of the video. Links are compiled into the YouTube description per ITU convention; no URLs read aloud.</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card for standalone video 5.1. Content slides are identical to the corresponding section of the combined deck KP1_M5_Deck_v0.1.pptx; voice-over is in each slide’s notes.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Grey margin-Content with Caption (White bg)">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2CF752D4-D41F-48C8-BC93-770A10B9CEFC}"/>
              </a:ext>
            </a:extLst>
          </p:cNvPr>
          <p:cNvSpPr>
            <a:spLocks noGrp="1"/>
          </p:cNvSpPr>
          <p:nvPr>
            <p:ph type="body" sz="half" idx="2" hasCustomPrompt="1"/>
          </p:nvPr>
        </p:nvSpPr>
        <p:spPr>
          <a:xfrm>
            <a:off x="728691" y="1959151"/>
            <a:ext cx="4090872" cy="4200245"/>
          </a:xfrm>
        </p:spPr>
        <p:txBody>
          <a:bodyPr>
            <a:noAutofit/>
          </a:bodyPr>
          <a:lstStyle>
            <a:lvl1pPr marL="0" indent="0">
              <a:lnSpc>
                <a:spcPts val="2400"/>
              </a:lnSpc>
              <a:buNone/>
              <a:defRPr sz="1800" spc="2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
        <p:nvSpPr>
          <p:cNvPr id="13" name="Text Placeholder 3">
            <a:extLst>
              <a:ext uri="{FF2B5EF4-FFF2-40B4-BE49-F238E27FC236}">
                <a16:creationId xmlns:a16="http://schemas.microsoft.com/office/drawing/2014/main" id="{3E0F6D26-4165-4298-B9DF-69A0CA57C654}"/>
              </a:ext>
            </a:extLst>
          </p:cNvPr>
          <p:cNvSpPr>
            <a:spLocks noGrp="1"/>
          </p:cNvSpPr>
          <p:nvPr>
            <p:ph type="body" sz="half" idx="14" hasCustomPrompt="1"/>
          </p:nvPr>
        </p:nvSpPr>
        <p:spPr>
          <a:xfrm>
            <a:off x="5018432" y="1959150"/>
            <a:ext cx="4090872" cy="4200245"/>
          </a:xfrm>
        </p:spPr>
        <p:txBody>
          <a:bodyPr>
            <a:noAutofit/>
          </a:bodyPr>
          <a:lstStyle>
            <a:lvl1pPr marL="0" indent="0">
              <a:lnSpc>
                <a:spcPts val="2400"/>
              </a:lnSpc>
              <a:buNone/>
              <a:defRPr sz="1800" spc="2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
        <p:nvSpPr>
          <p:cNvPr id="17" name="Title 1">
            <a:extLst>
              <a:ext uri="{FF2B5EF4-FFF2-40B4-BE49-F238E27FC236}">
                <a16:creationId xmlns:a16="http://schemas.microsoft.com/office/drawing/2014/main" id="{CED336FC-6E45-4A2D-A5AB-BE24E693E093}"/>
              </a:ext>
            </a:extLst>
          </p:cNvPr>
          <p:cNvSpPr>
            <a:spLocks noGrp="1"/>
          </p:cNvSpPr>
          <p:nvPr>
            <p:ph type="title" hasCustomPrompt="1"/>
          </p:nvPr>
        </p:nvSpPr>
        <p:spPr>
          <a:xfrm>
            <a:off x="728691" y="1265849"/>
            <a:ext cx="9051731" cy="502882"/>
          </a:xfrm>
          <a:prstGeom prst="rect">
            <a:avLst/>
          </a:prstGeom>
        </p:spPr>
        <p:txBody>
          <a:bodyPr>
            <a:noAutofit/>
          </a:bodyPr>
          <a:lstStyle>
            <a:lvl1pPr>
              <a:defRPr sz="2800"/>
            </a:lvl1pPr>
          </a:lstStyle>
          <a:p>
            <a:pPr lvl="0"/>
            <a:r>
              <a:rPr lang="en-US" dirty="0"/>
              <a:t>Click to edit Master text styles</a:t>
            </a:r>
          </a:p>
        </p:txBody>
      </p:sp>
      <p:cxnSp>
        <p:nvCxnSpPr>
          <p:cNvPr id="8" name="Straight Connector 7">
            <a:extLst>
              <a:ext uri="{FF2B5EF4-FFF2-40B4-BE49-F238E27FC236}">
                <a16:creationId xmlns:a16="http://schemas.microsoft.com/office/drawing/2014/main" id="{20EB37B9-0614-41D6-8AFE-EB91B451A9F5}"/>
              </a:ext>
            </a:extLst>
          </p:cNvPr>
          <p:cNvCxnSpPr/>
          <p:nvPr userDrawn="1"/>
        </p:nvCxnSpPr>
        <p:spPr>
          <a:xfrm>
            <a:off x="614783"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9" name="Text Placeholder 3">
            <a:extLst>
              <a:ext uri="{FF2B5EF4-FFF2-40B4-BE49-F238E27FC236}">
                <a16:creationId xmlns:a16="http://schemas.microsoft.com/office/drawing/2014/main" id="{CFE8CDBB-5A4D-4444-85CC-7578EF050F69}"/>
              </a:ext>
            </a:extLst>
          </p:cNvPr>
          <p:cNvSpPr>
            <a:spLocks noGrp="1"/>
          </p:cNvSpPr>
          <p:nvPr>
            <p:ph type="body" sz="quarter" idx="12" hasCustomPrompt="1"/>
          </p:nvPr>
        </p:nvSpPr>
        <p:spPr>
          <a:xfrm>
            <a:off x="614783"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718176021"/>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wo column - Title column">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A8D6A0DE-A965-4E02-8A8B-981E2FDE590E}"/>
              </a:ext>
            </a:extLst>
          </p:cNvPr>
          <p:cNvSpPr>
            <a:spLocks noGrp="1"/>
          </p:cNvSpPr>
          <p:nvPr>
            <p:ph type="body" idx="1"/>
          </p:nvPr>
        </p:nvSpPr>
        <p:spPr>
          <a:xfrm>
            <a:off x="728687" y="1994663"/>
            <a:ext cx="4860830" cy="496095"/>
          </a:xfrm>
        </p:spPr>
        <p:txBody>
          <a:bodyPr anchor="t">
            <a:noAutofit/>
          </a:bodyPr>
          <a:lstStyle>
            <a:lvl1pPr marL="0" indent="0">
              <a:lnSpc>
                <a:spcPts val="2400"/>
              </a:lnSpc>
              <a:buNone/>
              <a:defRPr sz="1800" b="0" spc="30"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2B820F59-7539-405E-B005-C5C92782E908}"/>
              </a:ext>
            </a:extLst>
          </p:cNvPr>
          <p:cNvSpPr>
            <a:spLocks noGrp="1"/>
          </p:cNvSpPr>
          <p:nvPr>
            <p:ph sz="half" idx="2" hasCustomPrompt="1"/>
          </p:nvPr>
        </p:nvSpPr>
        <p:spPr>
          <a:xfrm>
            <a:off x="728687" y="2490758"/>
            <a:ext cx="4860830" cy="3445987"/>
          </a:xfrm>
        </p:spPr>
        <p:txBody>
          <a:bodyPr>
            <a:noAutofit/>
          </a:bodyPr>
          <a:lstStyle>
            <a:lvl1pPr marL="228600" indent="-137160">
              <a:lnSpc>
                <a:spcPts val="2400"/>
              </a:lnSpc>
              <a:buClr>
                <a:srgbClr val="009CD6"/>
              </a:buClr>
              <a:buSzPct val="104000"/>
              <a:buFont typeface="Arial" panose="020B0604020202020204" pitchFamily="34" charset="0"/>
              <a:buChar char="•"/>
              <a:defRPr sz="1800" spc="30" baseline="0"/>
            </a:lvl1pPr>
            <a:lvl2pPr marL="685800" indent="-137160">
              <a:lnSpc>
                <a:spcPts val="2400"/>
              </a:lnSpc>
              <a:buClr>
                <a:srgbClr val="009CD6"/>
              </a:buClr>
              <a:buFont typeface="Arial" panose="020B0604020202020204" pitchFamily="34" charset="0"/>
              <a:buChar char="•"/>
              <a:defRPr sz="1800" spc="30" baseline="0"/>
            </a:lvl2pPr>
          </a:lstStyle>
          <a:p>
            <a:pPr lvl="0"/>
            <a:r>
              <a:rPr lang="en-US" dirty="0"/>
              <a:t>Second level</a:t>
            </a:r>
          </a:p>
          <a:p>
            <a:pPr lvl="1"/>
            <a:r>
              <a:rPr lang="en-US" dirty="0"/>
              <a:t>Third level</a:t>
            </a:r>
          </a:p>
        </p:txBody>
      </p:sp>
      <p:sp>
        <p:nvSpPr>
          <p:cNvPr id="17" name="Text Placeholder 2">
            <a:extLst>
              <a:ext uri="{FF2B5EF4-FFF2-40B4-BE49-F238E27FC236}">
                <a16:creationId xmlns:a16="http://schemas.microsoft.com/office/drawing/2014/main" id="{9AE6D208-1F00-412A-86E9-1A7081F56572}"/>
              </a:ext>
            </a:extLst>
          </p:cNvPr>
          <p:cNvSpPr>
            <a:spLocks noGrp="1"/>
          </p:cNvSpPr>
          <p:nvPr>
            <p:ph type="body" idx="10"/>
          </p:nvPr>
        </p:nvSpPr>
        <p:spPr>
          <a:xfrm>
            <a:off x="5892510" y="1994663"/>
            <a:ext cx="4751106" cy="496095"/>
          </a:xfrm>
        </p:spPr>
        <p:txBody>
          <a:bodyPr anchor="t">
            <a:noAutofit/>
          </a:bodyPr>
          <a:lstStyle>
            <a:lvl1pPr marL="0" indent="0">
              <a:lnSpc>
                <a:spcPts val="2400"/>
              </a:lnSpc>
              <a:buNone/>
              <a:defRPr sz="1800" b="0" spc="30"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8" name="Content Placeholder 3">
            <a:extLst>
              <a:ext uri="{FF2B5EF4-FFF2-40B4-BE49-F238E27FC236}">
                <a16:creationId xmlns:a16="http://schemas.microsoft.com/office/drawing/2014/main" id="{B8B83478-806A-4C07-A7A7-0CDF7E621EB5}"/>
              </a:ext>
            </a:extLst>
          </p:cNvPr>
          <p:cNvSpPr>
            <a:spLocks noGrp="1"/>
          </p:cNvSpPr>
          <p:nvPr>
            <p:ph sz="half" idx="11" hasCustomPrompt="1"/>
          </p:nvPr>
        </p:nvSpPr>
        <p:spPr>
          <a:xfrm>
            <a:off x="5892510" y="2490758"/>
            <a:ext cx="4751106" cy="3445987"/>
          </a:xfrm>
        </p:spPr>
        <p:txBody>
          <a:bodyPr>
            <a:noAutofit/>
          </a:bodyPr>
          <a:lstStyle>
            <a:lvl1pPr marL="228600" indent="-137160">
              <a:lnSpc>
                <a:spcPts val="2400"/>
              </a:lnSpc>
              <a:buClr>
                <a:srgbClr val="009CD6"/>
              </a:buClr>
              <a:buSzPct val="104000"/>
              <a:buFont typeface="Arial" panose="020B0604020202020204" pitchFamily="34" charset="0"/>
              <a:buChar char="•"/>
              <a:defRPr sz="1800" spc="30" baseline="0"/>
            </a:lvl1pPr>
            <a:lvl2pPr marL="685800" indent="-137160">
              <a:lnSpc>
                <a:spcPts val="2400"/>
              </a:lnSpc>
              <a:buClr>
                <a:srgbClr val="009CD6"/>
              </a:buClr>
              <a:buFont typeface="Arial" panose="020B0604020202020204" pitchFamily="34" charset="0"/>
              <a:buChar char="•"/>
              <a:defRPr sz="1800" spc="30" baseline="0"/>
            </a:lvl2pPr>
          </a:lstStyle>
          <a:p>
            <a:pPr lvl="0"/>
            <a:r>
              <a:rPr lang="en-US" dirty="0"/>
              <a:t>Second level</a:t>
            </a:r>
          </a:p>
          <a:p>
            <a:pPr lvl="1"/>
            <a:r>
              <a:rPr lang="en-US" dirty="0"/>
              <a:t>Third level</a:t>
            </a:r>
          </a:p>
        </p:txBody>
      </p:sp>
      <p:sp>
        <p:nvSpPr>
          <p:cNvPr id="13" name="Title 1">
            <a:extLst>
              <a:ext uri="{FF2B5EF4-FFF2-40B4-BE49-F238E27FC236}">
                <a16:creationId xmlns:a16="http://schemas.microsoft.com/office/drawing/2014/main" id="{20A48B77-BCF1-4349-8EF0-B33A1789375A}"/>
              </a:ext>
            </a:extLst>
          </p:cNvPr>
          <p:cNvSpPr>
            <a:spLocks noGrp="1"/>
          </p:cNvSpPr>
          <p:nvPr>
            <p:ph type="title" hasCustomPrompt="1"/>
          </p:nvPr>
        </p:nvSpPr>
        <p:spPr>
          <a:xfrm>
            <a:off x="728687" y="1238515"/>
            <a:ext cx="9914929" cy="635902"/>
          </a:xfrm>
          <a:prstGeom prst="rect">
            <a:avLst/>
          </a:prstGeom>
        </p:spPr>
        <p:txBody>
          <a:bodyPr>
            <a:noAutofit/>
          </a:bodyPr>
          <a:lstStyle>
            <a:lvl1pPr>
              <a:defRPr sz="2800"/>
            </a:lvl1pPr>
          </a:lstStyle>
          <a:p>
            <a:pPr lvl="0"/>
            <a:r>
              <a:rPr lang="en-US" dirty="0"/>
              <a:t>Click to edit Master text styles</a:t>
            </a:r>
          </a:p>
        </p:txBody>
      </p:sp>
      <p:cxnSp>
        <p:nvCxnSpPr>
          <p:cNvPr id="11" name="Straight Connector 10">
            <a:extLst>
              <a:ext uri="{FF2B5EF4-FFF2-40B4-BE49-F238E27FC236}">
                <a16:creationId xmlns:a16="http://schemas.microsoft.com/office/drawing/2014/main" id="{CCE4054A-3251-41A6-8BA5-67C64EF3E610}"/>
              </a:ext>
            </a:extLst>
          </p:cNvPr>
          <p:cNvCxnSpPr/>
          <p:nvPr userDrawn="1"/>
        </p:nvCxnSpPr>
        <p:spPr>
          <a:xfrm>
            <a:off x="614780"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2" name="Text Placeholder 3">
            <a:extLst>
              <a:ext uri="{FF2B5EF4-FFF2-40B4-BE49-F238E27FC236}">
                <a16:creationId xmlns:a16="http://schemas.microsoft.com/office/drawing/2014/main" id="{F8E1AD81-2712-4CFB-B585-60CDC561D6F4}"/>
              </a:ext>
            </a:extLst>
          </p:cNvPr>
          <p:cNvSpPr>
            <a:spLocks noGrp="1"/>
          </p:cNvSpPr>
          <p:nvPr>
            <p:ph type="body" sz="quarter" idx="12" hasCustomPrompt="1"/>
          </p:nvPr>
        </p:nvSpPr>
        <p:spPr>
          <a:xfrm>
            <a:off x="614780"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88038879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wo column bullet list">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DC078E5A-AB76-4634-8AD9-64C991C6FC02}"/>
              </a:ext>
            </a:extLst>
          </p:cNvPr>
          <p:cNvSpPr>
            <a:spLocks noGrp="1"/>
          </p:cNvSpPr>
          <p:nvPr>
            <p:ph sz="half" idx="1" hasCustomPrompt="1"/>
          </p:nvPr>
        </p:nvSpPr>
        <p:spPr>
          <a:xfrm>
            <a:off x="721372" y="2040524"/>
            <a:ext cx="4393315" cy="4125355"/>
          </a:xfrm>
        </p:spPr>
        <p:txBody>
          <a:bodyPr>
            <a:noAutofit/>
          </a:bodyPr>
          <a:lstStyle>
            <a:lvl1pPr marL="228600" indent="-137160">
              <a:buClr>
                <a:srgbClr val="009CD6"/>
              </a:buClr>
              <a:buFont typeface="Arial" panose="020B0604020202020204" pitchFamily="34" charset="0"/>
              <a:buChar char="•"/>
              <a:defRPr lang="en-US" spc="20" dirty="0"/>
            </a:lvl1pPr>
            <a:lvl2pPr marL="685800" indent="-137160">
              <a:buClr>
                <a:srgbClr val="009CD6"/>
              </a:buClr>
              <a:buFont typeface="Arial" panose="020B0604020202020204" pitchFamily="34" charset="0"/>
              <a:buChar char="•"/>
              <a:defRPr lang="en-US" spc="20" dirty="0"/>
            </a:lvl2pPr>
            <a:lvl3pPr marL="1143000" indent="-137160">
              <a:buClr>
                <a:srgbClr val="009CD6"/>
              </a:buClr>
              <a:buFont typeface="Arial" panose="020B0604020202020204" pitchFamily="34" charset="0"/>
              <a:buChar char="•"/>
              <a:defRPr lang="en-US" spc="20" dirty="0"/>
            </a:lvl3pPr>
            <a:lvl4pPr marL="1600200" indent="-137160">
              <a:buClr>
                <a:srgbClr val="009CD6"/>
              </a:buClr>
              <a:buFont typeface="Arial" panose="020B0604020202020204" pitchFamily="34" charset="0"/>
              <a:buChar char="•"/>
              <a:defRPr lang="en-US" spc="20" dirty="0"/>
            </a:lvl4pPr>
            <a:lvl5pPr>
              <a:buClr>
                <a:srgbClr val="5B9BD5"/>
              </a:buClr>
              <a:defRPr spc="0"/>
            </a:lvl5p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4" name="Content Placeholder 3">
            <a:extLst>
              <a:ext uri="{FF2B5EF4-FFF2-40B4-BE49-F238E27FC236}">
                <a16:creationId xmlns:a16="http://schemas.microsoft.com/office/drawing/2014/main" id="{4198F227-A22B-432C-84DE-6E0A3BE38D63}"/>
              </a:ext>
            </a:extLst>
          </p:cNvPr>
          <p:cNvSpPr>
            <a:spLocks noGrp="1"/>
          </p:cNvSpPr>
          <p:nvPr>
            <p:ph sz="half" idx="2" hasCustomPrompt="1"/>
          </p:nvPr>
        </p:nvSpPr>
        <p:spPr>
          <a:xfrm>
            <a:off x="5460255" y="2040523"/>
            <a:ext cx="4393316" cy="4126191"/>
          </a:xfrm>
        </p:spPr>
        <p:txBody>
          <a:bodyPr>
            <a:noAutofit/>
          </a:bodyPr>
          <a:lstStyle>
            <a:lvl1pPr marL="228600" indent="-137160">
              <a:buClr>
                <a:srgbClr val="009CD6"/>
              </a:buClr>
              <a:buFont typeface="Arial" panose="020B0604020202020204" pitchFamily="34" charset="0"/>
              <a:buChar char="•"/>
              <a:defRPr lang="en-US" spc="20" dirty="0"/>
            </a:lvl1pPr>
            <a:lvl2pPr marL="685800" indent="-137160">
              <a:buClr>
                <a:srgbClr val="009CD6"/>
              </a:buClr>
              <a:buFont typeface="Arial" panose="020B0604020202020204" pitchFamily="34" charset="0"/>
              <a:buChar char="•"/>
              <a:defRPr lang="en-US" spc="20" dirty="0"/>
            </a:lvl2pPr>
            <a:lvl3pPr marL="1143000" indent="-137160">
              <a:buClr>
                <a:srgbClr val="009CD6"/>
              </a:buClr>
              <a:buFont typeface="Arial" panose="020B0604020202020204" pitchFamily="34" charset="0"/>
              <a:buChar char="•"/>
              <a:defRPr lang="en-US" spc="20" dirty="0"/>
            </a:lvl3pPr>
            <a:lvl4pPr marL="1600200" indent="-137160">
              <a:buClr>
                <a:srgbClr val="009CD6"/>
              </a:buClr>
              <a:buFont typeface="Arial" panose="020B0604020202020204" pitchFamily="34" charset="0"/>
              <a:buChar char="•"/>
              <a:defRPr lang="en-US" spc="20" dirty="0"/>
            </a:lvl4pPr>
            <a:lvl5pPr>
              <a:buClr>
                <a:srgbClr val="5B9BD5"/>
              </a:buClr>
              <a:defRPr spc="0"/>
            </a:lvl5p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10" name="Title 1">
            <a:extLst>
              <a:ext uri="{FF2B5EF4-FFF2-40B4-BE49-F238E27FC236}">
                <a16:creationId xmlns:a16="http://schemas.microsoft.com/office/drawing/2014/main" id="{D346557F-F9B0-433A-9FC1-56C38B19DE9B}"/>
              </a:ext>
            </a:extLst>
          </p:cNvPr>
          <p:cNvSpPr>
            <a:spLocks noGrp="1"/>
          </p:cNvSpPr>
          <p:nvPr>
            <p:ph type="title" hasCustomPrompt="1"/>
          </p:nvPr>
        </p:nvSpPr>
        <p:spPr>
          <a:xfrm>
            <a:off x="721373" y="1251017"/>
            <a:ext cx="9132198" cy="565079"/>
          </a:xfrm>
          <a:prstGeom prst="rect">
            <a:avLst/>
          </a:prstGeom>
        </p:spPr>
        <p:txBody>
          <a:bodyPr>
            <a:noAutofit/>
          </a:bodyPr>
          <a:lstStyle>
            <a:lvl1pPr>
              <a:defRPr sz="2800"/>
            </a:lvl1pPr>
          </a:lstStyle>
          <a:p>
            <a:pPr lvl="0"/>
            <a:r>
              <a:rPr lang="en-US" dirty="0"/>
              <a:t>Click to edit Master text styles</a:t>
            </a:r>
          </a:p>
        </p:txBody>
      </p:sp>
      <p:cxnSp>
        <p:nvCxnSpPr>
          <p:cNvPr id="12" name="Straight Connector 11">
            <a:extLst>
              <a:ext uri="{FF2B5EF4-FFF2-40B4-BE49-F238E27FC236}">
                <a16:creationId xmlns:a16="http://schemas.microsoft.com/office/drawing/2014/main" id="{56157FF2-E1F2-41A6-A3CB-3DE59785DD4D}"/>
              </a:ext>
            </a:extLst>
          </p:cNvPr>
          <p:cNvCxnSpPr/>
          <p:nvPr userDrawn="1"/>
        </p:nvCxnSpPr>
        <p:spPr>
          <a:xfrm>
            <a:off x="614780"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3" name="Text Placeholder 3">
            <a:extLst>
              <a:ext uri="{FF2B5EF4-FFF2-40B4-BE49-F238E27FC236}">
                <a16:creationId xmlns:a16="http://schemas.microsoft.com/office/drawing/2014/main" id="{E8A78C8E-6713-4582-84CE-8C8A0FE572A4}"/>
              </a:ext>
            </a:extLst>
          </p:cNvPr>
          <p:cNvSpPr>
            <a:spLocks noGrp="1"/>
          </p:cNvSpPr>
          <p:nvPr>
            <p:ph type="body" sz="quarter" idx="12" hasCustomPrompt="1"/>
          </p:nvPr>
        </p:nvSpPr>
        <p:spPr>
          <a:xfrm>
            <a:off x="614780"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95137490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One column text">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2CF752D4-D41F-48C8-BC93-770A10B9CEFC}"/>
              </a:ext>
            </a:extLst>
          </p:cNvPr>
          <p:cNvSpPr>
            <a:spLocks noGrp="1"/>
          </p:cNvSpPr>
          <p:nvPr>
            <p:ph type="body" sz="half" idx="2" hasCustomPrompt="1"/>
          </p:nvPr>
        </p:nvSpPr>
        <p:spPr>
          <a:xfrm>
            <a:off x="737226" y="1975104"/>
            <a:ext cx="6256106" cy="4210543"/>
          </a:xfrm>
        </p:spPr>
        <p:txBody>
          <a:bodyPr>
            <a:noAutofit/>
          </a:bodyPr>
          <a:lstStyle>
            <a:lvl1pPr marL="0" indent="0">
              <a:lnSpc>
                <a:spcPts val="2400"/>
              </a:lnSpc>
              <a:buNone/>
              <a:defRPr sz="1800" spc="2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
        <p:nvSpPr>
          <p:cNvPr id="10" name="Title 1">
            <a:extLst>
              <a:ext uri="{FF2B5EF4-FFF2-40B4-BE49-F238E27FC236}">
                <a16:creationId xmlns:a16="http://schemas.microsoft.com/office/drawing/2014/main" id="{3F01D386-9240-4F38-9F1C-4325351B05E1}"/>
              </a:ext>
            </a:extLst>
          </p:cNvPr>
          <p:cNvSpPr>
            <a:spLocks noGrp="1"/>
          </p:cNvSpPr>
          <p:nvPr>
            <p:ph type="title" hasCustomPrompt="1"/>
          </p:nvPr>
        </p:nvSpPr>
        <p:spPr>
          <a:xfrm>
            <a:off x="737225" y="1261501"/>
            <a:ext cx="7177821" cy="542146"/>
          </a:xfrm>
          <a:prstGeom prst="rect">
            <a:avLst/>
          </a:prstGeom>
        </p:spPr>
        <p:txBody>
          <a:bodyPr>
            <a:noAutofit/>
          </a:bodyPr>
          <a:lstStyle>
            <a:lvl1pPr>
              <a:defRPr sz="2800"/>
            </a:lvl1pPr>
          </a:lstStyle>
          <a:p>
            <a:pPr lvl="0"/>
            <a:r>
              <a:rPr lang="en-US" dirty="0"/>
              <a:t>Click to edit Master text styles</a:t>
            </a:r>
          </a:p>
        </p:txBody>
      </p:sp>
      <p:cxnSp>
        <p:nvCxnSpPr>
          <p:cNvPr id="8" name="Straight Connector 7">
            <a:extLst>
              <a:ext uri="{FF2B5EF4-FFF2-40B4-BE49-F238E27FC236}">
                <a16:creationId xmlns:a16="http://schemas.microsoft.com/office/drawing/2014/main" id="{015B0268-1877-4B50-85FE-85F64126C828}"/>
              </a:ext>
            </a:extLst>
          </p:cNvPr>
          <p:cNvCxnSpPr/>
          <p:nvPr userDrawn="1"/>
        </p:nvCxnSpPr>
        <p:spPr>
          <a:xfrm>
            <a:off x="607468"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9" name="Text Placeholder 3">
            <a:extLst>
              <a:ext uri="{FF2B5EF4-FFF2-40B4-BE49-F238E27FC236}">
                <a16:creationId xmlns:a16="http://schemas.microsoft.com/office/drawing/2014/main" id="{716C6763-4EEE-47FB-A7AD-A329AC03860D}"/>
              </a:ext>
            </a:extLst>
          </p:cNvPr>
          <p:cNvSpPr>
            <a:spLocks noGrp="1"/>
          </p:cNvSpPr>
          <p:nvPr>
            <p:ph type="body" sz="quarter" idx="10" hasCustomPrompt="1"/>
          </p:nvPr>
        </p:nvSpPr>
        <p:spPr>
          <a:xfrm>
            <a:off x="607468"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144347215"/>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itle + Large image">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AA9A3B-CF71-48AC-B4B0-550E5EC772C1}"/>
              </a:ext>
            </a:extLst>
          </p:cNvPr>
          <p:cNvSpPr>
            <a:spLocks noGrp="1"/>
          </p:cNvSpPr>
          <p:nvPr>
            <p:ph type="title"/>
          </p:nvPr>
        </p:nvSpPr>
        <p:spPr>
          <a:xfrm>
            <a:off x="716483" y="1234865"/>
            <a:ext cx="10313024" cy="635902"/>
          </a:xfrm>
          <a:prstGeom prst="rect">
            <a:avLst/>
          </a:prstGeom>
        </p:spPr>
        <p:txBody>
          <a:bodyPr anchor="t"/>
          <a:lstStyle>
            <a:lvl1pPr>
              <a:defRPr sz="2800"/>
            </a:lvl1pPr>
          </a:lstStyle>
          <a:p>
            <a:r>
              <a:rPr lang="en-US"/>
              <a:t>Click to edit Master title style</a:t>
            </a:r>
            <a:endParaRPr lang="en-US" dirty="0"/>
          </a:p>
        </p:txBody>
      </p:sp>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733313" y="1927476"/>
            <a:ext cx="10700345" cy="4218130"/>
          </a:xfrm>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cxnSp>
        <p:nvCxnSpPr>
          <p:cNvPr id="6" name="Straight Connector 5">
            <a:extLst>
              <a:ext uri="{FF2B5EF4-FFF2-40B4-BE49-F238E27FC236}">
                <a16:creationId xmlns:a16="http://schemas.microsoft.com/office/drawing/2014/main" id="{9B8B0405-4014-43E6-B303-902A4F998E13}"/>
              </a:ext>
            </a:extLst>
          </p:cNvPr>
          <p:cNvCxnSpPr/>
          <p:nvPr userDrawn="1"/>
        </p:nvCxnSpPr>
        <p:spPr>
          <a:xfrm>
            <a:off x="614783"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7" name="Text Placeholder 3">
            <a:extLst>
              <a:ext uri="{FF2B5EF4-FFF2-40B4-BE49-F238E27FC236}">
                <a16:creationId xmlns:a16="http://schemas.microsoft.com/office/drawing/2014/main" id="{B69F8470-F06D-4D52-9A69-30EBD8DA6096}"/>
              </a:ext>
            </a:extLst>
          </p:cNvPr>
          <p:cNvSpPr>
            <a:spLocks noGrp="1"/>
          </p:cNvSpPr>
          <p:nvPr>
            <p:ph type="body" sz="quarter" idx="10" hasCustomPrompt="1"/>
          </p:nvPr>
        </p:nvSpPr>
        <p:spPr>
          <a:xfrm>
            <a:off x="614783"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4139101432"/>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Left image - S">
    <p:spTree>
      <p:nvGrpSpPr>
        <p:cNvPr id="1" name=""/>
        <p:cNvGrpSpPr/>
        <p:nvPr/>
      </p:nvGrpSpPr>
      <p:grpSpPr>
        <a:xfrm>
          <a:off x="0" y="0"/>
          <a:ext cx="0" cy="0"/>
          <a:chOff x="0" y="0"/>
          <a:chExt cx="0" cy="0"/>
        </a:xfrm>
      </p:grpSpPr>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0" y="-1"/>
            <a:ext cx="5165650" cy="6858000"/>
          </a:xfrm>
          <a:solidFill>
            <a:srgbClr val="F7F7F7"/>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11" name="Title 1">
            <a:extLst>
              <a:ext uri="{FF2B5EF4-FFF2-40B4-BE49-F238E27FC236}">
                <a16:creationId xmlns:a16="http://schemas.microsoft.com/office/drawing/2014/main" id="{A421150D-F679-4DFA-93CF-0E5480CC490F}"/>
              </a:ext>
            </a:extLst>
          </p:cNvPr>
          <p:cNvSpPr>
            <a:spLocks noGrp="1"/>
          </p:cNvSpPr>
          <p:nvPr>
            <p:ph type="title" hasCustomPrompt="1"/>
          </p:nvPr>
        </p:nvSpPr>
        <p:spPr>
          <a:xfrm>
            <a:off x="5593557" y="1241625"/>
            <a:ext cx="6000749" cy="480131"/>
          </a:xfrm>
          <a:prstGeom prst="rect">
            <a:avLst/>
          </a:prstGeom>
        </p:spPr>
        <p:txBody>
          <a:bodyPr wrap="square">
            <a:spAutoFit/>
          </a:bodyPr>
          <a:lstStyle>
            <a:lvl1pPr>
              <a:defRPr sz="2800"/>
            </a:lvl1pPr>
          </a:lstStyle>
          <a:p>
            <a:pPr lvl="0"/>
            <a:r>
              <a:rPr lang="en-US" dirty="0"/>
              <a:t>Click to edit Master text styles</a:t>
            </a:r>
          </a:p>
        </p:txBody>
      </p:sp>
      <p:cxnSp>
        <p:nvCxnSpPr>
          <p:cNvPr id="17" name="Straight Connector 16">
            <a:extLst>
              <a:ext uri="{FF2B5EF4-FFF2-40B4-BE49-F238E27FC236}">
                <a16:creationId xmlns:a16="http://schemas.microsoft.com/office/drawing/2014/main" id="{7F1DE310-EEBE-4571-9348-190C69629E15}"/>
              </a:ext>
            </a:extLst>
          </p:cNvPr>
          <p:cNvCxnSpPr/>
          <p:nvPr userDrawn="1"/>
        </p:nvCxnSpPr>
        <p:spPr>
          <a:xfrm>
            <a:off x="5500046"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4C777EF-FC93-4970-9186-9F729BE94473}"/>
              </a:ext>
            </a:extLst>
          </p:cNvPr>
          <p:cNvSpPr>
            <a:spLocks noGrp="1"/>
          </p:cNvSpPr>
          <p:nvPr>
            <p:ph type="body" sz="quarter" idx="10" hasCustomPrompt="1"/>
          </p:nvPr>
        </p:nvSpPr>
        <p:spPr>
          <a:xfrm>
            <a:off x="5500046"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3" name="Text Placeholder 3">
            <a:extLst>
              <a:ext uri="{FF2B5EF4-FFF2-40B4-BE49-F238E27FC236}">
                <a16:creationId xmlns:a16="http://schemas.microsoft.com/office/drawing/2014/main" id="{BD03799A-7C35-4CAA-BE06-C4A99AE98261}"/>
              </a:ext>
            </a:extLst>
          </p:cNvPr>
          <p:cNvSpPr>
            <a:spLocks noGrp="1"/>
          </p:cNvSpPr>
          <p:nvPr>
            <p:ph type="body" sz="half" idx="2" hasCustomPrompt="1"/>
          </p:nvPr>
        </p:nvSpPr>
        <p:spPr>
          <a:xfrm>
            <a:off x="5593546" y="1796208"/>
            <a:ext cx="6000749" cy="3820167"/>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2652770387"/>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Left image - M">
    <p:spTree>
      <p:nvGrpSpPr>
        <p:cNvPr id="1" name=""/>
        <p:cNvGrpSpPr/>
        <p:nvPr/>
      </p:nvGrpSpPr>
      <p:grpSpPr>
        <a:xfrm>
          <a:off x="0" y="0"/>
          <a:ext cx="0" cy="0"/>
          <a:chOff x="0" y="0"/>
          <a:chExt cx="0" cy="0"/>
        </a:xfrm>
      </p:grpSpPr>
      <p:sp>
        <p:nvSpPr>
          <p:cNvPr id="9" name="Picture Placeholder 2">
            <a:extLst>
              <a:ext uri="{FF2B5EF4-FFF2-40B4-BE49-F238E27FC236}">
                <a16:creationId xmlns:a16="http://schemas.microsoft.com/office/drawing/2014/main" id="{E364E913-4A6A-4F3B-B209-831A75170B72}"/>
              </a:ext>
            </a:extLst>
          </p:cNvPr>
          <p:cNvSpPr>
            <a:spLocks noGrp="1"/>
          </p:cNvSpPr>
          <p:nvPr>
            <p:ph type="pic" idx="1" hasCustomPrompt="1"/>
          </p:nvPr>
        </p:nvSpPr>
        <p:spPr>
          <a:xfrm>
            <a:off x="0" y="-1"/>
            <a:ext cx="6092751" cy="6858000"/>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8" name="Title 1">
            <a:extLst>
              <a:ext uri="{FF2B5EF4-FFF2-40B4-BE49-F238E27FC236}">
                <a16:creationId xmlns:a16="http://schemas.microsoft.com/office/drawing/2014/main" id="{E30453B6-BE94-4D10-99CD-4F6557992EA0}"/>
              </a:ext>
            </a:extLst>
          </p:cNvPr>
          <p:cNvSpPr>
            <a:spLocks noGrp="1"/>
          </p:cNvSpPr>
          <p:nvPr>
            <p:ph type="title" hasCustomPrompt="1"/>
          </p:nvPr>
        </p:nvSpPr>
        <p:spPr>
          <a:xfrm>
            <a:off x="6561735" y="1241625"/>
            <a:ext cx="5018228" cy="867930"/>
          </a:xfrm>
          <a:prstGeom prst="rect">
            <a:avLst/>
          </a:prstGeom>
        </p:spPr>
        <p:txBody>
          <a:bodyPr wrap="square">
            <a:spAutoFit/>
          </a:bodyPr>
          <a:lstStyle>
            <a:lvl1pPr>
              <a:defRPr sz="2800"/>
            </a:lvl1pPr>
          </a:lstStyle>
          <a:p>
            <a:pPr lvl="0"/>
            <a:r>
              <a:rPr lang="en-US" dirty="0"/>
              <a:t>Click to edit Master text styles  </a:t>
            </a:r>
          </a:p>
        </p:txBody>
      </p:sp>
      <p:cxnSp>
        <p:nvCxnSpPr>
          <p:cNvPr id="11" name="Straight Connector 10">
            <a:extLst>
              <a:ext uri="{FF2B5EF4-FFF2-40B4-BE49-F238E27FC236}">
                <a16:creationId xmlns:a16="http://schemas.microsoft.com/office/drawing/2014/main" id="{076CAFA7-68AE-4EAD-BE3A-A5B16D9D3552}"/>
              </a:ext>
            </a:extLst>
          </p:cNvPr>
          <p:cNvCxnSpPr/>
          <p:nvPr userDrawn="1"/>
        </p:nvCxnSpPr>
        <p:spPr>
          <a:xfrm>
            <a:off x="646823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4" name="Text Placeholder 3">
            <a:extLst>
              <a:ext uri="{FF2B5EF4-FFF2-40B4-BE49-F238E27FC236}">
                <a16:creationId xmlns:a16="http://schemas.microsoft.com/office/drawing/2014/main" id="{A8F2FE0A-3A4C-445D-8290-44FCEA3F5955}"/>
              </a:ext>
            </a:extLst>
          </p:cNvPr>
          <p:cNvSpPr>
            <a:spLocks noGrp="1"/>
          </p:cNvSpPr>
          <p:nvPr>
            <p:ph type="body" sz="quarter" idx="10" hasCustomPrompt="1"/>
          </p:nvPr>
        </p:nvSpPr>
        <p:spPr>
          <a:xfrm>
            <a:off x="6468234"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5" name="Text Placeholder 3">
            <a:extLst>
              <a:ext uri="{FF2B5EF4-FFF2-40B4-BE49-F238E27FC236}">
                <a16:creationId xmlns:a16="http://schemas.microsoft.com/office/drawing/2014/main" id="{C9AD2564-EF06-46B2-95AF-0FC81EEDCC98}"/>
              </a:ext>
            </a:extLst>
          </p:cNvPr>
          <p:cNvSpPr>
            <a:spLocks noGrp="1"/>
          </p:cNvSpPr>
          <p:nvPr>
            <p:ph type="body" sz="half" idx="2" hasCustomPrompt="1"/>
          </p:nvPr>
        </p:nvSpPr>
        <p:spPr>
          <a:xfrm>
            <a:off x="6561734" y="2245766"/>
            <a:ext cx="5018229" cy="3920948"/>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3255004176"/>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Left image - L">
    <p:bg>
      <p:bgPr>
        <a:solidFill>
          <a:schemeClr val="bg1"/>
        </a:solidFill>
        <a:effectLst/>
      </p:bgPr>
    </p:bg>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2CB99501-2A5A-45F8-BACF-23701FE68337}"/>
              </a:ext>
            </a:extLst>
          </p:cNvPr>
          <p:cNvSpPr>
            <a:spLocks noGrp="1"/>
          </p:cNvSpPr>
          <p:nvPr>
            <p:ph type="pic" idx="1" hasCustomPrompt="1"/>
          </p:nvPr>
        </p:nvSpPr>
        <p:spPr>
          <a:xfrm>
            <a:off x="0" y="0"/>
            <a:ext cx="6997698" cy="6857999"/>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picture here</a:t>
            </a:r>
          </a:p>
        </p:txBody>
      </p:sp>
      <p:sp>
        <p:nvSpPr>
          <p:cNvPr id="4" name="Text Placeholder 3">
            <a:extLst>
              <a:ext uri="{FF2B5EF4-FFF2-40B4-BE49-F238E27FC236}">
                <a16:creationId xmlns:a16="http://schemas.microsoft.com/office/drawing/2014/main" id="{4CE260B5-3078-4CFA-A43A-D57EA4E988F4}"/>
              </a:ext>
            </a:extLst>
          </p:cNvPr>
          <p:cNvSpPr>
            <a:spLocks noGrp="1"/>
          </p:cNvSpPr>
          <p:nvPr>
            <p:ph type="body" sz="half" idx="2"/>
          </p:nvPr>
        </p:nvSpPr>
        <p:spPr>
          <a:xfrm>
            <a:off x="7404579" y="2228472"/>
            <a:ext cx="4204643" cy="3936800"/>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9" name="Title 1">
            <a:extLst>
              <a:ext uri="{FF2B5EF4-FFF2-40B4-BE49-F238E27FC236}">
                <a16:creationId xmlns:a16="http://schemas.microsoft.com/office/drawing/2014/main" id="{6147FA91-C242-46DD-BE23-48F41CC2970C}"/>
              </a:ext>
            </a:extLst>
          </p:cNvPr>
          <p:cNvSpPr>
            <a:spLocks noGrp="1"/>
          </p:cNvSpPr>
          <p:nvPr>
            <p:ph type="title" hasCustomPrompt="1"/>
          </p:nvPr>
        </p:nvSpPr>
        <p:spPr>
          <a:xfrm>
            <a:off x="7404579" y="1218965"/>
            <a:ext cx="4255850" cy="933507"/>
          </a:xfrm>
          <a:prstGeom prst="rect">
            <a:avLst/>
          </a:prstGeom>
        </p:spPr>
        <p:txBody>
          <a:bodyPr anchor="t">
            <a:noAutofit/>
          </a:bodyPr>
          <a:lstStyle>
            <a:lvl1pPr>
              <a:defRPr sz="2800"/>
            </a:lvl1pPr>
          </a:lstStyle>
          <a:p>
            <a:pPr lvl="0"/>
            <a:r>
              <a:rPr lang="en-US" dirty="0"/>
              <a:t>Click to edit Master text styles</a:t>
            </a:r>
          </a:p>
        </p:txBody>
      </p:sp>
      <p:cxnSp>
        <p:nvCxnSpPr>
          <p:cNvPr id="7" name="Straight Connector 6">
            <a:extLst>
              <a:ext uri="{FF2B5EF4-FFF2-40B4-BE49-F238E27FC236}">
                <a16:creationId xmlns:a16="http://schemas.microsoft.com/office/drawing/2014/main" id="{20EEAF69-B649-4DD9-BE4A-CC1FC2864BDE}"/>
              </a:ext>
            </a:extLst>
          </p:cNvPr>
          <p:cNvCxnSpPr/>
          <p:nvPr userDrawn="1"/>
        </p:nvCxnSpPr>
        <p:spPr>
          <a:xfrm>
            <a:off x="735337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8" name="Text Placeholder 3">
            <a:extLst>
              <a:ext uri="{FF2B5EF4-FFF2-40B4-BE49-F238E27FC236}">
                <a16:creationId xmlns:a16="http://schemas.microsoft.com/office/drawing/2014/main" id="{822686E3-ED91-4402-ABE9-E10A74CBDBB8}"/>
              </a:ext>
            </a:extLst>
          </p:cNvPr>
          <p:cNvSpPr>
            <a:spLocks noGrp="1"/>
          </p:cNvSpPr>
          <p:nvPr>
            <p:ph type="body" sz="quarter" idx="10" hasCustomPrompt="1"/>
          </p:nvPr>
        </p:nvSpPr>
        <p:spPr>
          <a:xfrm>
            <a:off x="7353375" y="313371"/>
            <a:ext cx="4307054"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425363925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Right image - S ">
    <p:spTree>
      <p:nvGrpSpPr>
        <p:cNvPr id="1" name=""/>
        <p:cNvGrpSpPr/>
        <p:nvPr/>
      </p:nvGrpSpPr>
      <p:grpSpPr>
        <a:xfrm>
          <a:off x="0" y="0"/>
          <a:ext cx="0" cy="0"/>
          <a:chOff x="0" y="0"/>
          <a:chExt cx="0" cy="0"/>
        </a:xfrm>
      </p:grpSpPr>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7026350" y="-1"/>
            <a:ext cx="5165650" cy="6858000"/>
          </a:xfrm>
          <a:solidFill>
            <a:srgbClr val="F7F7F7"/>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11" name="Title 1">
            <a:extLst>
              <a:ext uri="{FF2B5EF4-FFF2-40B4-BE49-F238E27FC236}">
                <a16:creationId xmlns:a16="http://schemas.microsoft.com/office/drawing/2014/main" id="{A421150D-F679-4DFA-93CF-0E5480CC490F}"/>
              </a:ext>
            </a:extLst>
          </p:cNvPr>
          <p:cNvSpPr>
            <a:spLocks noGrp="1"/>
          </p:cNvSpPr>
          <p:nvPr>
            <p:ph type="title" hasCustomPrompt="1"/>
          </p:nvPr>
        </p:nvSpPr>
        <p:spPr>
          <a:xfrm>
            <a:off x="692373" y="1241625"/>
            <a:ext cx="6000749" cy="480131"/>
          </a:xfrm>
          <a:prstGeom prst="rect">
            <a:avLst/>
          </a:prstGeom>
        </p:spPr>
        <p:txBody>
          <a:bodyPr wrap="square">
            <a:spAutoFit/>
          </a:bodyPr>
          <a:lstStyle>
            <a:lvl1pPr>
              <a:defRPr sz="2800"/>
            </a:lvl1pPr>
          </a:lstStyle>
          <a:p>
            <a:pPr lvl="0"/>
            <a:r>
              <a:rPr lang="en-US" dirty="0"/>
              <a:t>Click to edit Master text styles</a:t>
            </a:r>
          </a:p>
        </p:txBody>
      </p:sp>
      <p:cxnSp>
        <p:nvCxnSpPr>
          <p:cNvPr id="17" name="Straight Connector 16">
            <a:extLst>
              <a:ext uri="{FF2B5EF4-FFF2-40B4-BE49-F238E27FC236}">
                <a16:creationId xmlns:a16="http://schemas.microsoft.com/office/drawing/2014/main" id="{7F1DE310-EEBE-4571-9348-190C69629E15}"/>
              </a:ext>
            </a:extLst>
          </p:cNvPr>
          <p:cNvCxnSpPr/>
          <p:nvPr userDrawn="1"/>
        </p:nvCxnSpPr>
        <p:spPr>
          <a:xfrm>
            <a:off x="598862"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4C777EF-FC93-4970-9186-9F729BE94473}"/>
              </a:ext>
            </a:extLst>
          </p:cNvPr>
          <p:cNvSpPr>
            <a:spLocks noGrp="1"/>
          </p:cNvSpPr>
          <p:nvPr>
            <p:ph type="body" sz="quarter" idx="10" hasCustomPrompt="1"/>
          </p:nvPr>
        </p:nvSpPr>
        <p:spPr>
          <a:xfrm>
            <a:off x="598862"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3" name="Text Placeholder 3">
            <a:extLst>
              <a:ext uri="{FF2B5EF4-FFF2-40B4-BE49-F238E27FC236}">
                <a16:creationId xmlns:a16="http://schemas.microsoft.com/office/drawing/2014/main" id="{BD03799A-7C35-4CAA-BE06-C4A99AE98261}"/>
              </a:ext>
            </a:extLst>
          </p:cNvPr>
          <p:cNvSpPr>
            <a:spLocks noGrp="1"/>
          </p:cNvSpPr>
          <p:nvPr>
            <p:ph type="body" sz="half" idx="2" hasCustomPrompt="1"/>
          </p:nvPr>
        </p:nvSpPr>
        <p:spPr>
          <a:xfrm>
            <a:off x="692362" y="1796208"/>
            <a:ext cx="6000749" cy="3820167"/>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2682314598"/>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Right image - M">
    <p:spTree>
      <p:nvGrpSpPr>
        <p:cNvPr id="1" name=""/>
        <p:cNvGrpSpPr/>
        <p:nvPr/>
      </p:nvGrpSpPr>
      <p:grpSpPr>
        <a:xfrm>
          <a:off x="0" y="0"/>
          <a:ext cx="0" cy="0"/>
          <a:chOff x="0" y="0"/>
          <a:chExt cx="0" cy="0"/>
        </a:xfrm>
      </p:grpSpPr>
      <p:sp>
        <p:nvSpPr>
          <p:cNvPr id="9" name="Picture Placeholder 2">
            <a:extLst>
              <a:ext uri="{FF2B5EF4-FFF2-40B4-BE49-F238E27FC236}">
                <a16:creationId xmlns:a16="http://schemas.microsoft.com/office/drawing/2014/main" id="{E364E913-4A6A-4F3B-B209-831A75170B72}"/>
              </a:ext>
            </a:extLst>
          </p:cNvPr>
          <p:cNvSpPr>
            <a:spLocks noGrp="1"/>
          </p:cNvSpPr>
          <p:nvPr>
            <p:ph type="pic" idx="1" hasCustomPrompt="1"/>
          </p:nvPr>
        </p:nvSpPr>
        <p:spPr>
          <a:xfrm>
            <a:off x="6096000" y="-1"/>
            <a:ext cx="6092751" cy="6858000"/>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8" name="Title 1">
            <a:extLst>
              <a:ext uri="{FF2B5EF4-FFF2-40B4-BE49-F238E27FC236}">
                <a16:creationId xmlns:a16="http://schemas.microsoft.com/office/drawing/2014/main" id="{E30453B6-BE94-4D10-99CD-4F6557992EA0}"/>
              </a:ext>
            </a:extLst>
          </p:cNvPr>
          <p:cNvSpPr>
            <a:spLocks noGrp="1"/>
          </p:cNvSpPr>
          <p:nvPr>
            <p:ph type="title" hasCustomPrompt="1"/>
          </p:nvPr>
        </p:nvSpPr>
        <p:spPr>
          <a:xfrm>
            <a:off x="709575" y="1241625"/>
            <a:ext cx="5018228" cy="867930"/>
          </a:xfrm>
          <a:prstGeom prst="rect">
            <a:avLst/>
          </a:prstGeom>
        </p:spPr>
        <p:txBody>
          <a:bodyPr wrap="square">
            <a:spAutoFit/>
          </a:bodyPr>
          <a:lstStyle>
            <a:lvl1pPr>
              <a:defRPr sz="2800"/>
            </a:lvl1pPr>
          </a:lstStyle>
          <a:p>
            <a:pPr lvl="0"/>
            <a:r>
              <a:rPr lang="en-US" dirty="0"/>
              <a:t>Click to edit Master text styles  </a:t>
            </a:r>
          </a:p>
        </p:txBody>
      </p:sp>
      <p:cxnSp>
        <p:nvCxnSpPr>
          <p:cNvPr id="11" name="Straight Connector 10">
            <a:extLst>
              <a:ext uri="{FF2B5EF4-FFF2-40B4-BE49-F238E27FC236}">
                <a16:creationId xmlns:a16="http://schemas.microsoft.com/office/drawing/2014/main" id="{076CAFA7-68AE-4EAD-BE3A-A5B16D9D3552}"/>
              </a:ext>
            </a:extLst>
          </p:cNvPr>
          <p:cNvCxnSpPr/>
          <p:nvPr userDrawn="1"/>
        </p:nvCxnSpPr>
        <p:spPr>
          <a:xfrm>
            <a:off x="61607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4" name="Text Placeholder 3">
            <a:extLst>
              <a:ext uri="{FF2B5EF4-FFF2-40B4-BE49-F238E27FC236}">
                <a16:creationId xmlns:a16="http://schemas.microsoft.com/office/drawing/2014/main" id="{A8F2FE0A-3A4C-445D-8290-44FCEA3F5955}"/>
              </a:ext>
            </a:extLst>
          </p:cNvPr>
          <p:cNvSpPr>
            <a:spLocks noGrp="1"/>
          </p:cNvSpPr>
          <p:nvPr>
            <p:ph type="body" sz="quarter" idx="10" hasCustomPrompt="1"/>
          </p:nvPr>
        </p:nvSpPr>
        <p:spPr>
          <a:xfrm>
            <a:off x="616074"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5" name="Text Placeholder 3">
            <a:extLst>
              <a:ext uri="{FF2B5EF4-FFF2-40B4-BE49-F238E27FC236}">
                <a16:creationId xmlns:a16="http://schemas.microsoft.com/office/drawing/2014/main" id="{C9AD2564-EF06-46B2-95AF-0FC81EEDCC98}"/>
              </a:ext>
            </a:extLst>
          </p:cNvPr>
          <p:cNvSpPr>
            <a:spLocks noGrp="1"/>
          </p:cNvSpPr>
          <p:nvPr>
            <p:ph type="body" sz="half" idx="2" hasCustomPrompt="1"/>
          </p:nvPr>
        </p:nvSpPr>
        <p:spPr>
          <a:xfrm>
            <a:off x="709574" y="2245766"/>
            <a:ext cx="5018229" cy="3920948"/>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3864113316"/>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1_Left image-L (White bg)">
    <p:bg>
      <p:bgPr>
        <a:solidFill>
          <a:schemeClr val="bg1"/>
        </a:solidFill>
        <a:effectLst/>
      </p:bgPr>
    </p:bg>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2CB99501-2A5A-45F8-BACF-23701FE68337}"/>
              </a:ext>
            </a:extLst>
          </p:cNvPr>
          <p:cNvSpPr>
            <a:spLocks noGrp="1"/>
          </p:cNvSpPr>
          <p:nvPr>
            <p:ph type="pic" idx="1" hasCustomPrompt="1"/>
          </p:nvPr>
        </p:nvSpPr>
        <p:spPr>
          <a:xfrm>
            <a:off x="5194302" y="0"/>
            <a:ext cx="6997698" cy="6857999"/>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picture here</a:t>
            </a:r>
          </a:p>
        </p:txBody>
      </p:sp>
      <p:sp>
        <p:nvSpPr>
          <p:cNvPr id="4" name="Text Placeholder 3">
            <a:extLst>
              <a:ext uri="{FF2B5EF4-FFF2-40B4-BE49-F238E27FC236}">
                <a16:creationId xmlns:a16="http://schemas.microsoft.com/office/drawing/2014/main" id="{4CE260B5-3078-4CFA-A43A-D57EA4E988F4}"/>
              </a:ext>
            </a:extLst>
          </p:cNvPr>
          <p:cNvSpPr>
            <a:spLocks noGrp="1"/>
          </p:cNvSpPr>
          <p:nvPr>
            <p:ph type="body" sz="half" idx="2"/>
          </p:nvPr>
        </p:nvSpPr>
        <p:spPr>
          <a:xfrm>
            <a:off x="652649" y="2228472"/>
            <a:ext cx="4204643" cy="3936800"/>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9" name="Title 1">
            <a:extLst>
              <a:ext uri="{FF2B5EF4-FFF2-40B4-BE49-F238E27FC236}">
                <a16:creationId xmlns:a16="http://schemas.microsoft.com/office/drawing/2014/main" id="{6147FA91-C242-46DD-BE23-48F41CC2970C}"/>
              </a:ext>
            </a:extLst>
          </p:cNvPr>
          <p:cNvSpPr>
            <a:spLocks noGrp="1"/>
          </p:cNvSpPr>
          <p:nvPr>
            <p:ph type="title" hasCustomPrompt="1"/>
          </p:nvPr>
        </p:nvSpPr>
        <p:spPr>
          <a:xfrm>
            <a:off x="652649" y="1218965"/>
            <a:ext cx="4255850" cy="933507"/>
          </a:xfrm>
          <a:prstGeom prst="rect">
            <a:avLst/>
          </a:prstGeom>
        </p:spPr>
        <p:txBody>
          <a:bodyPr anchor="t">
            <a:noAutofit/>
          </a:bodyPr>
          <a:lstStyle>
            <a:lvl1pPr>
              <a:defRPr sz="2800"/>
            </a:lvl1pPr>
          </a:lstStyle>
          <a:p>
            <a:pPr lvl="0"/>
            <a:r>
              <a:rPr lang="en-US" dirty="0"/>
              <a:t>Click to edit Master text styles</a:t>
            </a:r>
          </a:p>
        </p:txBody>
      </p:sp>
      <p:cxnSp>
        <p:nvCxnSpPr>
          <p:cNvPr id="7" name="Straight Connector 6">
            <a:extLst>
              <a:ext uri="{FF2B5EF4-FFF2-40B4-BE49-F238E27FC236}">
                <a16:creationId xmlns:a16="http://schemas.microsoft.com/office/drawing/2014/main" id="{20EEAF69-B649-4DD9-BE4A-CC1FC2864BDE}"/>
              </a:ext>
            </a:extLst>
          </p:cNvPr>
          <p:cNvCxnSpPr/>
          <p:nvPr userDrawn="1"/>
        </p:nvCxnSpPr>
        <p:spPr>
          <a:xfrm>
            <a:off x="60144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8" name="Text Placeholder 3">
            <a:extLst>
              <a:ext uri="{FF2B5EF4-FFF2-40B4-BE49-F238E27FC236}">
                <a16:creationId xmlns:a16="http://schemas.microsoft.com/office/drawing/2014/main" id="{822686E3-ED91-4402-ABE9-E10A74CBDBB8}"/>
              </a:ext>
            </a:extLst>
          </p:cNvPr>
          <p:cNvSpPr>
            <a:spLocks noGrp="1"/>
          </p:cNvSpPr>
          <p:nvPr>
            <p:ph type="body" sz="quarter" idx="10" hasCustomPrompt="1"/>
          </p:nvPr>
        </p:nvSpPr>
        <p:spPr>
          <a:xfrm>
            <a:off x="601445" y="313371"/>
            <a:ext cx="4307054"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27806611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blank" preserve="1">
  <p:cSld name="Blank - Footer (white bg) ">
    <p:spTree>
      <p:nvGrpSpPr>
        <p:cNvPr id="1" name=""/>
        <p:cNvGrpSpPr/>
        <p:nvPr/>
      </p:nvGrpSpPr>
      <p:grpSpPr>
        <a:xfrm>
          <a:off x="0" y="0"/>
          <a:ext cx="0" cy="0"/>
          <a:chOff x="0" y="0"/>
          <a:chExt cx="0" cy="0"/>
        </a:xfrm>
      </p:grpSpPr>
    </p:spTree>
    <p:extLst>
      <p:ext uri="{BB962C8B-B14F-4D97-AF65-F5344CB8AC3E}">
        <p14:creationId xmlns:p14="http://schemas.microsoft.com/office/powerpoint/2010/main" val="943554320"/>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blank" preserve="1">
  <p:cSld name="Blank (white bg) ">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336622E0-A137-429D-BE75-779E322CE694}"/>
              </a:ext>
            </a:extLst>
          </p:cNvPr>
          <p:cNvSpPr/>
          <p:nvPr userDrawn="1"/>
        </p:nvSpPr>
        <p:spPr>
          <a:xfrm>
            <a:off x="-30161" y="0"/>
            <a:ext cx="12222161"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p>
        </p:txBody>
      </p:sp>
    </p:spTree>
    <p:extLst>
      <p:ext uri="{BB962C8B-B14F-4D97-AF65-F5344CB8AC3E}">
        <p14:creationId xmlns:p14="http://schemas.microsoft.com/office/powerpoint/2010/main" val="3216082533"/>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blank" preserve="1">
  <p:cSld name="Blank (blue bg) ">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0B0641AD-3AD5-4F67-A775-821CB3080BD2}"/>
              </a:ext>
            </a:extLst>
          </p:cNvPr>
          <p:cNvSpPr/>
          <p:nvPr userDrawn="1"/>
        </p:nvSpPr>
        <p:spPr>
          <a:xfrm>
            <a:off x="-30161" y="0"/>
            <a:ext cx="12222161" cy="6858000"/>
          </a:xfrm>
          <a:prstGeom prst="rect">
            <a:avLst/>
          </a:prstGeom>
          <a:solidFill>
            <a:srgbClr val="F5FA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p>
        </p:txBody>
      </p:sp>
    </p:spTree>
    <p:extLst>
      <p:ext uri="{BB962C8B-B14F-4D97-AF65-F5344CB8AC3E}">
        <p14:creationId xmlns:p14="http://schemas.microsoft.com/office/powerpoint/2010/main" val="1418022755"/>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2_Thank you Slide">
    <p:bg>
      <p:bgPr>
        <a:solidFill>
          <a:srgbClr val="F5FAFC"/>
        </a:solidFill>
        <a:effectLst/>
      </p:bgPr>
    </p:bg>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E3F35E03-ED1F-4BA6-A9DB-BAA193266DF0}"/>
              </a:ext>
            </a:extLst>
          </p:cNvPr>
          <p:cNvSpPr txBox="1"/>
          <p:nvPr userDrawn="1"/>
        </p:nvSpPr>
        <p:spPr>
          <a:xfrm>
            <a:off x="3457462" y="2905780"/>
            <a:ext cx="5246914" cy="584775"/>
          </a:xfrm>
          <a:prstGeom prst="rect">
            <a:avLst/>
          </a:prstGeom>
          <a:noFill/>
        </p:spPr>
        <p:txBody>
          <a:bodyPr wrap="square" rtlCol="0">
            <a:spAutoFit/>
          </a:bodyPr>
          <a:lstStyle/>
          <a:p>
            <a:pPr algn="ctr"/>
            <a:r>
              <a:rPr lang="en-US" sz="3200" b="1" dirty="0">
                <a:solidFill>
                  <a:schemeClr val="tx1"/>
                </a:solidFill>
                <a:cs typeface="Arial" panose="020B0604020202020204" pitchFamily="34" charset="0"/>
              </a:rPr>
              <a:t>Thank you!</a:t>
            </a:r>
          </a:p>
        </p:txBody>
      </p:sp>
      <p:sp>
        <p:nvSpPr>
          <p:cNvPr id="7" name="Rectangle 6">
            <a:extLst>
              <a:ext uri="{FF2B5EF4-FFF2-40B4-BE49-F238E27FC236}">
                <a16:creationId xmlns:a16="http://schemas.microsoft.com/office/drawing/2014/main" id="{D95BEDD7-9550-46FC-AAD4-3BCDC60161D9}"/>
              </a:ext>
            </a:extLst>
          </p:cNvPr>
          <p:cNvSpPr/>
          <p:nvPr userDrawn="1"/>
        </p:nvSpPr>
        <p:spPr>
          <a:xfrm>
            <a:off x="0" y="6115986"/>
            <a:ext cx="12192000" cy="742013"/>
          </a:xfrm>
          <a:prstGeom prst="rect">
            <a:avLst/>
          </a:prstGeom>
          <a:solidFill>
            <a:srgbClr val="F5FA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009CD6"/>
              </a:solidFill>
            </a:endParaRPr>
          </a:p>
        </p:txBody>
      </p:sp>
    </p:spTree>
    <p:extLst>
      <p:ext uri="{BB962C8B-B14F-4D97-AF65-F5344CB8AC3E}">
        <p14:creationId xmlns:p14="http://schemas.microsoft.com/office/powerpoint/2010/main" val="697607840"/>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userDrawn="1">
  <p:cSld name="3_Title and Content">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7CD000AF-B921-43E9-B432-355A07B6E46E}"/>
              </a:ext>
            </a:extLst>
          </p:cNvPr>
          <p:cNvSpPr/>
          <p:nvPr userDrawn="1"/>
        </p:nvSpPr>
        <p:spPr>
          <a:xfrm>
            <a:off x="0" y="6115986"/>
            <a:ext cx="10028420" cy="74201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689536496"/>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userDrawn="1">
  <p:cSld name="Big text aligned right + Italic">
    <p:spTree>
      <p:nvGrpSpPr>
        <p:cNvPr id="1" name=""/>
        <p:cNvGrpSpPr/>
        <p:nvPr/>
      </p:nvGrpSpPr>
      <p:grpSpPr>
        <a:xfrm>
          <a:off x="0" y="0"/>
          <a:ext cx="0" cy="0"/>
          <a:chOff x="0" y="0"/>
          <a:chExt cx="0" cy="0"/>
        </a:xfrm>
      </p:grpSpPr>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a:t>Click to edit section name</a:t>
            </a:r>
            <a:endParaRPr lang="en-US" dirty="0"/>
          </a:p>
        </p:txBody>
      </p:sp>
      <p:sp>
        <p:nvSpPr>
          <p:cNvPr id="6" name="Shape 610" hidden="1">
            <a:extLst>
              <a:ext uri="{FF2B5EF4-FFF2-40B4-BE49-F238E27FC236}">
                <a16:creationId xmlns:a16="http://schemas.microsoft.com/office/drawing/2014/main" id="{C5B068B2-AEB9-41E6-AB3C-EA87FFB0FE76}"/>
              </a:ext>
            </a:extLst>
          </p:cNvPr>
          <p:cNvSpPr/>
          <p:nvPr userDrawn="1"/>
        </p:nvSpPr>
        <p:spPr>
          <a:xfrm>
            <a:off x="510238" y="2132869"/>
            <a:ext cx="6303518" cy="3103212"/>
          </a:xfrm>
          <a:prstGeom prst="rect">
            <a:avLst/>
          </a:prstGeom>
          <a:noFill/>
          <a:ln>
            <a:noFill/>
          </a:ln>
        </p:spPr>
        <p:txBody>
          <a:bodyPr lIns="91412" tIns="45700" rIns="91412" bIns="45700" anchor="t" anchorCtr="0">
            <a:noAutofit/>
          </a:bodyPr>
          <a:lstStyle/>
          <a:p>
            <a:pPr algn="r">
              <a:buSzPct val="25000"/>
            </a:pPr>
            <a:r>
              <a:rPr lang="en-GB" sz="2800" dirty="0">
                <a:latin typeface="Arial" panose="020B0604020202020204" pitchFamily="34" charset="0"/>
                <a:ea typeface="Roboto"/>
                <a:cs typeface="Arial" panose="020B0604020202020204" pitchFamily="34" charset="0"/>
                <a:sym typeface="Roboto"/>
              </a:rPr>
              <a:t>We have focused on </a:t>
            </a:r>
            <a:r>
              <a:rPr lang="en-GB" sz="2800" b="1" dirty="0">
                <a:latin typeface="Arial" panose="020B0604020202020204" pitchFamily="34" charset="0"/>
                <a:ea typeface="Roboto"/>
                <a:cs typeface="Arial" panose="020B0604020202020204" pitchFamily="34" charset="0"/>
                <a:sym typeface="Roboto"/>
              </a:rPr>
              <a:t>preparing and empowering BDT staff</a:t>
            </a:r>
            <a:r>
              <a:rPr lang="en-GB" sz="2800" dirty="0">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p:txBody>
      </p:sp>
      <p:sp>
        <p:nvSpPr>
          <p:cNvPr id="7" name="Subtitle 8">
            <a:extLst>
              <a:ext uri="{FF2B5EF4-FFF2-40B4-BE49-F238E27FC236}">
                <a16:creationId xmlns:a16="http://schemas.microsoft.com/office/drawing/2014/main" id="{A4620858-2872-44F6-B072-7E678A260322}"/>
              </a:ext>
            </a:extLst>
          </p:cNvPr>
          <p:cNvSpPr txBox="1">
            <a:spLocks/>
          </p:cNvSpPr>
          <p:nvPr userDrawn="1"/>
        </p:nvSpPr>
        <p:spPr>
          <a:xfrm>
            <a:off x="7295839" y="2132869"/>
            <a:ext cx="4663323" cy="4303496"/>
          </a:xfrm>
          <a:prstGeom prst="rect">
            <a:avLst/>
          </a:prstGeom>
        </p:spPr>
        <p:txBody>
          <a:bodyPr>
            <a:no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Arial" panose="020B0604020202020204" pitchFamily="34" charset="0"/>
                <a:ea typeface="+mn-ea"/>
                <a:cs typeface="Arial" panose="020B0604020202020204" pitchFamily="34" charset="0"/>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lnSpc>
                <a:spcPct val="100000"/>
              </a:lnSpc>
              <a:spcBef>
                <a:spcPts val="1800"/>
              </a:spcBef>
            </a:pPr>
            <a:endParaRPr lang="en-US" i="1" dirty="0">
              <a:solidFill>
                <a:schemeClr val="bg2">
                  <a:lumMod val="25000"/>
                </a:schemeClr>
              </a:solidFill>
              <a:latin typeface="Georgia" panose="02040502050405020303" pitchFamily="18" charset="0"/>
            </a:endParaRPr>
          </a:p>
        </p:txBody>
      </p:sp>
      <p:cxnSp>
        <p:nvCxnSpPr>
          <p:cNvPr id="11" name="Straight Connector 10">
            <a:extLst>
              <a:ext uri="{FF2B5EF4-FFF2-40B4-BE49-F238E27FC236}">
                <a16:creationId xmlns:a16="http://schemas.microsoft.com/office/drawing/2014/main" id="{BE0E510D-A28B-40D0-90A9-897A15E93F85}"/>
              </a:ext>
            </a:extLst>
          </p:cNvPr>
          <p:cNvCxnSpPr>
            <a:cxnSpLocks/>
          </p:cNvCxnSpPr>
          <p:nvPr userDrawn="1"/>
        </p:nvCxnSpPr>
        <p:spPr>
          <a:xfrm>
            <a:off x="7069545" y="2248302"/>
            <a:ext cx="0" cy="313372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4" name="Text Placeholder 3">
            <a:extLst>
              <a:ext uri="{FF2B5EF4-FFF2-40B4-BE49-F238E27FC236}">
                <a16:creationId xmlns:a16="http://schemas.microsoft.com/office/drawing/2014/main" id="{5B885EC5-B7E9-4FBB-A4AE-A260C8DCB031}"/>
              </a:ext>
            </a:extLst>
          </p:cNvPr>
          <p:cNvSpPr>
            <a:spLocks noGrp="1"/>
          </p:cNvSpPr>
          <p:nvPr>
            <p:ph type="body" sz="quarter" idx="11" hasCustomPrompt="1"/>
          </p:nvPr>
        </p:nvSpPr>
        <p:spPr>
          <a:xfrm>
            <a:off x="503238" y="2133600"/>
            <a:ext cx="6297612" cy="3079750"/>
          </a:xfrm>
        </p:spPr>
        <p:txBody>
          <a:bodyPr/>
          <a:lstStyle>
            <a:lvl1pPr marL="0" marR="0" indent="0" algn="r" defTabSz="914400" rtl="0" eaLnBrk="1" fontAlgn="auto" latinLnBrk="0" hangingPunct="1">
              <a:lnSpc>
                <a:spcPct val="100000"/>
              </a:lnSpc>
              <a:spcBef>
                <a:spcPts val="0"/>
              </a:spcBef>
              <a:spcAft>
                <a:spcPts val="0"/>
              </a:spcAft>
              <a:buClrTx/>
              <a:buSzPct val="25000"/>
              <a:buFontTx/>
              <a:buNone/>
              <a:tabLst/>
              <a:defRPr/>
            </a:lvl1pPr>
          </a:lstStyle>
          <a:p>
            <a:pPr marL="0" marR="0" lvl="0" indent="0" algn="r" defTabSz="914400" rtl="0" eaLnBrk="1" fontAlgn="auto" latinLnBrk="0" hangingPunct="1">
              <a:lnSpc>
                <a:spcPct val="100000"/>
              </a:lnSpc>
              <a:spcBef>
                <a:spcPts val="0"/>
              </a:spcBef>
              <a:spcAft>
                <a:spcPts val="0"/>
              </a:spcAft>
              <a:buClrTx/>
              <a:buSzPct val="25000"/>
              <a:buFontTx/>
              <a:buNone/>
              <a:tabLst/>
              <a:defRPr/>
            </a:pP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We have focused on </a:t>
            </a:r>
            <a:r>
              <a:rPr kumimoji="0" lang="en-GB" sz="2800" b="1"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preparing and empowering BDT staff</a:t>
            </a: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a:p>
            <a:pPr lvl="0"/>
            <a:endParaRPr lang="en-US" dirty="0"/>
          </a:p>
        </p:txBody>
      </p:sp>
      <p:sp>
        <p:nvSpPr>
          <p:cNvPr id="12" name="Text Placeholder 11">
            <a:extLst>
              <a:ext uri="{FF2B5EF4-FFF2-40B4-BE49-F238E27FC236}">
                <a16:creationId xmlns:a16="http://schemas.microsoft.com/office/drawing/2014/main" id="{2EFC6EC8-B366-4C1C-9E18-04E70FF727B4}"/>
              </a:ext>
            </a:extLst>
          </p:cNvPr>
          <p:cNvSpPr>
            <a:spLocks noGrp="1"/>
          </p:cNvSpPr>
          <p:nvPr>
            <p:ph type="body" sz="quarter" idx="12" hasCustomPrompt="1"/>
          </p:nvPr>
        </p:nvSpPr>
        <p:spPr>
          <a:xfrm>
            <a:off x="7296150" y="2133600"/>
            <a:ext cx="4683125" cy="3856038"/>
          </a:xfrm>
        </p:spPr>
        <p:txBody>
          <a:bodyPr/>
          <a:lstStyle>
            <a:lvl1pPr marL="0" marR="0" indent="0" algn="l" defTabSz="914400" rtl="0" eaLnBrk="1" fontAlgn="auto" latinLnBrk="0" hangingPunct="1">
              <a:lnSpc>
                <a:spcPct val="100000"/>
              </a:lnSpc>
              <a:spcBef>
                <a:spcPts val="1800"/>
              </a:spcBef>
              <a:spcAft>
                <a:spcPts val="0"/>
              </a:spcAft>
              <a:buClrTx/>
              <a:buSzTx/>
              <a:buFontTx/>
              <a:buNone/>
              <a:tabLst/>
              <a:defRPr sz="2400">
                <a:solidFill>
                  <a:schemeClr val="bg2">
                    <a:lumMod val="25000"/>
                  </a:schemeClr>
                </a:solidFill>
              </a:defRPr>
            </a:lvl1pPr>
          </a:lstStyle>
          <a:p>
            <a:pPr algn="l">
              <a:lnSpc>
                <a:spcPct val="100000"/>
              </a:lnSpc>
              <a:spcBef>
                <a:spcPts val="1800"/>
              </a:spcBef>
            </a:pPr>
            <a:r>
              <a:rPr lang="en-GB" i="1" dirty="0">
                <a:solidFill>
                  <a:schemeClr val="bg2">
                    <a:lumMod val="25000"/>
                  </a:schemeClr>
                </a:solidFill>
                <a:latin typeface="Georgia" panose="02040502050405020303" pitchFamily="18" charset="0"/>
              </a:rPr>
              <a:t>Multiple RBM workshops for</a:t>
            </a:r>
            <a:br>
              <a:rPr lang="en-GB" i="1" dirty="0">
                <a:solidFill>
                  <a:schemeClr val="bg2">
                    <a:lumMod val="25000"/>
                  </a:schemeClr>
                </a:solidFill>
                <a:latin typeface="Georgia" panose="02040502050405020303" pitchFamily="18" charset="0"/>
              </a:rPr>
            </a:br>
            <a:r>
              <a:rPr lang="en-GB" i="1" dirty="0">
                <a:solidFill>
                  <a:schemeClr val="bg2">
                    <a:lumMod val="25000"/>
                  </a:schemeClr>
                </a:solidFill>
                <a:latin typeface="Georgia" panose="02040502050405020303" pitchFamily="18" charset="0"/>
              </a:rPr>
              <a:t>all HQ-based teams and Regional Offices </a:t>
            </a:r>
          </a:p>
          <a:p>
            <a:pPr algn="l">
              <a:lnSpc>
                <a:spcPct val="100000"/>
              </a:lnSpc>
              <a:spcBef>
                <a:spcPts val="1800"/>
              </a:spcBef>
            </a:pPr>
            <a:r>
              <a:rPr lang="en-GB" i="1" dirty="0">
                <a:solidFill>
                  <a:schemeClr val="bg2">
                    <a:lumMod val="25000"/>
                  </a:schemeClr>
                </a:solidFill>
                <a:latin typeface="Georgia" panose="02040502050405020303" pitchFamily="18" charset="0"/>
              </a:rPr>
              <a:t>Project Management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Communication for Development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Procurement training</a:t>
            </a:r>
            <a:endParaRPr lang="en-US" i="1" dirty="0">
              <a:solidFill>
                <a:schemeClr val="bg2">
                  <a:lumMod val="25000"/>
                </a:schemeClr>
              </a:solidFill>
              <a:latin typeface="Georgia" panose="02040502050405020303" pitchFamily="18" charset="0"/>
            </a:endParaRPr>
          </a:p>
          <a:p>
            <a:pPr lvl="0"/>
            <a:endParaRPr lang="en-US" dirty="0"/>
          </a:p>
        </p:txBody>
      </p:sp>
    </p:spTree>
    <p:extLst>
      <p:ext uri="{BB962C8B-B14F-4D97-AF65-F5344CB8AC3E}">
        <p14:creationId xmlns:p14="http://schemas.microsoft.com/office/powerpoint/2010/main" val="244508481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Big text two columns">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725414" y="2033625"/>
            <a:ext cx="8999926" cy="4067251"/>
          </a:xfrm>
        </p:spPr>
        <p:txBody>
          <a:bodyPr numCol="2" spcCol="274320">
            <a:noAutofit/>
          </a:bodyPr>
          <a:lstStyle>
            <a:lvl1pPr marL="91440" marR="0" indent="0" algn="l" defTabSz="914400" rtl="0" eaLnBrk="1" fontAlgn="auto" latinLnBrk="0" hangingPunct="1">
              <a:lnSpc>
                <a:spcPct val="100000"/>
              </a:lnSpc>
              <a:spcBef>
                <a:spcPts val="1000"/>
              </a:spcBef>
              <a:spcAft>
                <a:spcPts val="0"/>
              </a:spcAft>
              <a:buClr>
                <a:srgbClr val="009CD6"/>
              </a:buClr>
              <a:buSzPct val="110000"/>
              <a:buFontTx/>
              <a:buNone/>
              <a:tabLst/>
              <a:defRPr sz="2400" spc="20"/>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Donec </a:t>
            </a:r>
            <a:r>
              <a:rPr lang="en-US" dirty="0" err="1"/>
              <a:t>quam</a:t>
            </a:r>
            <a:r>
              <a:rPr lang="en-US" dirty="0"/>
              <a:t> </a:t>
            </a:r>
            <a:r>
              <a:rPr lang="en-US" dirty="0" err="1"/>
              <a:t>felis</a:t>
            </a:r>
            <a:r>
              <a:rPr lang="en-US" dirty="0"/>
              <a:t>, </a:t>
            </a:r>
            <a:r>
              <a:rPr lang="en-US" dirty="0" err="1"/>
              <a:t>ultricies</a:t>
            </a:r>
            <a:r>
              <a:rPr lang="en-US" dirty="0"/>
              <a:t> </a:t>
            </a:r>
            <a:r>
              <a:rPr lang="en-US" dirty="0" err="1"/>
              <a:t>nec</a:t>
            </a:r>
            <a:r>
              <a:rPr lang="en-US" dirty="0"/>
              <a:t>, </a:t>
            </a:r>
            <a:r>
              <a:rPr lang="en-US" dirty="0" err="1"/>
              <a:t>pellentesque</a:t>
            </a:r>
            <a:r>
              <a:rPr lang="en-US" dirty="0"/>
              <a:t> </a:t>
            </a:r>
            <a:r>
              <a:rPr lang="en-US" dirty="0" err="1"/>
              <a:t>eu</a:t>
            </a:r>
            <a:r>
              <a:rPr lang="en-US" dirty="0"/>
              <a:t>, </a:t>
            </a:r>
            <a:r>
              <a:rPr lang="en-US" dirty="0" err="1"/>
              <a:t>pretium</a:t>
            </a:r>
            <a:r>
              <a:rPr lang="en-US" dirty="0"/>
              <a:t> </a:t>
            </a:r>
            <a:r>
              <a:rPr lang="en-US" dirty="0" err="1"/>
              <a:t>quis</a:t>
            </a:r>
            <a:r>
              <a:rPr lang="en-US" dirty="0"/>
              <a:t>, sem. </a:t>
            </a:r>
          </a:p>
          <a:p>
            <a:pPr lvl="0"/>
            <a:r>
              <a:rPr lang="en-US" dirty="0" err="1"/>
              <a:t>Nulla</a:t>
            </a:r>
            <a:r>
              <a:rPr lang="en-US" dirty="0"/>
              <a:t> </a:t>
            </a:r>
            <a:r>
              <a:rPr lang="en-US" dirty="0" err="1"/>
              <a:t>consequat</a:t>
            </a:r>
            <a:r>
              <a:rPr lang="en-US" dirty="0"/>
              <a:t> </a:t>
            </a:r>
            <a:r>
              <a:rPr lang="en-US" dirty="0" err="1"/>
              <a:t>massa</a:t>
            </a:r>
            <a:r>
              <a:rPr lang="en-US" dirty="0"/>
              <a:t> </a:t>
            </a:r>
            <a:r>
              <a:rPr lang="en-US" dirty="0" err="1"/>
              <a:t>quis</a:t>
            </a:r>
            <a:r>
              <a:rPr lang="en-US" dirty="0"/>
              <a:t> </a:t>
            </a:r>
            <a:r>
              <a:rPr lang="en-US" dirty="0" err="1"/>
              <a:t>enim</a:t>
            </a:r>
            <a:r>
              <a:rPr lang="en-US" dirty="0"/>
              <a:t>. Donec </a:t>
            </a:r>
            <a:r>
              <a:rPr lang="en-US" dirty="0" err="1"/>
              <a:t>pede</a:t>
            </a:r>
            <a:r>
              <a:rPr lang="en-US" dirty="0"/>
              <a:t> </a:t>
            </a:r>
            <a:r>
              <a:rPr lang="en-US" dirty="0" err="1"/>
              <a:t>justo</a:t>
            </a:r>
            <a:r>
              <a:rPr lang="en-US" dirty="0"/>
              <a:t>, </a:t>
            </a:r>
            <a:r>
              <a:rPr lang="en-US" dirty="0" err="1"/>
              <a:t>fringilla</a:t>
            </a:r>
            <a:r>
              <a:rPr lang="en-US" dirty="0"/>
              <a:t> vel, </a:t>
            </a:r>
            <a:r>
              <a:rPr lang="en-US" dirty="0" err="1"/>
              <a:t>aliquet</a:t>
            </a:r>
            <a:r>
              <a:rPr lang="en-US" dirty="0"/>
              <a:t> </a:t>
            </a:r>
            <a:r>
              <a:rPr lang="en-US" dirty="0" err="1"/>
              <a:t>nec</a:t>
            </a:r>
            <a:r>
              <a:rPr lang="en-US" dirty="0"/>
              <a:t>.</a:t>
            </a:r>
          </a:p>
          <a:p>
            <a:pPr marL="91440" marR="0" lvl="0" indent="0" algn="l" defTabSz="914400" rtl="0" eaLnBrk="1" fontAlgn="auto" latinLnBrk="0" hangingPunct="1">
              <a:lnSpc>
                <a:spcPct val="100000"/>
              </a:lnSpc>
              <a:spcBef>
                <a:spcPts val="1000"/>
              </a:spcBef>
              <a:spcAft>
                <a:spcPts val="0"/>
              </a:spcAft>
              <a:buClr>
                <a:srgbClr val="009CD6"/>
              </a:buClr>
              <a:buSzPct val="110000"/>
              <a:buFontTx/>
              <a:buNone/>
              <a:tabLst/>
              <a:defRPr/>
            </a:pPr>
            <a:r>
              <a:rPr lang="en-US" dirty="0"/>
              <a:t>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Donec </a:t>
            </a:r>
            <a:r>
              <a:rPr lang="en-US" dirty="0" err="1"/>
              <a:t>quam</a:t>
            </a:r>
            <a:r>
              <a:rPr lang="en-US" dirty="0"/>
              <a:t> </a:t>
            </a:r>
            <a:r>
              <a:rPr lang="en-US" dirty="0" err="1"/>
              <a:t>felis</a:t>
            </a:r>
            <a:r>
              <a:rPr lang="en-US" dirty="0"/>
              <a:t>, </a:t>
            </a:r>
            <a:r>
              <a:rPr lang="en-US" dirty="0" err="1"/>
              <a:t>ultricies</a:t>
            </a:r>
            <a:r>
              <a:rPr lang="en-US" dirty="0"/>
              <a:t> </a:t>
            </a:r>
            <a:r>
              <a:rPr lang="en-US" dirty="0" err="1"/>
              <a:t>nec</a:t>
            </a:r>
            <a:r>
              <a:rPr lang="en-US" dirty="0"/>
              <a:t>, </a:t>
            </a:r>
            <a:r>
              <a:rPr lang="en-US" dirty="0" err="1"/>
              <a:t>pellentesque</a:t>
            </a:r>
            <a:r>
              <a:rPr lang="en-US" dirty="0"/>
              <a:t> </a:t>
            </a:r>
            <a:r>
              <a:rPr lang="en-US" dirty="0" err="1"/>
              <a:t>eu</a:t>
            </a:r>
            <a:r>
              <a:rPr lang="en-US" dirty="0"/>
              <a:t>, </a:t>
            </a:r>
            <a:r>
              <a:rPr lang="en-US" dirty="0" err="1"/>
              <a:t>pretium</a:t>
            </a:r>
            <a:r>
              <a:rPr lang="en-US" dirty="0"/>
              <a:t> </a:t>
            </a:r>
            <a:r>
              <a:rPr lang="en-US" dirty="0" err="1"/>
              <a:t>quis</a:t>
            </a:r>
            <a:r>
              <a:rPr lang="en-US" dirty="0"/>
              <a:t>, sem.</a:t>
            </a:r>
          </a:p>
        </p:txBody>
      </p:sp>
      <p:sp>
        <p:nvSpPr>
          <p:cNvPr id="8" name="Title 1">
            <a:extLst>
              <a:ext uri="{FF2B5EF4-FFF2-40B4-BE49-F238E27FC236}">
                <a16:creationId xmlns:a16="http://schemas.microsoft.com/office/drawing/2014/main" id="{2068AA50-AAA8-4842-ABF3-40CA7CFE97D8}"/>
              </a:ext>
            </a:extLst>
          </p:cNvPr>
          <p:cNvSpPr>
            <a:spLocks noGrp="1"/>
          </p:cNvSpPr>
          <p:nvPr>
            <p:ph type="title" hasCustomPrompt="1"/>
          </p:nvPr>
        </p:nvSpPr>
        <p:spPr>
          <a:xfrm>
            <a:off x="719358" y="685156"/>
            <a:ext cx="8999926" cy="597012"/>
          </a:xfrm>
          <a:prstGeom prst="rect">
            <a:avLst/>
          </a:prstGeom>
        </p:spPr>
        <p:txBody>
          <a:bodyPr>
            <a:noAutofit/>
          </a:bodyPr>
          <a:lstStyle>
            <a:lvl1pPr>
              <a:defRPr sz="2800"/>
            </a:lvl1pPr>
          </a:lstStyle>
          <a:p>
            <a:pPr lvl="0"/>
            <a:r>
              <a:rPr lang="en-US" dirty="0"/>
              <a:t>Click to edit Master text styles</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50670260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Big text 1 column">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725414" y="2033625"/>
            <a:ext cx="6297178" cy="4067251"/>
          </a:xfrm>
        </p:spPr>
        <p:txBody>
          <a:bodyPr numCol="1" spcCol="274320">
            <a:noAutofit/>
          </a:bodyPr>
          <a:lstStyle>
            <a:lvl1pPr marL="91440" marR="0" indent="0" algn="l" defTabSz="914400" rtl="0" eaLnBrk="1" fontAlgn="auto" latinLnBrk="0" hangingPunct="1">
              <a:lnSpc>
                <a:spcPct val="100000"/>
              </a:lnSpc>
              <a:spcBef>
                <a:spcPts val="1000"/>
              </a:spcBef>
              <a:spcAft>
                <a:spcPts val="0"/>
              </a:spcAft>
              <a:buClr>
                <a:srgbClr val="009CD6"/>
              </a:buClr>
              <a:buSzPct val="110000"/>
              <a:buFontTx/>
              <a:buNone/>
              <a:tabLst/>
              <a:defRPr sz="2400" spc="20"/>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Donec </a:t>
            </a:r>
            <a:r>
              <a:rPr lang="en-US" dirty="0" err="1"/>
              <a:t>quam</a:t>
            </a:r>
            <a:r>
              <a:rPr lang="en-US" dirty="0"/>
              <a:t> </a:t>
            </a:r>
            <a:r>
              <a:rPr lang="en-US" dirty="0" err="1"/>
              <a:t>felis</a:t>
            </a:r>
            <a:r>
              <a:rPr lang="en-US" dirty="0"/>
              <a:t>, </a:t>
            </a:r>
            <a:r>
              <a:rPr lang="en-US" dirty="0" err="1"/>
              <a:t>ultricies</a:t>
            </a:r>
            <a:r>
              <a:rPr lang="en-US" dirty="0"/>
              <a:t> </a:t>
            </a:r>
            <a:r>
              <a:rPr lang="en-US" dirty="0" err="1"/>
              <a:t>nec</a:t>
            </a:r>
            <a:r>
              <a:rPr lang="en-US" dirty="0"/>
              <a:t>, </a:t>
            </a:r>
            <a:r>
              <a:rPr lang="en-US" dirty="0" err="1"/>
              <a:t>pellentesque</a:t>
            </a:r>
            <a:r>
              <a:rPr lang="en-US" dirty="0"/>
              <a:t> </a:t>
            </a:r>
            <a:r>
              <a:rPr lang="en-US" dirty="0" err="1"/>
              <a:t>eu</a:t>
            </a:r>
            <a:r>
              <a:rPr lang="en-US" dirty="0"/>
              <a:t>, </a:t>
            </a:r>
            <a:r>
              <a:rPr lang="en-US" dirty="0" err="1"/>
              <a:t>pretium</a:t>
            </a:r>
            <a:r>
              <a:rPr lang="en-US" dirty="0"/>
              <a:t> </a:t>
            </a:r>
            <a:r>
              <a:rPr lang="en-US" dirty="0" err="1"/>
              <a:t>quis</a:t>
            </a:r>
            <a:r>
              <a:rPr lang="en-US" dirty="0"/>
              <a:t>, sem. </a:t>
            </a:r>
          </a:p>
        </p:txBody>
      </p:sp>
      <p:sp>
        <p:nvSpPr>
          <p:cNvPr id="8" name="Title 1">
            <a:extLst>
              <a:ext uri="{FF2B5EF4-FFF2-40B4-BE49-F238E27FC236}">
                <a16:creationId xmlns:a16="http://schemas.microsoft.com/office/drawing/2014/main" id="{2068AA50-AAA8-4842-ABF3-40CA7CFE97D8}"/>
              </a:ext>
            </a:extLst>
          </p:cNvPr>
          <p:cNvSpPr>
            <a:spLocks noGrp="1"/>
          </p:cNvSpPr>
          <p:nvPr>
            <p:ph type="title" hasCustomPrompt="1"/>
          </p:nvPr>
        </p:nvSpPr>
        <p:spPr>
          <a:xfrm>
            <a:off x="719358" y="685156"/>
            <a:ext cx="8999926" cy="597012"/>
          </a:xfrm>
          <a:prstGeom prst="rect">
            <a:avLst/>
          </a:prstGeom>
        </p:spPr>
        <p:txBody>
          <a:bodyPr>
            <a:noAutofit/>
          </a:bodyPr>
          <a:lstStyle>
            <a:lvl1pPr>
              <a:defRPr sz="2800"/>
            </a:lvl1pPr>
          </a:lstStyle>
          <a:p>
            <a:pPr lvl="0"/>
            <a:r>
              <a:rPr lang="en-US" dirty="0"/>
              <a:t>Click to edit Master text styles</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56407432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Big text aligned right + Italic">
    <p:spTree>
      <p:nvGrpSpPr>
        <p:cNvPr id="1" name=""/>
        <p:cNvGrpSpPr/>
        <p:nvPr/>
      </p:nvGrpSpPr>
      <p:grpSpPr>
        <a:xfrm>
          <a:off x="0" y="0"/>
          <a:ext cx="0" cy="0"/>
          <a:chOff x="0" y="0"/>
          <a:chExt cx="0" cy="0"/>
        </a:xfrm>
      </p:grpSpPr>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a:t>Click to edit section name</a:t>
            </a:r>
            <a:endParaRPr lang="en-US" dirty="0"/>
          </a:p>
        </p:txBody>
      </p:sp>
      <p:sp>
        <p:nvSpPr>
          <p:cNvPr id="6" name="Shape 610" hidden="1">
            <a:extLst>
              <a:ext uri="{FF2B5EF4-FFF2-40B4-BE49-F238E27FC236}">
                <a16:creationId xmlns:a16="http://schemas.microsoft.com/office/drawing/2014/main" id="{C5B068B2-AEB9-41E6-AB3C-EA87FFB0FE76}"/>
              </a:ext>
            </a:extLst>
          </p:cNvPr>
          <p:cNvSpPr/>
          <p:nvPr userDrawn="1"/>
        </p:nvSpPr>
        <p:spPr>
          <a:xfrm>
            <a:off x="510238" y="2132869"/>
            <a:ext cx="6303518" cy="3103212"/>
          </a:xfrm>
          <a:prstGeom prst="rect">
            <a:avLst/>
          </a:prstGeom>
          <a:noFill/>
          <a:ln>
            <a:noFill/>
          </a:ln>
        </p:spPr>
        <p:txBody>
          <a:bodyPr lIns="91412" tIns="45700" rIns="91412" bIns="45700" anchor="t" anchorCtr="0">
            <a:noAutofit/>
          </a:bodyPr>
          <a:lstStyle/>
          <a:p>
            <a:pPr algn="r">
              <a:buSzPct val="25000"/>
            </a:pPr>
            <a:r>
              <a:rPr lang="en-GB" sz="2800" dirty="0">
                <a:latin typeface="Arial" panose="020B0604020202020204" pitchFamily="34" charset="0"/>
                <a:ea typeface="Roboto"/>
                <a:cs typeface="Arial" panose="020B0604020202020204" pitchFamily="34" charset="0"/>
                <a:sym typeface="Roboto"/>
              </a:rPr>
              <a:t>We have focused on </a:t>
            </a:r>
            <a:r>
              <a:rPr lang="en-GB" sz="2800" b="1" dirty="0">
                <a:latin typeface="Arial" panose="020B0604020202020204" pitchFamily="34" charset="0"/>
                <a:ea typeface="Roboto"/>
                <a:cs typeface="Arial" panose="020B0604020202020204" pitchFamily="34" charset="0"/>
                <a:sym typeface="Roboto"/>
              </a:rPr>
              <a:t>preparing and empowering BDT staff</a:t>
            </a:r>
            <a:r>
              <a:rPr lang="en-GB" sz="2800" dirty="0">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p:txBody>
      </p:sp>
      <p:sp>
        <p:nvSpPr>
          <p:cNvPr id="7" name="Subtitle 8">
            <a:extLst>
              <a:ext uri="{FF2B5EF4-FFF2-40B4-BE49-F238E27FC236}">
                <a16:creationId xmlns:a16="http://schemas.microsoft.com/office/drawing/2014/main" id="{A4620858-2872-44F6-B072-7E678A260322}"/>
              </a:ext>
            </a:extLst>
          </p:cNvPr>
          <p:cNvSpPr txBox="1">
            <a:spLocks/>
          </p:cNvSpPr>
          <p:nvPr userDrawn="1"/>
        </p:nvSpPr>
        <p:spPr>
          <a:xfrm>
            <a:off x="7295839" y="2132869"/>
            <a:ext cx="4663323" cy="4303496"/>
          </a:xfrm>
          <a:prstGeom prst="rect">
            <a:avLst/>
          </a:prstGeom>
        </p:spPr>
        <p:txBody>
          <a:bodyPr>
            <a:no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Arial" panose="020B0604020202020204" pitchFamily="34" charset="0"/>
                <a:ea typeface="+mn-ea"/>
                <a:cs typeface="Arial" panose="020B0604020202020204" pitchFamily="34" charset="0"/>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lnSpc>
                <a:spcPct val="100000"/>
              </a:lnSpc>
              <a:spcBef>
                <a:spcPts val="1800"/>
              </a:spcBef>
            </a:pPr>
            <a:endParaRPr lang="en-US" i="1" dirty="0">
              <a:solidFill>
                <a:schemeClr val="bg2">
                  <a:lumMod val="25000"/>
                </a:schemeClr>
              </a:solidFill>
              <a:latin typeface="Georgia" panose="02040502050405020303" pitchFamily="18" charset="0"/>
            </a:endParaRPr>
          </a:p>
        </p:txBody>
      </p:sp>
      <p:cxnSp>
        <p:nvCxnSpPr>
          <p:cNvPr id="11" name="Straight Connector 10">
            <a:extLst>
              <a:ext uri="{FF2B5EF4-FFF2-40B4-BE49-F238E27FC236}">
                <a16:creationId xmlns:a16="http://schemas.microsoft.com/office/drawing/2014/main" id="{BE0E510D-A28B-40D0-90A9-897A15E93F85}"/>
              </a:ext>
            </a:extLst>
          </p:cNvPr>
          <p:cNvCxnSpPr>
            <a:cxnSpLocks/>
          </p:cNvCxnSpPr>
          <p:nvPr userDrawn="1"/>
        </p:nvCxnSpPr>
        <p:spPr>
          <a:xfrm>
            <a:off x="7069545" y="2248302"/>
            <a:ext cx="0" cy="313372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4" name="Text Placeholder 3">
            <a:extLst>
              <a:ext uri="{FF2B5EF4-FFF2-40B4-BE49-F238E27FC236}">
                <a16:creationId xmlns:a16="http://schemas.microsoft.com/office/drawing/2014/main" id="{5B885EC5-B7E9-4FBB-A4AE-A260C8DCB031}"/>
              </a:ext>
            </a:extLst>
          </p:cNvPr>
          <p:cNvSpPr>
            <a:spLocks noGrp="1"/>
          </p:cNvSpPr>
          <p:nvPr>
            <p:ph type="body" sz="quarter" idx="11" hasCustomPrompt="1"/>
          </p:nvPr>
        </p:nvSpPr>
        <p:spPr>
          <a:xfrm>
            <a:off x="503238" y="2133600"/>
            <a:ext cx="6297612" cy="3079750"/>
          </a:xfrm>
        </p:spPr>
        <p:txBody>
          <a:bodyPr/>
          <a:lstStyle>
            <a:lvl1pPr marL="0" marR="0" indent="0" algn="r" defTabSz="914400" rtl="0" eaLnBrk="1" fontAlgn="auto" latinLnBrk="0" hangingPunct="1">
              <a:lnSpc>
                <a:spcPct val="100000"/>
              </a:lnSpc>
              <a:spcBef>
                <a:spcPts val="0"/>
              </a:spcBef>
              <a:spcAft>
                <a:spcPts val="0"/>
              </a:spcAft>
              <a:buClrTx/>
              <a:buSzPct val="25000"/>
              <a:buFontTx/>
              <a:buNone/>
              <a:tabLst/>
              <a:defRPr/>
            </a:lvl1pPr>
          </a:lstStyle>
          <a:p>
            <a:pPr marL="0" marR="0" lvl="0" indent="0" algn="r" defTabSz="914400" rtl="0" eaLnBrk="1" fontAlgn="auto" latinLnBrk="0" hangingPunct="1">
              <a:lnSpc>
                <a:spcPct val="100000"/>
              </a:lnSpc>
              <a:spcBef>
                <a:spcPts val="0"/>
              </a:spcBef>
              <a:spcAft>
                <a:spcPts val="0"/>
              </a:spcAft>
              <a:buClrTx/>
              <a:buSzPct val="25000"/>
              <a:buFontTx/>
              <a:buNone/>
              <a:tabLst/>
              <a:defRPr/>
            </a:pP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We have focused on </a:t>
            </a:r>
            <a:r>
              <a:rPr kumimoji="0" lang="en-GB" sz="2800" b="1"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preparing and empowering BDT staff</a:t>
            </a: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a:p>
            <a:pPr lvl="0"/>
            <a:endParaRPr lang="en-US" dirty="0"/>
          </a:p>
        </p:txBody>
      </p:sp>
      <p:sp>
        <p:nvSpPr>
          <p:cNvPr id="12" name="Text Placeholder 11">
            <a:extLst>
              <a:ext uri="{FF2B5EF4-FFF2-40B4-BE49-F238E27FC236}">
                <a16:creationId xmlns:a16="http://schemas.microsoft.com/office/drawing/2014/main" id="{2EFC6EC8-B366-4C1C-9E18-04E70FF727B4}"/>
              </a:ext>
            </a:extLst>
          </p:cNvPr>
          <p:cNvSpPr>
            <a:spLocks noGrp="1"/>
          </p:cNvSpPr>
          <p:nvPr>
            <p:ph type="body" sz="quarter" idx="12" hasCustomPrompt="1"/>
          </p:nvPr>
        </p:nvSpPr>
        <p:spPr>
          <a:xfrm>
            <a:off x="7296150" y="2133600"/>
            <a:ext cx="4683125" cy="3856038"/>
          </a:xfrm>
        </p:spPr>
        <p:txBody>
          <a:bodyPr/>
          <a:lstStyle>
            <a:lvl1pPr marL="0" marR="0" indent="0" algn="l" defTabSz="914400" rtl="0" eaLnBrk="1" fontAlgn="auto" latinLnBrk="0" hangingPunct="1">
              <a:lnSpc>
                <a:spcPct val="100000"/>
              </a:lnSpc>
              <a:spcBef>
                <a:spcPts val="1800"/>
              </a:spcBef>
              <a:spcAft>
                <a:spcPts val="0"/>
              </a:spcAft>
              <a:buClrTx/>
              <a:buSzTx/>
              <a:buFontTx/>
              <a:buNone/>
              <a:tabLst/>
              <a:defRPr sz="2400">
                <a:solidFill>
                  <a:schemeClr val="bg2">
                    <a:lumMod val="25000"/>
                  </a:schemeClr>
                </a:solidFill>
              </a:defRPr>
            </a:lvl1pPr>
          </a:lstStyle>
          <a:p>
            <a:pPr algn="l">
              <a:lnSpc>
                <a:spcPct val="100000"/>
              </a:lnSpc>
              <a:spcBef>
                <a:spcPts val="1800"/>
              </a:spcBef>
            </a:pPr>
            <a:r>
              <a:rPr lang="en-GB" i="1" dirty="0">
                <a:solidFill>
                  <a:schemeClr val="bg2">
                    <a:lumMod val="25000"/>
                  </a:schemeClr>
                </a:solidFill>
                <a:latin typeface="Georgia" panose="02040502050405020303" pitchFamily="18" charset="0"/>
              </a:rPr>
              <a:t>Multiple RBM workshops for</a:t>
            </a:r>
            <a:br>
              <a:rPr lang="en-GB" i="1" dirty="0">
                <a:solidFill>
                  <a:schemeClr val="bg2">
                    <a:lumMod val="25000"/>
                  </a:schemeClr>
                </a:solidFill>
                <a:latin typeface="Georgia" panose="02040502050405020303" pitchFamily="18" charset="0"/>
              </a:rPr>
            </a:br>
            <a:r>
              <a:rPr lang="en-GB" i="1" dirty="0">
                <a:solidFill>
                  <a:schemeClr val="bg2">
                    <a:lumMod val="25000"/>
                  </a:schemeClr>
                </a:solidFill>
                <a:latin typeface="Georgia" panose="02040502050405020303" pitchFamily="18" charset="0"/>
              </a:rPr>
              <a:t>all HQ-based teams and Regional Offices </a:t>
            </a:r>
          </a:p>
          <a:p>
            <a:pPr algn="l">
              <a:lnSpc>
                <a:spcPct val="100000"/>
              </a:lnSpc>
              <a:spcBef>
                <a:spcPts val="1800"/>
              </a:spcBef>
            </a:pPr>
            <a:r>
              <a:rPr lang="en-GB" i="1" dirty="0">
                <a:solidFill>
                  <a:schemeClr val="bg2">
                    <a:lumMod val="25000"/>
                  </a:schemeClr>
                </a:solidFill>
                <a:latin typeface="Georgia" panose="02040502050405020303" pitchFamily="18" charset="0"/>
              </a:rPr>
              <a:t>Project Management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Communication for Development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Procurement training</a:t>
            </a:r>
            <a:endParaRPr lang="en-US" i="1" dirty="0">
              <a:solidFill>
                <a:schemeClr val="bg2">
                  <a:lumMod val="25000"/>
                </a:schemeClr>
              </a:solidFill>
              <a:latin typeface="Georgia" panose="02040502050405020303" pitchFamily="18" charset="0"/>
            </a:endParaRPr>
          </a:p>
          <a:p>
            <a:pPr lvl="0"/>
            <a:endParaRPr lang="en-US" dirty="0"/>
          </a:p>
        </p:txBody>
      </p:sp>
    </p:spTree>
    <p:extLst>
      <p:ext uri="{BB962C8B-B14F-4D97-AF65-F5344CB8AC3E}">
        <p14:creationId xmlns:p14="http://schemas.microsoft.com/office/powerpoint/2010/main" val="346337627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Quote with big quote marks">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1520946" y="2336800"/>
            <a:ext cx="9150108" cy="3764076"/>
          </a:xfrm>
        </p:spPr>
        <p:txBody>
          <a:bodyPr numCol="1" spcCol="274320">
            <a:noAutofit/>
          </a:bodyPr>
          <a:lstStyle>
            <a:lvl1pPr marL="91440" indent="0">
              <a:lnSpc>
                <a:spcPct val="100000"/>
              </a:lnSpc>
              <a:buClr>
                <a:srgbClr val="009CD6"/>
              </a:buClr>
              <a:buFontTx/>
              <a:buNone/>
              <a:defRPr sz="3200" i="1" spc="20">
                <a:latin typeface="Georgia" panose="02040502050405020303" pitchFamily="18" charset="0"/>
              </a:defRPr>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lgn="l">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987959152"/>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Quote with photo">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1520946" y="2658534"/>
            <a:ext cx="9150108" cy="3764076"/>
          </a:xfrm>
        </p:spPr>
        <p:txBody>
          <a:bodyPr numCol="1" spcCol="274320">
            <a:noAutofit/>
          </a:bodyPr>
          <a:lstStyle>
            <a:lvl1pPr marL="91440" indent="0">
              <a:lnSpc>
                <a:spcPct val="100000"/>
              </a:lnSpc>
              <a:buClr>
                <a:srgbClr val="009CD6"/>
              </a:buClr>
              <a:buFontTx/>
              <a:buNone/>
              <a:defRPr sz="3200" i="1" spc="20">
                <a:latin typeface="Georgia" panose="02040502050405020303" pitchFamily="18" charset="0"/>
              </a:defRPr>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lgn="l">
              <a:buNone/>
              <a:defRPr sz="1600">
                <a:solidFill>
                  <a:schemeClr val="accent2"/>
                </a:solidFill>
              </a:defRPr>
            </a:lvl1pPr>
          </a:lstStyle>
          <a:p>
            <a:pPr lvl="0"/>
            <a:r>
              <a:rPr lang="en-US" dirty="0"/>
              <a:t>Click to edit section name</a:t>
            </a:r>
          </a:p>
        </p:txBody>
      </p:sp>
      <p:sp>
        <p:nvSpPr>
          <p:cNvPr id="6" name="Picture Placeholder 5">
            <a:extLst>
              <a:ext uri="{FF2B5EF4-FFF2-40B4-BE49-F238E27FC236}">
                <a16:creationId xmlns:a16="http://schemas.microsoft.com/office/drawing/2014/main" id="{BE0DB947-B9BF-4F5D-BCB3-A4E551A7C958}"/>
              </a:ext>
            </a:extLst>
          </p:cNvPr>
          <p:cNvSpPr>
            <a:spLocks noGrp="1"/>
          </p:cNvSpPr>
          <p:nvPr>
            <p:ph type="pic" sz="quarter" idx="11" hasCustomPrompt="1"/>
          </p:nvPr>
        </p:nvSpPr>
        <p:spPr>
          <a:xfrm>
            <a:off x="5473700" y="1215232"/>
            <a:ext cx="1244600" cy="1244600"/>
          </a:xfrm>
          <a:prstGeom prst="flowChartConnector">
            <a:avLst/>
          </a:prstGeom>
          <a:solidFill>
            <a:schemeClr val="bg1">
              <a:lumMod val="85000"/>
            </a:schemeClr>
          </a:solidFill>
        </p:spPr>
        <p:txBody>
          <a:bodyPr anchor="ctr"/>
          <a:lstStyle>
            <a:lvl1pPr>
              <a:defRPr sz="1400" b="0"/>
            </a:lvl1pPr>
          </a:lstStyle>
          <a:p>
            <a:r>
              <a:rPr lang="en-US" dirty="0"/>
              <a:t>Insert</a:t>
            </a:r>
            <a:br>
              <a:rPr lang="en-US" dirty="0"/>
            </a:br>
            <a:r>
              <a:rPr lang="en-US" dirty="0"/>
              <a:t>Photo</a:t>
            </a:r>
          </a:p>
        </p:txBody>
      </p:sp>
    </p:spTree>
    <p:extLst>
      <p:ext uri="{BB962C8B-B14F-4D97-AF65-F5344CB8AC3E}">
        <p14:creationId xmlns:p14="http://schemas.microsoft.com/office/powerpoint/2010/main" val="10683193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Title + large image (light blue bg) 2">
    <p:spTree>
      <p:nvGrpSpPr>
        <p:cNvPr id="1" name=""/>
        <p:cNvGrpSpPr/>
        <p:nvPr/>
      </p:nvGrpSpPr>
      <p:grpSpPr>
        <a:xfrm>
          <a:off x="0" y="0"/>
          <a:ext cx="0" cy="0"/>
          <a:chOff x="0" y="0"/>
          <a:chExt cx="0" cy="0"/>
        </a:xfrm>
      </p:grpSpPr>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698526" y="1881427"/>
            <a:ext cx="10976290" cy="3985973"/>
          </a:xfrm>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cxnSp>
        <p:nvCxnSpPr>
          <p:cNvPr id="6" name="Straight Connector 5">
            <a:extLst>
              <a:ext uri="{FF2B5EF4-FFF2-40B4-BE49-F238E27FC236}">
                <a16:creationId xmlns:a16="http://schemas.microsoft.com/office/drawing/2014/main" id="{E7FA0E66-7846-4BCB-AE09-F966602C759F}"/>
              </a:ext>
            </a:extLst>
          </p:cNvPr>
          <p:cNvCxnSpPr/>
          <p:nvPr userDrawn="1"/>
        </p:nvCxnSpPr>
        <p:spPr>
          <a:xfrm>
            <a:off x="607468"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9" name="Text Placeholder 3">
            <a:extLst>
              <a:ext uri="{FF2B5EF4-FFF2-40B4-BE49-F238E27FC236}">
                <a16:creationId xmlns:a16="http://schemas.microsoft.com/office/drawing/2014/main" id="{CF0B2556-6FCF-4306-988D-12A70352A48D}"/>
              </a:ext>
            </a:extLst>
          </p:cNvPr>
          <p:cNvSpPr>
            <a:spLocks noGrp="1"/>
          </p:cNvSpPr>
          <p:nvPr>
            <p:ph type="body" sz="quarter" idx="10"/>
          </p:nvPr>
        </p:nvSpPr>
        <p:spPr>
          <a:xfrm>
            <a:off x="607468" y="313371"/>
            <a:ext cx="4554538" cy="308803"/>
          </a:xfrm>
        </p:spPr>
        <p:txBody>
          <a:bodyPr anchor="ctr"/>
          <a:lstStyle>
            <a:lvl1pPr marL="91440" indent="0">
              <a:buNone/>
              <a:defRPr sz="1600">
                <a:solidFill>
                  <a:schemeClr val="accent2"/>
                </a:solidFill>
              </a:defRPr>
            </a:lvl1pPr>
          </a:lstStyle>
          <a:p>
            <a:pPr lvl="0"/>
            <a:r>
              <a:rPr lang="en-US" dirty="0"/>
              <a:t>Click to edit Master text styles</a:t>
            </a:r>
          </a:p>
        </p:txBody>
      </p:sp>
      <p:sp>
        <p:nvSpPr>
          <p:cNvPr id="10" name="Title Placeholder 1">
            <a:extLst>
              <a:ext uri="{FF2B5EF4-FFF2-40B4-BE49-F238E27FC236}">
                <a16:creationId xmlns:a16="http://schemas.microsoft.com/office/drawing/2014/main" id="{B0DA0626-8521-4B9A-A854-E817A6A1230B}"/>
              </a:ext>
            </a:extLst>
          </p:cNvPr>
          <p:cNvSpPr>
            <a:spLocks noGrp="1"/>
          </p:cNvSpPr>
          <p:nvPr>
            <p:ph type="title"/>
          </p:nvPr>
        </p:nvSpPr>
        <p:spPr>
          <a:xfrm>
            <a:off x="688392" y="1231105"/>
            <a:ext cx="10515600" cy="568434"/>
          </a:xfrm>
          <a:prstGeom prst="rect">
            <a:avLst/>
          </a:prstGeom>
        </p:spPr>
        <p:txBody>
          <a:bodyPr vert="horz" lIns="91440" tIns="45720" rIns="91440" bIns="45720" rtlCol="0" anchor="t">
            <a:noAutofit/>
          </a:bodyPr>
          <a:lstStyle/>
          <a:p>
            <a:r>
              <a:rPr lang="en-US" dirty="0"/>
              <a:t>Click to edit Master title style</a:t>
            </a:r>
          </a:p>
        </p:txBody>
      </p:sp>
    </p:spTree>
    <p:extLst>
      <p:ext uri="{BB962C8B-B14F-4D97-AF65-F5344CB8AC3E}">
        <p14:creationId xmlns:p14="http://schemas.microsoft.com/office/powerpoint/2010/main" val="2362081594"/>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Blank (light blue)">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055F4467-8115-4C34-B39A-8E571F625EA9}"/>
              </a:ext>
            </a:extLst>
          </p:cNvPr>
          <p:cNvSpPr/>
          <p:nvPr userDrawn="1"/>
        </p:nvSpPr>
        <p:spPr>
          <a:xfrm>
            <a:off x="-30161" y="0"/>
            <a:ext cx="12222161" cy="6858000"/>
          </a:xfrm>
          <a:prstGeom prst="rect">
            <a:avLst/>
          </a:prstGeom>
          <a:solidFill>
            <a:srgbClr val="F5FA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p>
        </p:txBody>
      </p:sp>
    </p:spTree>
    <p:extLst>
      <p:ext uri="{BB962C8B-B14F-4D97-AF65-F5344CB8AC3E}">
        <p14:creationId xmlns:p14="http://schemas.microsoft.com/office/powerpoint/2010/main" val="3067180665"/>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blank">
  <p:cSld name="Blank (white bg) ">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336622E0-A137-429D-BE75-779E322CE694}"/>
              </a:ext>
            </a:extLst>
          </p:cNvPr>
          <p:cNvSpPr/>
          <p:nvPr userDrawn="1"/>
        </p:nvSpPr>
        <p:spPr>
          <a:xfrm>
            <a:off x="-30161" y="0"/>
            <a:ext cx="12222161"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latin typeface="Avenir Next LT Pro" panose="020B0504020202020204" pitchFamily="34" charset="0"/>
              </a:rPr>
              <a:t> </a:t>
            </a:r>
          </a:p>
        </p:txBody>
      </p:sp>
    </p:spTree>
    <p:extLst>
      <p:ext uri="{BB962C8B-B14F-4D97-AF65-F5344CB8AC3E}">
        <p14:creationId xmlns:p14="http://schemas.microsoft.com/office/powerpoint/2010/main" val="105035650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slideLayout" Target="../slideLayouts/slideLayout19.xml"/><Relationship Id="rId3" Type="http://schemas.openxmlformats.org/officeDocument/2006/relationships/slideLayout" Target="../slideLayouts/slideLayout20.xml"/><Relationship Id="rId4" Type="http://schemas.openxmlformats.org/officeDocument/2006/relationships/theme" Target="../theme/theme2.xml"/></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slideLayout" Target="../slideLayouts/slideLayout22.xml"/><Relationship Id="rId3" Type="http://schemas.openxmlformats.org/officeDocument/2006/relationships/theme" Target="../theme/theme3.xml"/></Relationships>
</file>

<file path=ppt/slideMasters/_rels/slideMaster4.xml.rels><?xml version='1.0' encoding='UTF-8' standalone='yes'?>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slideLayout" Target="../slideLayouts/slideLayout24.xml"/><Relationship Id="rId3" Type="http://schemas.openxmlformats.org/officeDocument/2006/relationships/slideLayout" Target="../slideLayouts/slideLayout25.xml"/><Relationship Id="rId4" Type="http://schemas.openxmlformats.org/officeDocument/2006/relationships/theme" Target="../theme/theme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6C4518C-C369-4BCE-93F6-ACF7A0A4563A}"/>
              </a:ext>
            </a:extLst>
          </p:cNvPr>
          <p:cNvSpPr>
            <a:spLocks noGrp="1"/>
          </p:cNvSpPr>
          <p:nvPr>
            <p:ph type="title"/>
          </p:nvPr>
        </p:nvSpPr>
        <p:spPr>
          <a:xfrm>
            <a:off x="688392" y="879975"/>
            <a:ext cx="10515600" cy="746442"/>
          </a:xfrm>
          <a:prstGeom prst="rect">
            <a:avLst/>
          </a:prstGeom>
        </p:spPr>
        <p:txBody>
          <a:bodyPr vert="horz" lIns="91440" tIns="45720" rIns="91440" bIns="45720" rtlCol="0" anchor="t">
            <a:noAutofit/>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6328A0EE-5A32-42C1-8C1D-EA2BEF099C17}"/>
              </a:ext>
            </a:extLst>
          </p:cNvPr>
          <p:cNvSpPr>
            <a:spLocks noGrp="1"/>
          </p:cNvSpPr>
          <p:nvPr>
            <p:ph type="body" idx="1"/>
          </p:nvPr>
        </p:nvSpPr>
        <p:spPr>
          <a:xfrm>
            <a:off x="688392" y="1804342"/>
            <a:ext cx="10515600" cy="4351338"/>
          </a:xfrm>
          <a:prstGeom prst="rect">
            <a:avLst/>
          </a:prstGeom>
        </p:spPr>
        <p:txBody>
          <a:bodyPr vert="horz" lIns="91440" tIns="45720" rIns="91440" bIns="45720" rtlCol="0">
            <a:noAutofit/>
          </a:body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8" name="TextBox 7">
            <a:extLst>
              <a:ext uri="{FF2B5EF4-FFF2-40B4-BE49-F238E27FC236}">
                <a16:creationId xmlns:a16="http://schemas.microsoft.com/office/drawing/2014/main" id="{69A5A063-7EAA-4705-81BD-73270FF5BA28}"/>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9" name="TextBox 8">
            <a:extLst>
              <a:ext uri="{FF2B5EF4-FFF2-40B4-BE49-F238E27FC236}">
                <a16:creationId xmlns:a16="http://schemas.microsoft.com/office/drawing/2014/main" id="{F4ED357C-3FA0-42D4-850C-879BB0BE1875}"/>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3452108936"/>
      </p:ext>
    </p:extLst>
  </p:cSld>
  <p:clrMap bg1="lt1" tx1="dk1" bg2="lt2" tx2="dk2" accent1="accent1" accent2="accent2" accent3="accent3" accent4="accent4" accent5="accent5" accent6="accent6" hlink="hlink" folHlink="folHlink"/>
  <p:sldLayoutIdLst>
    <p:sldLayoutId id="2147483656" r:id="rId1"/>
    <p:sldLayoutId id="2147483653" r:id="rId2"/>
    <p:sldLayoutId id="2147483652" r:id="rId3"/>
    <p:sldLayoutId id="2147483675" r:id="rId4"/>
    <p:sldLayoutId id="2147483676" r:id="rId5"/>
    <p:sldLayoutId id="2147483674" r:id="rId6"/>
    <p:sldLayoutId id="2147483672" r:id="rId7"/>
    <p:sldLayoutId id="2147483657" r:id="rId8"/>
    <p:sldLayoutId id="2147483717" r:id="rId9"/>
    <p:sldLayoutId id="2147483718" r:id="rId10"/>
    <p:sldLayoutId id="2147483719" r:id="rId11"/>
    <p:sldLayoutId id="2147483670" r:id="rId12"/>
    <p:sldLayoutId id="2147483660" r:id="rId13"/>
    <p:sldLayoutId id="2147483687" r:id="rId14"/>
    <p:sldLayoutId id="2147483707" r:id="rId15"/>
    <p:sldLayoutId id="2147483712" r:id="rId16"/>
    <p:sldLayoutId id="2147483721" r:id="rId17"/>
  </p:sldLayoutIdLst>
  <p:hf hdr="0" ftr="0" dt="0"/>
  <p:txStyles>
    <p:titleStyle>
      <a:lvl1pPr algn="l" defTabSz="914400"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p:titleStyle>
    <p:bodyStyle>
      <a:lvl1pPr marL="228600" indent="-137160" algn="l" defTabSz="914400" rtl="0" eaLnBrk="1" latinLnBrk="0" hangingPunct="1">
        <a:lnSpc>
          <a:spcPts val="2200"/>
        </a:lnSpc>
        <a:spcBef>
          <a:spcPts val="1000"/>
        </a:spcBef>
        <a:buClr>
          <a:srgbClr val="009CD6"/>
        </a:buClr>
        <a:buSzPct val="110000"/>
        <a:buFont typeface="Arial" panose="020B0604020202020204" pitchFamily="34" charset="0"/>
        <a:buChar char="•"/>
        <a:defRPr sz="1800" kern="1200" spc="0">
          <a:solidFill>
            <a:schemeClr val="tx1"/>
          </a:solidFill>
          <a:latin typeface="Arial" panose="020B0604020202020204" pitchFamily="34" charset="0"/>
          <a:ea typeface="+mn-ea"/>
          <a:cs typeface="Arial" panose="020B0604020202020204" pitchFamily="34" charset="0"/>
        </a:defRPr>
      </a:lvl1pPr>
      <a:lvl2pPr marL="685800" indent="-137160" algn="l" defTabSz="914400" rtl="0" eaLnBrk="1" latinLnBrk="0" hangingPunct="1">
        <a:lnSpc>
          <a:spcPts val="2200"/>
        </a:lnSpc>
        <a:spcBef>
          <a:spcPts val="500"/>
        </a:spcBef>
        <a:buClr>
          <a:srgbClr val="009CD6"/>
        </a:buClr>
        <a:buSzPct val="110000"/>
        <a:buFont typeface="Arial" panose="020B0604020202020204" pitchFamily="34" charset="0"/>
        <a:buChar char="•"/>
        <a:defRPr sz="1800" kern="1200" spc="0">
          <a:solidFill>
            <a:schemeClr val="tx1"/>
          </a:solidFill>
          <a:latin typeface="Arial" panose="020B0604020202020204" pitchFamily="34" charset="0"/>
          <a:ea typeface="+mn-ea"/>
          <a:cs typeface="Arial" panose="020B0604020202020204" pitchFamily="34" charset="0"/>
        </a:defRPr>
      </a:lvl2pPr>
      <a:lvl3pPr marL="1143000" indent="-137160" algn="l" defTabSz="914400" rtl="0" eaLnBrk="1" latinLnBrk="0" hangingPunct="1">
        <a:lnSpc>
          <a:spcPts val="2200"/>
        </a:lnSpc>
        <a:spcBef>
          <a:spcPts val="500"/>
        </a:spcBef>
        <a:buClr>
          <a:srgbClr val="009CD6"/>
        </a:buClr>
        <a:buSzPct val="110000"/>
        <a:buFont typeface="Arial" panose="020B0604020202020204" pitchFamily="34" charset="0"/>
        <a:buChar char="•"/>
        <a:defRPr sz="1800" kern="1200" spc="0" baseline="0">
          <a:solidFill>
            <a:schemeClr val="tx1"/>
          </a:solidFill>
          <a:latin typeface="Arial" panose="020B0604020202020204" pitchFamily="34" charset="0"/>
          <a:ea typeface="+mn-ea"/>
          <a:cs typeface="Arial" panose="020B0604020202020204" pitchFamily="34" charset="0"/>
        </a:defRPr>
      </a:lvl3pPr>
      <a:lvl4pPr marL="1600200" indent="-137160" algn="l" defTabSz="914400" rtl="0" eaLnBrk="1" latinLnBrk="0" hangingPunct="1">
        <a:lnSpc>
          <a:spcPts val="2200"/>
        </a:lnSpc>
        <a:spcBef>
          <a:spcPts val="500"/>
        </a:spcBef>
        <a:buClr>
          <a:srgbClr val="009CD6"/>
        </a:buClr>
        <a:buSzPct val="110000"/>
        <a:buFont typeface="Arial" panose="020B0604020202020204" pitchFamily="34" charset="0"/>
        <a:buChar char="•"/>
        <a:defRPr sz="1800" kern="1200" spc="0" baseline="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ts val="2200"/>
        </a:lnSpc>
        <a:spcBef>
          <a:spcPts val="500"/>
        </a:spcBef>
        <a:buClr>
          <a:srgbClr val="00B0F0"/>
        </a:buClr>
        <a:buFont typeface="Arial" panose="020B0604020202020204" pitchFamily="34" charset="0"/>
        <a:buChar char="•"/>
        <a:defRPr sz="1800" kern="1200" spc="30" baseline="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6C4518C-C369-4BCE-93F6-ACF7A0A4563A}"/>
              </a:ext>
            </a:extLst>
          </p:cNvPr>
          <p:cNvSpPr>
            <a:spLocks noGrp="1"/>
          </p:cNvSpPr>
          <p:nvPr>
            <p:ph type="title"/>
          </p:nvPr>
        </p:nvSpPr>
        <p:spPr>
          <a:xfrm>
            <a:off x="688392" y="879975"/>
            <a:ext cx="10515600" cy="746442"/>
          </a:xfrm>
          <a:prstGeom prst="rect">
            <a:avLst/>
          </a:prstGeom>
        </p:spPr>
        <p:txBody>
          <a:bodyPr vert="horz" lIns="91440" tIns="45720" rIns="91440" bIns="45720" rtlCol="0" anchor="t">
            <a:noAutofit/>
          </a:bodyPr>
          <a:lstStyle/>
          <a:p>
            <a:r>
              <a:rPr lang="en-US" dirty="0"/>
              <a:t>Click to edit Master title style</a:t>
            </a:r>
          </a:p>
        </p:txBody>
      </p:sp>
      <p:sp>
        <p:nvSpPr>
          <p:cNvPr id="3" name="Text Placeholder 2">
            <a:extLst>
              <a:ext uri="{FF2B5EF4-FFF2-40B4-BE49-F238E27FC236}">
                <a16:creationId xmlns:a16="http://schemas.microsoft.com/office/drawing/2014/main" id="{6328A0EE-5A32-42C1-8C1D-EA2BEF099C17}"/>
              </a:ext>
            </a:extLst>
          </p:cNvPr>
          <p:cNvSpPr>
            <a:spLocks noGrp="1"/>
          </p:cNvSpPr>
          <p:nvPr>
            <p:ph type="body" idx="1"/>
          </p:nvPr>
        </p:nvSpPr>
        <p:spPr>
          <a:xfrm>
            <a:off x="688392" y="1804342"/>
            <a:ext cx="10515600" cy="4351338"/>
          </a:xfrm>
          <a:prstGeom prst="rect">
            <a:avLst/>
          </a:prstGeom>
        </p:spPr>
        <p:txBody>
          <a:bodyPr vert="horz" lIns="91440" tIns="45720" rIns="91440" bIns="45720" rtlCol="0">
            <a:noAutofit/>
          </a:body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6" name="TextBox 5">
            <a:extLst>
              <a:ext uri="{FF2B5EF4-FFF2-40B4-BE49-F238E27FC236}">
                <a16:creationId xmlns:a16="http://schemas.microsoft.com/office/drawing/2014/main" id="{693ABCAB-1B02-4C7B-89B1-A5BB0E479D06}"/>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7" name="TextBox 6">
            <a:extLst>
              <a:ext uri="{FF2B5EF4-FFF2-40B4-BE49-F238E27FC236}">
                <a16:creationId xmlns:a16="http://schemas.microsoft.com/office/drawing/2014/main" id="{77662A7B-D8AC-460A-9C3E-1872390023D8}"/>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1497039940"/>
      </p:ext>
    </p:extLst>
  </p:cSld>
  <p:clrMap bg1="lt1" tx1="dk1" bg2="lt2" tx2="dk2" accent1="accent1" accent2="accent2" accent3="accent3" accent4="accent4" accent5="accent5" accent6="accent6" hlink="hlink" folHlink="folHlink"/>
  <p:sldLayoutIdLst>
    <p:sldLayoutId id="2147483710" r:id="rId1"/>
    <p:sldLayoutId id="2147483716" r:id="rId2"/>
    <p:sldLayoutId id="2147483711" r:id="rId3"/>
  </p:sldLayoutIdLst>
  <p:txStyles>
    <p:titleStyle>
      <a:lvl1pPr algn="l" defTabSz="914400"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p:titleStyle>
    <p:bodyStyle>
      <a:lvl1pPr marL="228600" indent="-137160" algn="l" defTabSz="914400" rtl="0" eaLnBrk="1" latinLnBrk="0" hangingPunct="1">
        <a:lnSpc>
          <a:spcPct val="100000"/>
        </a:lnSpc>
        <a:spcBef>
          <a:spcPts val="1000"/>
        </a:spcBef>
        <a:buClr>
          <a:srgbClr val="009CD6"/>
        </a:buClr>
        <a:buSzPct val="110000"/>
        <a:buFont typeface="Arial" panose="020B0604020202020204" pitchFamily="34" charset="0"/>
        <a:buChar char="•"/>
        <a:defRPr sz="2800" kern="1200" spc="0">
          <a:solidFill>
            <a:schemeClr val="tx1"/>
          </a:solidFill>
          <a:latin typeface="Arial" panose="020B0604020202020204" pitchFamily="34" charset="0"/>
          <a:ea typeface="+mn-ea"/>
          <a:cs typeface="Arial" panose="020B0604020202020204" pitchFamily="34" charset="0"/>
        </a:defRPr>
      </a:lvl1pPr>
      <a:lvl2pPr marL="685800" indent="-137160" algn="l" defTabSz="914400" rtl="0" eaLnBrk="1" latinLnBrk="0" hangingPunct="1">
        <a:lnSpc>
          <a:spcPct val="100000"/>
        </a:lnSpc>
        <a:spcBef>
          <a:spcPts val="500"/>
        </a:spcBef>
        <a:buClr>
          <a:srgbClr val="009CD6"/>
        </a:buClr>
        <a:buSzPct val="110000"/>
        <a:buFont typeface="Arial" panose="020B0604020202020204" pitchFamily="34" charset="0"/>
        <a:buChar char="•"/>
        <a:defRPr sz="2800" kern="1200" spc="0">
          <a:solidFill>
            <a:schemeClr val="tx1"/>
          </a:solidFill>
          <a:latin typeface="Arial" panose="020B0604020202020204" pitchFamily="34" charset="0"/>
          <a:ea typeface="+mn-ea"/>
          <a:cs typeface="Arial" panose="020B0604020202020204" pitchFamily="34" charset="0"/>
        </a:defRPr>
      </a:lvl2pPr>
      <a:lvl3pPr marL="1143000" indent="-137160" algn="l" defTabSz="914400" rtl="0" eaLnBrk="1" latinLnBrk="0" hangingPunct="1">
        <a:lnSpc>
          <a:spcPct val="100000"/>
        </a:lnSpc>
        <a:spcBef>
          <a:spcPts val="500"/>
        </a:spcBef>
        <a:buClr>
          <a:srgbClr val="009CD6"/>
        </a:buClr>
        <a:buSzPct val="110000"/>
        <a:buFont typeface="Arial" panose="020B0604020202020204" pitchFamily="34" charset="0"/>
        <a:buChar char="•"/>
        <a:defRPr sz="2800" kern="1200" spc="0" baseline="0">
          <a:solidFill>
            <a:schemeClr val="tx1"/>
          </a:solidFill>
          <a:latin typeface="Arial" panose="020B0604020202020204" pitchFamily="34" charset="0"/>
          <a:ea typeface="+mn-ea"/>
          <a:cs typeface="Arial" panose="020B0604020202020204" pitchFamily="34" charset="0"/>
        </a:defRPr>
      </a:lvl3pPr>
      <a:lvl4pPr marL="1600200" indent="-137160" algn="l" defTabSz="914400" rtl="0" eaLnBrk="1" latinLnBrk="0" hangingPunct="1">
        <a:lnSpc>
          <a:spcPct val="100000"/>
        </a:lnSpc>
        <a:spcBef>
          <a:spcPts val="500"/>
        </a:spcBef>
        <a:buClr>
          <a:srgbClr val="009CD6"/>
        </a:buClr>
        <a:buSzPct val="110000"/>
        <a:buFont typeface="Arial" panose="020B0604020202020204" pitchFamily="34" charset="0"/>
        <a:buChar char="•"/>
        <a:defRPr sz="2800" kern="1200" spc="0" baseline="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ts val="2200"/>
        </a:lnSpc>
        <a:spcBef>
          <a:spcPts val="500"/>
        </a:spcBef>
        <a:buClr>
          <a:srgbClr val="00B0F0"/>
        </a:buClr>
        <a:buFont typeface="Arial" panose="020B0604020202020204" pitchFamily="34" charset="0"/>
        <a:buChar char="•"/>
        <a:defRPr sz="1800" kern="1200" spc="30" baseline="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6328A0EE-5A32-42C1-8C1D-EA2BEF099C17}"/>
              </a:ext>
            </a:extLst>
          </p:cNvPr>
          <p:cNvSpPr>
            <a:spLocks noGrp="1"/>
          </p:cNvSpPr>
          <p:nvPr>
            <p:ph type="body" idx="1"/>
          </p:nvPr>
        </p:nvSpPr>
        <p:spPr>
          <a:xfrm>
            <a:off x="1816313" y="2209801"/>
            <a:ext cx="8559373" cy="3793066"/>
          </a:xfrm>
          <a:prstGeom prst="rect">
            <a:avLst/>
          </a:prstGeom>
        </p:spPr>
        <p:txBody>
          <a:bodyPr vert="horz" lIns="91440" tIns="45720" rIns="91440" bIns="45720" rtlCol="0">
            <a:noAutofit/>
          </a:bodyPr>
          <a:lstStyle/>
          <a:p>
            <a:pPr algn="ctr"/>
            <a:r>
              <a:rPr lang="en-US" sz="2800" i="1" dirty="0">
                <a:latin typeface="Georgia" panose="02040502050405020303" pitchFamily="18" charset="0"/>
              </a:rPr>
              <a:t>We grew up with the internet. </a:t>
            </a:r>
            <a:br>
              <a:rPr lang="en-US" sz="2800" i="1" dirty="0">
                <a:latin typeface="Georgia" panose="02040502050405020303" pitchFamily="18" charset="0"/>
              </a:rPr>
            </a:br>
            <a:r>
              <a:rPr lang="en-US" sz="2800" i="1" dirty="0">
                <a:latin typeface="Georgia" panose="02040502050405020303" pitchFamily="18" charset="0"/>
              </a:rPr>
              <a:t>I mean, the internet has always been here with us. The grown-ups are like ‘Wow the internet appeared’, while it is perfectly normal for us.” </a:t>
            </a:r>
          </a:p>
        </p:txBody>
      </p:sp>
      <p:sp>
        <p:nvSpPr>
          <p:cNvPr id="8" name="TextBox 7">
            <a:extLst>
              <a:ext uri="{FF2B5EF4-FFF2-40B4-BE49-F238E27FC236}">
                <a16:creationId xmlns:a16="http://schemas.microsoft.com/office/drawing/2014/main" id="{43FB8933-3AE5-487A-8B03-0B68C8923CB0}"/>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9" name="TextBox 8">
            <a:extLst>
              <a:ext uri="{FF2B5EF4-FFF2-40B4-BE49-F238E27FC236}">
                <a16:creationId xmlns:a16="http://schemas.microsoft.com/office/drawing/2014/main" id="{CD9BF5BD-2163-4157-A2AF-C24DDF31C8DA}"/>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157613210"/>
      </p:ext>
    </p:extLst>
  </p:cSld>
  <p:clrMap bg1="lt1" tx1="dk1" bg2="lt2" tx2="dk2" accent1="accent1" accent2="accent2" accent3="accent3" accent4="accent4" accent5="accent5" accent6="accent6" hlink="hlink" folHlink="folHlink"/>
  <p:sldLayoutIdLst>
    <p:sldLayoutId id="2147483714" r:id="rId1"/>
    <p:sldLayoutId id="2147483715" r:id="rId2"/>
  </p:sldLayoutIdLst>
  <p:txStyles>
    <p:titleStyle>
      <a:lvl1pPr algn="l" defTabSz="914400"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p:titleStyle>
    <p:bodyStyle>
      <a:lvl1pPr marL="91440" indent="0" algn="ctr" defTabSz="914400" rtl="0" eaLnBrk="1" latinLnBrk="0" hangingPunct="1">
        <a:lnSpc>
          <a:spcPct val="100000"/>
        </a:lnSpc>
        <a:spcBef>
          <a:spcPts val="1000"/>
        </a:spcBef>
        <a:buClr>
          <a:srgbClr val="009CD6"/>
        </a:buClr>
        <a:buSzPct val="110000"/>
        <a:buFontTx/>
        <a:buNone/>
        <a:defRPr sz="3600" kern="1200" spc="0">
          <a:solidFill>
            <a:schemeClr val="tx1"/>
          </a:solidFill>
          <a:latin typeface="Arial" panose="020B0604020202020204" pitchFamily="34" charset="0"/>
          <a:ea typeface="+mn-ea"/>
          <a:cs typeface="Arial" panose="020B0604020202020204" pitchFamily="34" charset="0"/>
        </a:defRPr>
      </a:lvl1pPr>
      <a:lvl2pPr marL="548640" indent="0" algn="l" defTabSz="914400" rtl="0" eaLnBrk="1" latinLnBrk="0" hangingPunct="1">
        <a:lnSpc>
          <a:spcPct val="100000"/>
        </a:lnSpc>
        <a:spcBef>
          <a:spcPts val="500"/>
        </a:spcBef>
        <a:buClr>
          <a:srgbClr val="009CD6"/>
        </a:buClr>
        <a:buSzPct val="110000"/>
        <a:buFontTx/>
        <a:buNone/>
        <a:defRPr sz="2800" kern="1200" spc="0">
          <a:solidFill>
            <a:schemeClr val="tx1"/>
          </a:solidFill>
          <a:latin typeface="Arial" panose="020B0604020202020204" pitchFamily="34" charset="0"/>
          <a:ea typeface="+mn-ea"/>
          <a:cs typeface="Arial" panose="020B0604020202020204" pitchFamily="34" charset="0"/>
        </a:defRPr>
      </a:lvl2pPr>
      <a:lvl3pPr marL="1005840" indent="0" algn="l" defTabSz="914400" rtl="0" eaLnBrk="1" latinLnBrk="0" hangingPunct="1">
        <a:lnSpc>
          <a:spcPct val="100000"/>
        </a:lnSpc>
        <a:spcBef>
          <a:spcPts val="500"/>
        </a:spcBef>
        <a:buClr>
          <a:srgbClr val="009CD6"/>
        </a:buClr>
        <a:buSzPct val="110000"/>
        <a:buFontTx/>
        <a:buNone/>
        <a:defRPr sz="2800" kern="1200" spc="0" baseline="0">
          <a:solidFill>
            <a:schemeClr val="tx1"/>
          </a:solidFill>
          <a:latin typeface="Arial" panose="020B0604020202020204" pitchFamily="34" charset="0"/>
          <a:ea typeface="+mn-ea"/>
          <a:cs typeface="Arial" panose="020B0604020202020204" pitchFamily="34" charset="0"/>
        </a:defRPr>
      </a:lvl3pPr>
      <a:lvl4pPr marL="1463040" indent="0" algn="l" defTabSz="914400" rtl="0" eaLnBrk="1" latinLnBrk="0" hangingPunct="1">
        <a:lnSpc>
          <a:spcPct val="100000"/>
        </a:lnSpc>
        <a:spcBef>
          <a:spcPts val="500"/>
        </a:spcBef>
        <a:buClr>
          <a:srgbClr val="009CD6"/>
        </a:buClr>
        <a:buSzPct val="110000"/>
        <a:buFontTx/>
        <a:buNone/>
        <a:defRPr sz="2800" kern="1200" spc="0" baseline="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ts val="2200"/>
        </a:lnSpc>
        <a:spcBef>
          <a:spcPts val="500"/>
        </a:spcBef>
        <a:buClr>
          <a:srgbClr val="00B0F0"/>
        </a:buClr>
        <a:buFont typeface="Arial" panose="020B0604020202020204" pitchFamily="34" charset="0"/>
        <a:buChar char="•"/>
        <a:defRPr sz="1800" kern="1200" spc="30" baseline="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cSld>
    <p:bg>
      <p:bgPr>
        <a:solidFill>
          <a:srgbClr val="F5FAFC"/>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F3903303-232A-4935-AFB3-F7B88DD729A5}"/>
              </a:ext>
            </a:extLst>
          </p:cNvPr>
          <p:cNvSpPr>
            <a:spLocks noGrp="1"/>
          </p:cNvSpPr>
          <p:nvPr>
            <p:ph type="title"/>
          </p:nvPr>
        </p:nvSpPr>
        <p:spPr>
          <a:xfrm>
            <a:off x="685893" y="879975"/>
            <a:ext cx="10515600" cy="746442"/>
          </a:xfrm>
          <a:prstGeom prst="rect">
            <a:avLst/>
          </a:prstGeom>
        </p:spPr>
        <p:txBody>
          <a:bodyPr vert="horz" lIns="91440" tIns="45720" rIns="91440" bIns="45720" rtlCol="0" anchor="t">
            <a:noAutofit/>
          </a:bodyPr>
          <a:lstStyle/>
          <a:p>
            <a:r>
              <a:rPr lang="en-US" dirty="0"/>
              <a:t>Click to edit Master title style</a:t>
            </a:r>
          </a:p>
        </p:txBody>
      </p:sp>
      <p:sp>
        <p:nvSpPr>
          <p:cNvPr id="3" name="Text Placeholder 2">
            <a:extLst>
              <a:ext uri="{FF2B5EF4-FFF2-40B4-BE49-F238E27FC236}">
                <a16:creationId xmlns:a16="http://schemas.microsoft.com/office/drawing/2014/main" id="{C8383453-70D1-44FB-B9C3-2EEFC15545D7}"/>
              </a:ext>
            </a:extLst>
          </p:cNvPr>
          <p:cNvSpPr>
            <a:spLocks noGrp="1"/>
          </p:cNvSpPr>
          <p:nvPr>
            <p:ph type="body" idx="1"/>
          </p:nvPr>
        </p:nvSpPr>
        <p:spPr>
          <a:xfrm>
            <a:off x="688392" y="1804342"/>
            <a:ext cx="10515600" cy="4351338"/>
          </a:xfrm>
          <a:prstGeom prst="rect">
            <a:avLst/>
          </a:prstGeom>
        </p:spPr>
        <p:txBody>
          <a:bodyPr vert="horz" lIns="91440" tIns="45720" rIns="91440" bIns="45720" rtlCol="0">
            <a:noAutofit/>
          </a:bodyPr>
          <a:lstStyle/>
          <a:p>
            <a:pPr marL="228600" marR="0" lvl="0" indent="-137160" algn="l" defTabSz="914400" rtl="0" eaLnBrk="1" fontAlgn="auto" latinLnBrk="0" hangingPunct="1">
              <a:lnSpc>
                <a:spcPts val="2200"/>
              </a:lnSpc>
              <a:spcBef>
                <a:spcPts val="10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Second level</a:t>
            </a:r>
          </a:p>
          <a:p>
            <a:pPr marL="685800" marR="0" lvl="1" indent="-137160" algn="l" defTabSz="914400" rtl="0" eaLnBrk="1" fontAlgn="auto" latinLnBrk="0" hangingPunct="1">
              <a:lnSpc>
                <a:spcPts val="2200"/>
              </a:lnSpc>
              <a:spcBef>
                <a:spcPts val="5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Third level</a:t>
            </a:r>
          </a:p>
          <a:p>
            <a:pPr marL="1143000" marR="0" lvl="2" indent="-137160" algn="l" defTabSz="914400" rtl="0" eaLnBrk="1" fontAlgn="auto" latinLnBrk="0" hangingPunct="1">
              <a:lnSpc>
                <a:spcPts val="2200"/>
              </a:lnSpc>
              <a:spcBef>
                <a:spcPts val="5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Fourth level</a:t>
            </a:r>
          </a:p>
          <a:p>
            <a:pPr marL="1600200" marR="0" lvl="3" indent="-137160" algn="l" defTabSz="914400" rtl="0" eaLnBrk="1" fontAlgn="auto" latinLnBrk="0" hangingPunct="1">
              <a:lnSpc>
                <a:spcPts val="2200"/>
              </a:lnSpc>
              <a:spcBef>
                <a:spcPts val="5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Fifth level</a:t>
            </a:r>
          </a:p>
        </p:txBody>
      </p:sp>
      <p:sp>
        <p:nvSpPr>
          <p:cNvPr id="7" name="TextBox 6">
            <a:extLst>
              <a:ext uri="{FF2B5EF4-FFF2-40B4-BE49-F238E27FC236}">
                <a16:creationId xmlns:a16="http://schemas.microsoft.com/office/drawing/2014/main" id="{E9BFC052-984C-4106-B990-03A1EB3873C1}"/>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8" name="TextBox 7">
            <a:extLst>
              <a:ext uri="{FF2B5EF4-FFF2-40B4-BE49-F238E27FC236}">
                <a16:creationId xmlns:a16="http://schemas.microsoft.com/office/drawing/2014/main" id="{DB202A0A-9127-4C98-B796-7DD30E32B3B1}"/>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186103942"/>
      </p:ext>
    </p:extLst>
  </p:cSld>
  <p:clrMap bg1="lt1" tx1="dk1" bg2="lt2" tx2="dk2" accent1="accent1" accent2="accent2" accent3="accent3" accent4="accent4" accent5="accent5" accent6="accent6" hlink="hlink" folHlink="folHlink"/>
  <p:sldLayoutIdLst>
    <p:sldLayoutId id="2147483696" r:id="rId1"/>
    <p:sldLayoutId id="2147483678" r:id="rId2"/>
    <p:sldLayoutId id="2147483720" r:id="rId3"/>
  </p:sldLayoutIdLst>
  <p:txStyles>
    <p:titleStyle>
      <a:lvl1pPr algn="l" defTabSz="914400" rtl="0" eaLnBrk="1" latinLnBrk="0" hangingPunct="1">
        <a:lnSpc>
          <a:spcPct val="90000"/>
        </a:lnSpc>
        <a:spcBef>
          <a:spcPct val="0"/>
        </a:spcBef>
        <a:buNone/>
        <a:defRPr sz="2800" b="1"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image" Target="../media/image1.png"/><Relationship Id="rId3" Type="http://schemas.openxmlformats.org/officeDocument/2006/relationships/image" Target="../media/image2.jpeg"/><Relationship Id="rId4" Type="http://schemas.openxmlformats.org/officeDocument/2006/relationships/image" Target="../media/image3.svg"/><Relationship Id="rId5" Type="http://schemas.openxmlformats.org/officeDocument/2006/relationships/notesSlide" Target="../notesSlides/notesSlide2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9.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11" name="Straight Connector 10">
            <a:extLst>
              <a:ext uri="{FF2B5EF4-FFF2-40B4-BE49-F238E27FC236}">
                <a16:creationId xmlns:a16="http://schemas.microsoft.com/office/drawing/2014/main" id="{D9AD66F2-F7C0-4D03-9150-D28F17AC561D}"/>
              </a:ext>
            </a:extLst>
          </p:cNvPr>
          <p:cNvCxnSpPr>
            <a:cxnSpLocks/>
          </p:cNvCxnSpPr>
          <p:nvPr/>
        </p:nvCxnSpPr>
        <p:spPr>
          <a:xfrm>
            <a:off x="373021" y="2198718"/>
            <a:ext cx="6843567" cy="0"/>
          </a:xfrm>
          <a:prstGeom prst="line">
            <a:avLst/>
          </a:prstGeom>
          <a:ln w="12700">
            <a:solidFill>
              <a:srgbClr val="009CD6"/>
            </a:solidFill>
          </a:ln>
        </p:spPr>
        <p:style>
          <a:lnRef idx="1">
            <a:schemeClr val="accent1"/>
          </a:lnRef>
          <a:fillRef idx="0">
            <a:schemeClr val="accent1"/>
          </a:fillRef>
          <a:effectRef idx="0">
            <a:schemeClr val="accent1"/>
          </a:effectRef>
          <a:fontRef idx="minor">
            <a:schemeClr val="tx1"/>
          </a:fontRef>
        </p:style>
      </p:cxnSp>
      <p:sp>
        <p:nvSpPr>
          <p:cNvPr id="12" name="Title 9">
            <a:extLst>
              <a:ext uri="{FF2B5EF4-FFF2-40B4-BE49-F238E27FC236}">
                <a16:creationId xmlns:a16="http://schemas.microsoft.com/office/drawing/2014/main" id="{EEB08032-CE0E-4986-AEDF-A41026C0E8B9}"/>
              </a:ext>
            </a:extLst>
          </p:cNvPr>
          <p:cNvSpPr txBox="1">
            <a:spLocks/>
          </p:cNvSpPr>
          <p:nvPr/>
        </p:nvSpPr>
        <p:spPr>
          <a:xfrm>
            <a:off x="237734" y="702833"/>
            <a:ext cx="6432007" cy="1218817"/>
          </a:xfrm>
          <a:prstGeom prst="rect">
            <a:avLst/>
          </a:prstGeom>
        </p:spPr>
        <p:txBody>
          <a:bodyPr anchor="b">
            <a:noAutofit/>
          </a:bodyPr>
          <a:lstStyle>
            <a:lvl1pPr algn="l" defTabSz="914400" rtl="0" eaLnBrk="1" latinLnBrk="0" hangingPunct="1">
              <a:lnSpc>
                <a:spcPct val="90000"/>
              </a:lnSpc>
              <a:spcBef>
                <a:spcPct val="0"/>
              </a:spcBef>
              <a:buNone/>
              <a:defRPr sz="4000" kern="1200">
                <a:solidFill>
                  <a:schemeClr val="bg1"/>
                </a:solidFill>
                <a:latin typeface="Arial" panose="020B0604020202020204" pitchFamily="34" charset="0"/>
                <a:ea typeface="+mj-ea"/>
                <a:cs typeface="Arial" panose="020B0604020202020204" pitchFamily="34" charset="0"/>
              </a:defRPr>
            </a:lvl1pPr>
          </a:lstStyle>
          <a:p>
            <a:r>
              <a:rPr sz="2400" b="1" i="0">
                <a:solidFill>
                  <a:srgbClr val="1A1A1A"/>
                </a:solidFill>
                <a:latin typeface="Arial"/>
              </a:rPr>
              <a:t>5.1 — Is this proven, or just theory? — evidence from real programmes</a:t>
            </a:r>
          </a:p>
        </p:txBody>
      </p:sp>
      <p:pic>
        <p:nvPicPr>
          <p:cNvPr id="7" name="Picture 6">
            <a:extLst>
              <a:ext uri="{FF2B5EF4-FFF2-40B4-BE49-F238E27FC236}">
                <a16:creationId xmlns:a16="http://schemas.microsoft.com/office/drawing/2014/main" id="{A2066351-C569-4C4C-A096-308777FCDC32}"/>
              </a:ext>
            </a:extLst>
          </p:cNvPr>
          <p:cNvPicPr>
            <a:picLocks noChangeAspect="1"/>
          </p:cNvPicPr>
          <p:nvPr/>
        </p:nvPicPr>
        <p:blipFill>
          <a:blip r:embed="rId2">
            <a:extLst>
              <a:ext uri="{28A0092B-C50C-407E-A947-70E740481C1C}">
                <a14:useLocalDpi xmlns:a14="http://schemas.microsoft.com/office/drawing/2010/main" val="0"/>
              </a:ext>
            </a:extLst>
          </a:blip>
          <a:srcRect t="20219" b="14729"/>
          <a:stretch>
            <a:fillRect/>
          </a:stretch>
        </p:blipFill>
        <p:spPr>
          <a:xfrm>
            <a:off x="0" y="5620871"/>
            <a:ext cx="1323975" cy="1218816"/>
          </a:xfrm>
          <a:prstGeom prst="rect">
            <a:avLst/>
          </a:prstGeom>
        </p:spPr>
      </p:pic>
      <p:sp>
        <p:nvSpPr>
          <p:cNvPr id="14" name="Title 9">
            <a:extLst>
              <a:ext uri="{FF2B5EF4-FFF2-40B4-BE49-F238E27FC236}">
                <a16:creationId xmlns:a16="http://schemas.microsoft.com/office/drawing/2014/main" id="{B5087B80-3EE4-1881-0130-ED58CA625092}"/>
              </a:ext>
            </a:extLst>
          </p:cNvPr>
          <p:cNvSpPr txBox="1">
            <a:spLocks/>
          </p:cNvSpPr>
          <p:nvPr/>
        </p:nvSpPr>
        <p:spPr>
          <a:xfrm>
            <a:off x="284452" y="2475786"/>
            <a:ext cx="6382893" cy="953213"/>
          </a:xfrm>
          <a:prstGeom prst="rect">
            <a:avLst/>
          </a:prstGeom>
        </p:spPr>
        <p:txBody>
          <a:bodyPr anchor="t">
            <a:noAutofit/>
          </a:bodyPr>
          <a:lstStyle>
            <a:lvl1pPr algn="l" defTabSz="914400" rtl="0" eaLnBrk="1" latinLnBrk="0" hangingPunct="1">
              <a:lnSpc>
                <a:spcPct val="90000"/>
              </a:lnSpc>
              <a:spcBef>
                <a:spcPct val="0"/>
              </a:spcBef>
              <a:buNone/>
              <a:defRPr sz="4000" kern="1200">
                <a:solidFill>
                  <a:schemeClr val="bg1"/>
                </a:solidFill>
                <a:latin typeface="Arial" panose="020B0604020202020204" pitchFamily="34" charset="0"/>
                <a:ea typeface="+mj-ea"/>
                <a:cs typeface="Arial" panose="020B0604020202020204" pitchFamily="34" charset="0"/>
              </a:defRPr>
            </a:lvl1pPr>
          </a:lstStyle>
          <a:p>
            <a:pPr marL="0" marR="0" lvl="0" indent="0" rtl="0">
              <a:spcBef>
                <a:spcPts val="600"/>
              </a:spcBef>
              <a:spcAft>
                <a:spcPts val="0"/>
              </a:spcAft>
              <a:buNone/>
            </a:pPr>
            <a:r>
              <a:rPr sz="1300" b="1" i="0">
                <a:solidFill>
                  <a:srgbClr val="006E96"/>
                </a:solidFill>
                <a:latin typeface="Arial"/>
              </a:rPr>
              <a:t>KP1 · Government Enterprise Architecture · Module 5 · Video 5.1</a:t>
            </a:r>
          </a:p>
          <a:p>
            <a:r>
              <a:rPr sz="1200" b="0" i="1">
                <a:solidFill>
                  <a:srgbClr val="595959"/>
                </a:solidFill>
                <a:latin typeface="Arial"/>
              </a:rPr>
              <a:t>This is not a theory waiting for its first trial. Across four very different governments the same architectural approach has already produced results — which means the question for you is not whether it works, but how to apply it where you are.</a:t>
            </a:r>
          </a:p>
        </p:txBody>
      </p:sp>
      <p:sp>
        <p:nvSpPr>
          <p:cNvPr id="17" name="Title 9">
            <a:extLst>
              <a:ext uri="{FF2B5EF4-FFF2-40B4-BE49-F238E27FC236}">
                <a16:creationId xmlns:a16="http://schemas.microsoft.com/office/drawing/2014/main" id="{5E8796F7-DD26-D250-5E97-B38B22298E72}"/>
              </a:ext>
            </a:extLst>
          </p:cNvPr>
          <p:cNvSpPr txBox="1">
            <a:spLocks/>
          </p:cNvSpPr>
          <p:nvPr/>
        </p:nvSpPr>
        <p:spPr>
          <a:xfrm>
            <a:off x="284452" y="4363897"/>
            <a:ext cx="6382893" cy="953213"/>
          </a:xfrm>
          <a:prstGeom prst="rect">
            <a:avLst/>
          </a:prstGeom>
        </p:spPr>
        <p:txBody>
          <a:bodyPr anchor="t">
            <a:noAutofit/>
          </a:bodyPr>
          <a:lstStyle>
            <a:lvl1pPr algn="l" defTabSz="914400" rtl="0" eaLnBrk="1" latinLnBrk="0" hangingPunct="1">
              <a:lnSpc>
                <a:spcPct val="90000"/>
              </a:lnSpc>
              <a:spcBef>
                <a:spcPct val="0"/>
              </a:spcBef>
              <a:buNone/>
              <a:defRPr sz="4000" kern="1200">
                <a:solidFill>
                  <a:schemeClr val="bg1"/>
                </a:solidFill>
                <a:latin typeface="Arial" panose="020B0604020202020204" pitchFamily="34" charset="0"/>
                <a:ea typeface="+mj-ea"/>
                <a:cs typeface="Arial" panose="020B0604020202020204" pitchFamily="34" charset="0"/>
              </a:defRPr>
            </a:lvl1pPr>
          </a:lstStyle>
          <a:p>
            <a:pPr marL="0" marR="0" lvl="0" indent="0" rtl="0">
              <a:spcBef>
                <a:spcPts val="600"/>
              </a:spcBef>
              <a:spcAft>
                <a:spcPts val="1200"/>
              </a:spcAft>
              <a:buNone/>
            </a:pPr>
            <a:r>
              <a:rPr sz="1400" b="1" i="0">
                <a:solidFill>
                  <a:srgbClr val="1A1A1A"/>
                </a:solidFill>
                <a:latin typeface="Arial"/>
              </a:rPr>
              <a:t>Length: </a:t>
            </a:r>
            <a:r>
              <a:rPr sz="1400" b="0" i="0">
                <a:solidFill>
                  <a:srgbClr val="1A1A1A"/>
                </a:solidFill>
                <a:latin typeface="Arial"/>
              </a:rPr>
              <a:t>~5 mins</a:t>
            </a:r>
          </a:p>
          <a:p>
            <a:r>
              <a:rPr sz="1400" b="1" i="0">
                <a:solidFill>
                  <a:srgbClr val="1A1A1A"/>
                </a:solidFill>
                <a:latin typeface="Arial"/>
              </a:rPr>
              <a:t>Target audience: </a:t>
            </a:r>
            <a:r>
              <a:rPr sz="1400" b="0" i="0">
                <a:solidFill>
                  <a:srgbClr val="1A1A1A"/>
                </a:solidFill>
                <a:latin typeface="Arial"/>
              </a:rPr>
              <a:t>Director-general · head of a sectoral ICT unit · technical secretary</a:t>
            </a:r>
          </a:p>
        </p:txBody>
      </p:sp>
      <p:sp>
        <p:nvSpPr>
          <p:cNvPr id="18" name="Rectangle 17"/>
          <p:cNvSpPr/>
          <p:nvPr/>
        </p:nvSpPr>
        <p:spPr>
          <a:xfrm>
            <a:off x="7022592" y="0"/>
            <a:ext cx="5169103" cy="6858000"/>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452360" y="457200"/>
            <a:ext cx="4297680" cy="457200"/>
          </a:xfrm>
          <a:prstGeom prst="rect">
            <a:avLst/>
          </a:prstGeom>
          <a:noFill/>
        </p:spPr>
        <p:txBody>
          <a:bodyPr wrap="square">
            <a:spAutoFit/>
          </a:bodyPr>
          <a:lstStyle/>
          <a:p>
            <a:r>
              <a:rPr sz="1100" b="1" i="0">
                <a:solidFill>
                  <a:srgbClr val="E5F5FB"/>
                </a:solidFill>
                <a:latin typeface="Arial"/>
              </a:rPr>
              <a:t>THE CASE YOU CARRY INTO THE ROOM</a:t>
            </a:r>
          </a:p>
        </p:txBody>
      </p:sp>
      <p:sp>
        <p:nvSpPr>
          <p:cNvPr id="20" name="Rounded Rectangle 19"/>
          <p:cNvSpPr/>
          <p:nvPr/>
        </p:nvSpPr>
        <p:spPr>
          <a:xfrm>
            <a:off x="7452360" y="960120"/>
            <a:ext cx="3840480" cy="658368"/>
          </a:xfrm>
          <a:prstGeom prst="roundRect">
            <a:avLst>
              <a:gd name="adj" fmla="val 1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164592" wrap="square"/>
          <a:lstStyle/>
          <a:p>
            <a:pPr algn="ctr"/>
            <a:r>
              <a:rPr sz="1500" b="1" i="0">
                <a:solidFill>
                  <a:srgbClr val="1A1A1A"/>
                </a:solidFill>
                <a:latin typeface="Arial"/>
              </a:rPr>
              <a:t>Proven — four real governments</a:t>
            </a:r>
          </a:p>
        </p:txBody>
      </p:sp>
      <p:sp>
        <p:nvSpPr>
          <p:cNvPr id="21" name="Rounded Rectangle 20"/>
          <p:cNvSpPr/>
          <p:nvPr/>
        </p:nvSpPr>
        <p:spPr>
          <a:xfrm>
            <a:off x="7452360" y="1892808"/>
            <a:ext cx="3840480" cy="658368"/>
          </a:xfrm>
          <a:prstGeom prst="roundRect">
            <a:avLst>
              <a:gd name="adj" fmla="val 1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164592" wrap="square"/>
          <a:lstStyle/>
          <a:p>
            <a:pPr algn="ctr"/>
            <a:r>
              <a:rPr sz="1500" b="1" i="0">
                <a:solidFill>
                  <a:srgbClr val="1A1A1A"/>
                </a:solidFill>
                <a:latin typeface="Arial"/>
              </a:rPr>
              <a:t>Portable — sector after sector</a:t>
            </a:r>
          </a:p>
        </p:txBody>
      </p:sp>
      <p:sp>
        <p:nvSpPr>
          <p:cNvPr id="22" name="Rounded Rectangle 21"/>
          <p:cNvSpPr/>
          <p:nvPr/>
        </p:nvSpPr>
        <p:spPr>
          <a:xfrm>
            <a:off x="7452360" y="2825496"/>
            <a:ext cx="3840480" cy="658368"/>
          </a:xfrm>
          <a:prstGeom prst="roundRect">
            <a:avLst>
              <a:gd name="adj" fmla="val 1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164592" wrap="square"/>
          <a:lstStyle/>
          <a:p>
            <a:pPr algn="ctr"/>
            <a:r>
              <a:rPr sz="1500" b="1" i="0">
                <a:solidFill>
                  <a:srgbClr val="1A1A1A"/>
                </a:solidFill>
                <a:latin typeface="Arial"/>
              </a:rPr>
              <a:t>The commitment — the one page</a:t>
            </a:r>
          </a:p>
        </p:txBody>
      </p:sp>
      <p:sp>
        <p:nvSpPr>
          <p:cNvPr id="23" name="Rounded Rectangle 22"/>
          <p:cNvSpPr/>
          <p:nvPr/>
        </p:nvSpPr>
        <p:spPr>
          <a:xfrm>
            <a:off x="7452360" y="3758184"/>
            <a:ext cx="3840480" cy="658368"/>
          </a:xfrm>
          <a:prstGeom prst="roundRect">
            <a:avLst>
              <a:gd name="adj" fmla="val 1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164592" wrap="square"/>
          <a:lstStyle/>
          <a:p>
            <a:pPr algn="ctr"/>
            <a:r>
              <a:rPr sz="1500" b="1" i="0">
                <a:solidFill>
                  <a:srgbClr val="1A1A1A"/>
                </a:solidFill>
                <a:latin typeface="Arial"/>
              </a:rPr>
              <a:t>The capability — your own people</a:t>
            </a:r>
          </a:p>
        </p:txBody>
      </p:sp>
      <p:sp>
        <p:nvSpPr>
          <p:cNvPr id="24" name="Rounded Rectangle 23"/>
          <p:cNvSpPr/>
          <p:nvPr/>
        </p:nvSpPr>
        <p:spPr>
          <a:xfrm>
            <a:off x="7452360" y="4690872"/>
            <a:ext cx="3840480" cy="658368"/>
          </a:xfrm>
          <a:prstGeom prst="roundRect">
            <a:avLst>
              <a:gd name="adj" fmla="val 14000"/>
            </a:avLst>
          </a:prstGeom>
          <a:solidFill>
            <a:srgbClr val="006E96"/>
          </a:solidFill>
          <a:ln>
            <a:noFill/>
          </a:ln>
          <a:effectLst/>
        </p:spPr>
        <p:style>
          <a:lnRef idx="1">
            <a:schemeClr val="accent1"/>
          </a:lnRef>
          <a:fillRef idx="3">
            <a:schemeClr val="accent1"/>
          </a:fillRef>
          <a:effectRef idx="2">
            <a:schemeClr val="accent1"/>
          </a:effectRef>
          <a:fontRef idx="minor">
            <a:schemeClr val="lt1"/>
          </a:fontRef>
        </p:style>
        <p:txBody>
          <a:bodyPr rtlCol="0" anchor="ctr" lIns="164592" wrap="square"/>
          <a:lstStyle/>
          <a:p>
            <a:pPr algn="ctr"/>
            <a:r>
              <a:rPr sz="1500" b="1" i="0">
                <a:solidFill>
                  <a:srgbClr val="FFFFFF"/>
                </a:solidFill>
                <a:latin typeface="Arial"/>
              </a:rPr>
              <a:t>Necessary now, not just useful</a:t>
            </a:r>
          </a:p>
        </p:txBody>
      </p:sp>
      <p:sp>
        <p:nvSpPr>
          <p:cNvPr id="25" name="TextBox 24"/>
          <p:cNvSpPr txBox="1"/>
          <p:nvPr/>
        </p:nvSpPr>
        <p:spPr>
          <a:xfrm>
            <a:off x="7452360" y="5806440"/>
            <a:ext cx="4297680" cy="731520"/>
          </a:xfrm>
          <a:prstGeom prst="rect">
            <a:avLst/>
          </a:prstGeom>
          <a:noFill/>
        </p:spPr>
        <p:txBody>
          <a:bodyPr wrap="square">
            <a:spAutoFit/>
          </a:bodyPr>
          <a:lstStyle/>
          <a:p>
            <a:r>
              <a:rPr sz="1200" b="0" i="0">
                <a:solidFill>
                  <a:srgbClr val="FFFFFF"/>
                </a:solidFill>
                <a:latin typeface="Arial"/>
              </a:rPr>
              <a:t>4 governments · 4 killers to design out · 1 page for the minister</a:t>
            </a:r>
          </a:p>
        </p:txBody>
      </p:sp>
    </p:spTree>
    <p:extLst>
      <p:ext uri="{BB962C8B-B14F-4D97-AF65-F5344CB8AC3E}">
        <p14:creationId xmlns:p14="http://schemas.microsoft.com/office/powerpoint/2010/main" val="1196800265"/>
      </p:ext>
    </p:extLst>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822960"/>
            <a:ext cx="7315200" cy="457200"/>
          </a:xfrm>
          <a:prstGeom prst="rect">
            <a:avLst/>
          </a:prstGeom>
          <a:noFill/>
        </p:spPr>
        <p:txBody>
          <a:bodyPr wrap="square">
            <a:spAutoFit/>
          </a:bodyPr>
          <a:lstStyle/>
          <a:p>
            <a:r>
              <a:rPr sz="1200" b="1" i="0">
                <a:solidFill>
                  <a:srgbClr val="595959"/>
                </a:solidFill>
                <a:latin typeface="Arial"/>
              </a:rPr>
              <a:t>KP1 · MODULE 5 · VIDEO 5.1</a:t>
            </a:r>
          </a:p>
        </p:txBody>
      </p:sp>
      <p:sp>
        <p:nvSpPr>
          <p:cNvPr id="3" name="TextBox 2"/>
          <p:cNvSpPr txBox="1"/>
          <p:nvPr/>
        </p:nvSpPr>
        <p:spPr>
          <a:xfrm>
            <a:off x="822960" y="1828800"/>
            <a:ext cx="2011680" cy="1097280"/>
          </a:xfrm>
          <a:prstGeom prst="rect">
            <a:avLst/>
          </a:prstGeom>
          <a:noFill/>
        </p:spPr>
        <p:txBody>
          <a:bodyPr wrap="square">
            <a:spAutoFit/>
          </a:bodyPr>
          <a:lstStyle/>
          <a:p>
            <a:r>
              <a:rPr sz="6000" b="1" i="0">
                <a:solidFill>
                  <a:srgbClr val="009CD6"/>
                </a:solidFill>
                <a:latin typeface="Arial"/>
              </a:rPr>
              <a:t>5.1</a:t>
            </a:r>
          </a:p>
        </p:txBody>
      </p:sp>
      <p:sp>
        <p:nvSpPr>
          <p:cNvPr id="4" name="TextBox 3"/>
          <p:cNvSpPr txBox="1"/>
          <p:nvPr/>
        </p:nvSpPr>
        <p:spPr>
          <a:xfrm>
            <a:off x="822960" y="2880360"/>
            <a:ext cx="9601200" cy="1371600"/>
          </a:xfrm>
          <a:prstGeom prst="rect">
            <a:avLst/>
          </a:prstGeom>
          <a:noFill/>
        </p:spPr>
        <p:txBody>
          <a:bodyPr wrap="square">
            <a:spAutoFit/>
          </a:bodyPr>
          <a:lstStyle/>
          <a:p>
            <a:r>
              <a:rPr sz="3400" b="1" i="0">
                <a:solidFill>
                  <a:srgbClr val="1A1A1A"/>
                </a:solidFill>
                <a:latin typeface="Arial"/>
              </a:rPr>
              <a:t>Is this proven, or just theory? — evidence from real programmes</a:t>
            </a:r>
          </a:p>
        </p:txBody>
      </p:sp>
      <p:sp>
        <p:nvSpPr>
          <p:cNvPr id="5" name="TextBox 4"/>
          <p:cNvSpPr txBox="1"/>
          <p:nvPr/>
        </p:nvSpPr>
        <p:spPr>
          <a:xfrm>
            <a:off x="822960" y="4343400"/>
            <a:ext cx="9875520" cy="1554480"/>
          </a:xfrm>
          <a:prstGeom prst="rect">
            <a:avLst/>
          </a:prstGeom>
          <a:noFill/>
        </p:spPr>
        <p:txBody>
          <a:bodyPr wrap="square">
            <a:spAutoFit/>
          </a:bodyPr>
          <a:lstStyle/>
          <a:p>
            <a:r>
              <a:rPr sz="1700" b="0" i="1">
                <a:solidFill>
                  <a:srgbClr val="595959"/>
                </a:solidFill>
                <a:latin typeface="Arial"/>
              </a:rPr>
              <a:t>This is not a theory waiting for its first trial. Across four very different governments the same architectural approach has already produced results — which means the question for you is not whether it works, but how to apply it where you are.</a:t>
            </a:r>
          </a:p>
        </p:txBody>
      </p:sp>
      <p:sp>
        <p:nvSpPr>
          <p:cNvPr id="6" name="TextBox 5"/>
          <p:cNvSpPr txBox="1"/>
          <p:nvPr/>
        </p:nvSpPr>
        <p:spPr>
          <a:xfrm>
            <a:off x="822960" y="5989320"/>
            <a:ext cx="7315200" cy="365760"/>
          </a:xfrm>
          <a:prstGeom prst="rect">
            <a:avLst/>
          </a:prstGeom>
          <a:noFill/>
        </p:spPr>
        <p:txBody>
          <a:bodyPr wrap="square">
            <a:spAutoFit/>
          </a:bodyPr>
          <a:lstStyle/>
          <a:p>
            <a:r>
              <a:rPr sz="1200" b="0" i="0">
                <a:solidFill>
                  <a:srgbClr val="595959"/>
                </a:solidFill>
                <a:latin typeface="Arial"/>
              </a:rPr>
              <a:t>~5 minutes · standalone video · voice-over on text slides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Four governments, four shapes</a:t>
            </a:r>
          </a:p>
        </p:txBody>
      </p:sp>
      <p:sp>
        <p:nvSpPr>
          <p:cNvPr id="4" name="TextBox 3"/>
          <p:cNvSpPr txBox="1"/>
          <p:nvPr/>
        </p:nvSpPr>
        <p:spPr>
          <a:xfrm>
            <a:off x="658368" y="1463040"/>
            <a:ext cx="10984687" cy="1028699"/>
          </a:xfrm>
          <a:prstGeom prst="rect">
            <a:avLst/>
          </a:prstGeom>
          <a:noFill/>
        </p:spPr>
        <p:txBody>
          <a:bodyPr wrap="square">
            <a:spAutoFit/>
          </a:bodyPr>
          <a:lstStyle/>
          <a:p>
            <a:pPr>
              <a:spcAft>
                <a:spcPts val="300"/>
              </a:spcAft>
            </a:pPr>
            <a:r>
              <a:rPr sz="1900" b="1" i="0">
                <a:solidFill>
                  <a:srgbClr val="1A1A1A"/>
                </a:solidFill>
                <a:latin typeface="Arial"/>
              </a:rPr>
              <a:t>Rwanda — small, with a strong centre</a:t>
            </a:r>
          </a:p>
          <a:p>
            <a:pPr>
              <a:spcAft>
                <a:spcPts val="300"/>
              </a:spcAft>
            </a:pPr>
            <a:r>
              <a:rPr sz="1550" b="0" i="0">
                <a:solidFill>
                  <a:srgbClr val="595959"/>
                </a:solidFill>
                <a:latin typeface="Arial"/>
              </a:rPr>
              <a:t>One citizen-services platform; a national identity linked across services.</a:t>
            </a:r>
          </a:p>
        </p:txBody>
      </p:sp>
      <p:sp>
        <p:nvSpPr>
          <p:cNvPr id="5" name="Rectangle 4"/>
          <p:cNvSpPr/>
          <p:nvPr/>
        </p:nvSpPr>
        <p:spPr>
          <a:xfrm>
            <a:off x="621792" y="249631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2537460"/>
            <a:ext cx="10984687" cy="1028699"/>
          </a:xfrm>
          <a:prstGeom prst="rect">
            <a:avLst/>
          </a:prstGeom>
          <a:noFill/>
        </p:spPr>
        <p:txBody>
          <a:bodyPr wrap="square">
            <a:spAutoFit/>
          </a:bodyPr>
          <a:lstStyle/>
          <a:p>
            <a:pPr>
              <a:spcAft>
                <a:spcPts val="300"/>
              </a:spcAft>
            </a:pPr>
            <a:r>
              <a:rPr sz="1900" b="1" i="0">
                <a:solidFill>
                  <a:srgbClr val="1A1A1A"/>
                </a:solidFill>
                <a:latin typeface="Arial"/>
              </a:rPr>
              <a:t>Kenya — one-stop centres and a unifying identity programme</a:t>
            </a:r>
          </a:p>
          <a:p>
            <a:pPr>
              <a:spcAft>
                <a:spcPts val="300"/>
              </a:spcAft>
            </a:pPr>
            <a:r>
              <a:rPr sz="1550" b="0" i="0">
                <a:solidFill>
                  <a:srgbClr val="595959"/>
                </a:solidFill>
                <a:latin typeface="Arial"/>
              </a:rPr>
              <a:t>Results mixed and openly debated.</a:t>
            </a:r>
          </a:p>
        </p:txBody>
      </p:sp>
      <p:sp>
        <p:nvSpPr>
          <p:cNvPr id="7" name="Rectangle 6"/>
          <p:cNvSpPr/>
          <p:nvPr/>
        </p:nvSpPr>
        <p:spPr>
          <a:xfrm>
            <a:off x="621792" y="357073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3611879"/>
            <a:ext cx="10984687" cy="1028699"/>
          </a:xfrm>
          <a:prstGeom prst="rect">
            <a:avLst/>
          </a:prstGeom>
          <a:noFill/>
        </p:spPr>
        <p:txBody>
          <a:bodyPr wrap="square">
            <a:spAutoFit/>
          </a:bodyPr>
          <a:lstStyle/>
          <a:p>
            <a:pPr>
              <a:spcAft>
                <a:spcPts val="300"/>
              </a:spcAft>
            </a:pPr>
            <a:r>
              <a:rPr sz="1900" b="1" i="0">
                <a:solidFill>
                  <a:srgbClr val="1A1A1A"/>
                </a:solidFill>
                <a:latin typeface="Arial"/>
              </a:rPr>
              <a:t>South Africa — federal, so nothing can be imposed from the top</a:t>
            </a:r>
          </a:p>
          <a:p>
            <a:pPr>
              <a:spcAft>
                <a:spcPts val="300"/>
              </a:spcAft>
            </a:pPr>
            <a:r>
              <a:rPr sz="1550" b="0" i="0">
                <a:solidFill>
                  <a:srgbClr val="595959"/>
                </a:solidFill>
                <a:latin typeface="Arial"/>
              </a:rPr>
              <a:t>Coordinated instead through a central agency and shared standards.</a:t>
            </a:r>
          </a:p>
        </p:txBody>
      </p:sp>
      <p:sp>
        <p:nvSpPr>
          <p:cNvPr id="9" name="Rectangle 8"/>
          <p:cNvSpPr/>
          <p:nvPr/>
        </p:nvSpPr>
        <p:spPr>
          <a:xfrm>
            <a:off x="621792" y="464515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8368" y="4686300"/>
            <a:ext cx="10984687" cy="1028699"/>
          </a:xfrm>
          <a:prstGeom prst="rect">
            <a:avLst/>
          </a:prstGeom>
          <a:noFill/>
        </p:spPr>
        <p:txBody>
          <a:bodyPr wrap="square">
            <a:spAutoFit/>
          </a:bodyPr>
          <a:lstStyle/>
          <a:p>
            <a:pPr>
              <a:spcAft>
                <a:spcPts val="300"/>
              </a:spcAft>
            </a:pPr>
            <a:r>
              <a:rPr sz="1900" b="1" i="0">
                <a:solidFill>
                  <a:srgbClr val="1A1A1A"/>
                </a:solidFill>
                <a:latin typeface="Arial"/>
              </a:rPr>
              <a:t>Estonia — mature, and the reference the others are measured against</a:t>
            </a:r>
          </a:p>
          <a:p>
            <a:pPr>
              <a:spcAft>
                <a:spcPts val="300"/>
              </a:spcAft>
            </a:pPr>
            <a:r>
              <a:rPr sz="1550" b="0" i="0">
                <a:solidFill>
                  <a:srgbClr val="595959"/>
                </a:solidFill>
                <a:latin typeface="Arial"/>
              </a:rPr>
              <a:t>Distributed registries; the once-only principle; almost every service online.</a:t>
            </a:r>
          </a:p>
        </p:txBody>
      </p:sp>
      <p:sp>
        <p:nvSpPr>
          <p:cNvPr id="11" name="TextBox 10"/>
          <p:cNvSpPr txBox="1"/>
          <p:nvPr/>
        </p:nvSpPr>
        <p:spPr>
          <a:xfrm>
            <a:off x="658368" y="5870448"/>
            <a:ext cx="10881360" cy="548640"/>
          </a:xfrm>
          <a:prstGeom prst="rect">
            <a:avLst/>
          </a:prstGeom>
          <a:noFill/>
        </p:spPr>
        <p:txBody>
          <a:bodyPr wrap="square">
            <a:spAutoFit/>
          </a:bodyPr>
          <a:lstStyle/>
          <a:p>
            <a:r>
              <a:rPr sz="1550" b="1" i="0">
                <a:solidFill>
                  <a:srgbClr val="006E96"/>
                </a:solidFill>
                <a:latin typeface="Arial"/>
              </a:rPr>
              <a:t>Four governments that could hardly differ more in size, resources and shape.</a:t>
            </a:r>
          </a:p>
        </p:txBody>
      </p:sp>
      <p:sp>
        <p:nvSpPr>
          <p:cNvPr id="12" name="TextBox 11"/>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5.1 · Is this proven, or just theory? — evidence from real programmes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The same four elements show in every one</a:t>
            </a:r>
          </a:p>
        </p:txBody>
      </p:sp>
      <p:sp>
        <p:nvSpPr>
          <p:cNvPr id="4" name="Oval 3"/>
          <p:cNvSpPr/>
          <p:nvPr/>
        </p:nvSpPr>
        <p:spPr>
          <a:xfrm>
            <a:off x="621792" y="150876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1</a:t>
            </a:r>
          </a:p>
        </p:txBody>
      </p:sp>
      <p:sp>
        <p:nvSpPr>
          <p:cNvPr id="5" name="TextBox 4"/>
          <p:cNvSpPr txBox="1"/>
          <p:nvPr/>
        </p:nvSpPr>
        <p:spPr>
          <a:xfrm>
            <a:off x="1115568" y="1463040"/>
            <a:ext cx="10527487" cy="1028699"/>
          </a:xfrm>
          <a:prstGeom prst="rect">
            <a:avLst/>
          </a:prstGeom>
          <a:noFill/>
        </p:spPr>
        <p:txBody>
          <a:bodyPr wrap="square">
            <a:spAutoFit/>
          </a:bodyPr>
          <a:lstStyle/>
          <a:p>
            <a:pPr>
              <a:spcAft>
                <a:spcPts val="300"/>
              </a:spcAft>
            </a:pPr>
            <a:r>
              <a:rPr sz="1900" b="1" i="0">
                <a:solidFill>
                  <a:srgbClr val="1A1A1A"/>
                </a:solidFill>
                <a:latin typeface="Arial"/>
              </a:rPr>
              <a:t>A small central team with real authority</a:t>
            </a:r>
          </a:p>
          <a:p>
            <a:pPr>
              <a:spcAft>
                <a:spcPts val="300"/>
              </a:spcAft>
            </a:pPr>
            <a:r>
              <a:rPr sz="1550" b="0" i="0">
                <a:solidFill>
                  <a:srgbClr val="595959"/>
                </a:solidFill>
                <a:latin typeface="Arial"/>
              </a:rPr>
              <a:t>Not a committee, and not a contractor.</a:t>
            </a:r>
          </a:p>
        </p:txBody>
      </p:sp>
      <p:sp>
        <p:nvSpPr>
          <p:cNvPr id="6" name="Rectangle 5"/>
          <p:cNvSpPr/>
          <p:nvPr/>
        </p:nvSpPr>
        <p:spPr>
          <a:xfrm>
            <a:off x="621792" y="249631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21792" y="2583179"/>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2</a:t>
            </a:r>
          </a:p>
        </p:txBody>
      </p:sp>
      <p:sp>
        <p:nvSpPr>
          <p:cNvPr id="8" name="TextBox 7"/>
          <p:cNvSpPr txBox="1"/>
          <p:nvPr/>
        </p:nvSpPr>
        <p:spPr>
          <a:xfrm>
            <a:off x="1115568" y="2537460"/>
            <a:ext cx="10527487" cy="1028699"/>
          </a:xfrm>
          <a:prstGeom prst="rect">
            <a:avLst/>
          </a:prstGeom>
          <a:noFill/>
        </p:spPr>
        <p:txBody>
          <a:bodyPr wrap="square">
            <a:spAutoFit/>
          </a:bodyPr>
          <a:lstStyle/>
          <a:p>
            <a:pPr>
              <a:spcAft>
                <a:spcPts val="300"/>
              </a:spcAft>
            </a:pPr>
            <a:r>
              <a:rPr sz="1900" b="1" i="0">
                <a:solidFill>
                  <a:srgbClr val="1A1A1A"/>
                </a:solidFill>
                <a:latin typeface="Arial"/>
              </a:rPr>
              <a:t>A published framework other agencies adopt</a:t>
            </a:r>
          </a:p>
          <a:p>
            <a:pPr>
              <a:spcAft>
                <a:spcPts val="300"/>
              </a:spcAft>
            </a:pPr>
            <a:r>
              <a:rPr sz="1550" b="0" i="0">
                <a:solidFill>
                  <a:srgbClr val="595959"/>
                </a:solidFill>
                <a:latin typeface="Arial"/>
              </a:rPr>
              <a:t>Adopted because it helps them, not because it is forced on them.</a:t>
            </a:r>
          </a:p>
        </p:txBody>
      </p:sp>
      <p:sp>
        <p:nvSpPr>
          <p:cNvPr id="9" name="Rectangle 8"/>
          <p:cNvSpPr/>
          <p:nvPr/>
        </p:nvSpPr>
        <p:spPr>
          <a:xfrm>
            <a:off x="621792" y="357073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21792" y="3657599"/>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3</a:t>
            </a:r>
          </a:p>
        </p:txBody>
      </p:sp>
      <p:sp>
        <p:nvSpPr>
          <p:cNvPr id="11" name="TextBox 10"/>
          <p:cNvSpPr txBox="1"/>
          <p:nvPr/>
        </p:nvSpPr>
        <p:spPr>
          <a:xfrm>
            <a:off x="1115568" y="3611879"/>
            <a:ext cx="10527487" cy="1028699"/>
          </a:xfrm>
          <a:prstGeom prst="rect">
            <a:avLst/>
          </a:prstGeom>
          <a:noFill/>
        </p:spPr>
        <p:txBody>
          <a:bodyPr wrap="square">
            <a:spAutoFit/>
          </a:bodyPr>
          <a:lstStyle/>
          <a:p>
            <a:pPr>
              <a:spcAft>
                <a:spcPts val="300"/>
              </a:spcAft>
            </a:pPr>
            <a:r>
              <a:rPr sz="1900" b="1" i="0">
                <a:solidFill>
                  <a:srgbClr val="1A1A1A"/>
                </a:solidFill>
                <a:latin typeface="Arial"/>
              </a:rPr>
              <a:t>Governance that is binding, not advisory</a:t>
            </a:r>
          </a:p>
          <a:p>
            <a:pPr>
              <a:spcAft>
                <a:spcPts val="300"/>
              </a:spcAft>
            </a:pPr>
            <a:r>
              <a:rPr sz="1550" b="0" i="0">
                <a:solidFill>
                  <a:srgbClr val="595959"/>
                </a:solidFill>
                <a:latin typeface="Arial"/>
              </a:rPr>
              <a:t>It can say no to a project that would fragment the architecture.</a:t>
            </a:r>
          </a:p>
        </p:txBody>
      </p:sp>
      <p:sp>
        <p:nvSpPr>
          <p:cNvPr id="12" name="Rectangle 11"/>
          <p:cNvSpPr/>
          <p:nvPr/>
        </p:nvSpPr>
        <p:spPr>
          <a:xfrm>
            <a:off x="621792" y="464515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21792" y="473202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4</a:t>
            </a:r>
          </a:p>
        </p:txBody>
      </p:sp>
      <p:sp>
        <p:nvSpPr>
          <p:cNvPr id="14" name="TextBox 13"/>
          <p:cNvSpPr txBox="1"/>
          <p:nvPr/>
        </p:nvSpPr>
        <p:spPr>
          <a:xfrm>
            <a:off x="1115568" y="4686300"/>
            <a:ext cx="10527487" cy="1028699"/>
          </a:xfrm>
          <a:prstGeom prst="rect">
            <a:avLst/>
          </a:prstGeom>
          <a:noFill/>
        </p:spPr>
        <p:txBody>
          <a:bodyPr wrap="square">
            <a:spAutoFit/>
          </a:bodyPr>
          <a:lstStyle/>
          <a:p>
            <a:pPr>
              <a:spcAft>
                <a:spcPts val="300"/>
              </a:spcAft>
            </a:pPr>
            <a:r>
              <a:rPr sz="1900" b="1" i="0">
                <a:solidFill>
                  <a:srgbClr val="1A1A1A"/>
                </a:solidFill>
                <a:latin typeface="Arial"/>
              </a:rPr>
              <a:t>Years to full maturity, with results visible in months</a:t>
            </a:r>
          </a:p>
          <a:p>
            <a:pPr>
              <a:spcAft>
                <a:spcPts val="300"/>
              </a:spcAft>
            </a:pPr>
            <a:r>
              <a:rPr sz="1550" b="0" i="0">
                <a:solidFill>
                  <a:srgbClr val="595959"/>
                </a:solidFill>
                <a:latin typeface="Arial"/>
              </a:rPr>
              <a:t>The horizon is long; the first intermediate wins are not.</a:t>
            </a:r>
          </a:p>
        </p:txBody>
      </p:sp>
      <p:sp>
        <p:nvSpPr>
          <p:cNvPr id="15" name="TextBox 14"/>
          <p:cNvSpPr txBox="1"/>
          <p:nvPr/>
        </p:nvSpPr>
        <p:spPr>
          <a:xfrm>
            <a:off x="658368" y="5870448"/>
            <a:ext cx="10881360" cy="548640"/>
          </a:xfrm>
          <a:prstGeom prst="rect">
            <a:avLst/>
          </a:prstGeom>
          <a:noFill/>
        </p:spPr>
        <p:txBody>
          <a:bodyPr wrap="square">
            <a:spAutoFit/>
          </a:bodyPr>
          <a:lstStyle/>
          <a:p>
            <a:r>
              <a:rPr sz="1550" b="1" i="0">
                <a:solidFill>
                  <a:srgbClr val="006E96"/>
                </a:solidFill>
                <a:latin typeface="Arial"/>
              </a:rPr>
              <a:t>Four contexts, one recurring pattern — recurrence is what makes it evidence, not luck.</a:t>
            </a:r>
          </a:p>
        </p:txBody>
      </p:sp>
      <p:sp>
        <p:nvSpPr>
          <p:cNvPr id="16" name="TextBox 15"/>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5.1 · Is this proven, or just theory? — evidence from real programmes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The failures are documented too — which is what makes it evidence</a:t>
            </a:r>
          </a:p>
        </p:txBody>
      </p:sp>
      <p:sp>
        <p:nvSpPr>
          <p:cNvPr id="4" name="TextBox 3"/>
          <p:cNvSpPr txBox="1"/>
          <p:nvPr/>
        </p:nvSpPr>
        <p:spPr>
          <a:xfrm>
            <a:off x="658368" y="1600200"/>
            <a:ext cx="10881360" cy="2651760"/>
          </a:xfrm>
          <a:prstGeom prst="rect">
            <a:avLst/>
          </a:prstGeom>
          <a:noFill/>
        </p:spPr>
        <p:txBody>
          <a:bodyPr wrap="square">
            <a:spAutoFit/>
          </a:bodyPr>
          <a:lstStyle/>
          <a:p>
            <a:pPr>
              <a:spcAft>
                <a:spcPts val="1200"/>
              </a:spcAft>
            </a:pPr>
            <a:r>
              <a:rPr sz="2000" b="0" i="0">
                <a:solidFill>
                  <a:srgbClr val="1A1A1A"/>
                </a:solidFill>
                <a:latin typeface="Arial"/>
              </a:rPr>
              <a:t>Kenya's identity programme met real obstacles — in the courts, in parliament, in implementation — and the debate is public and documented.</a:t>
            </a:r>
          </a:p>
          <a:p>
            <a:pPr>
              <a:spcAft>
                <a:spcPts val="1200"/>
              </a:spcAft>
            </a:pPr>
            <a:r>
              <a:rPr sz="2000" b="0" i="0">
                <a:solidFill>
                  <a:srgbClr val="1A1A1A"/>
                </a:solidFill>
                <a:latin typeface="Arial"/>
              </a:rPr>
              <a:t>That is not a reason to dismiss the approach; it is part of the evidence. The programmes that struggled struggled for consistent, learnable reasons.</a:t>
            </a:r>
          </a:p>
        </p:txBody>
      </p:sp>
      <p:sp>
        <p:nvSpPr>
          <p:cNvPr id="5" name="Rounded Rectangle 4"/>
          <p:cNvSpPr/>
          <p:nvPr/>
        </p:nvSpPr>
        <p:spPr>
          <a:xfrm>
            <a:off x="658368" y="4434840"/>
            <a:ext cx="10881360" cy="13258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4626864"/>
            <a:ext cx="10479024" cy="1051560"/>
          </a:xfrm>
          <a:prstGeom prst="rect">
            <a:avLst/>
          </a:prstGeom>
          <a:noFill/>
        </p:spPr>
        <p:txBody>
          <a:bodyPr wrap="square">
            <a:spAutoFit/>
          </a:bodyPr>
          <a:lstStyle/>
          <a:p>
            <a:pPr>
              <a:spcAft>
                <a:spcPts val="700"/>
              </a:spcAft>
            </a:pPr>
            <a:r>
              <a:rPr sz="2300" b="1" i="0">
                <a:solidFill>
                  <a:srgbClr val="006E96"/>
                </a:solidFill>
                <a:latin typeface="Arial"/>
              </a:rPr>
              <a:t>Not a brochure of successes. A record of what works and what does not.</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5.1 · Is this proven, or just theory? — evidence from real programmes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You are not the first — the path is already charted</a:t>
            </a:r>
          </a:p>
        </p:txBody>
      </p:sp>
      <p:sp>
        <p:nvSpPr>
          <p:cNvPr id="4" name="TextBox 3"/>
          <p:cNvSpPr txBox="1"/>
          <p:nvPr/>
        </p:nvSpPr>
        <p:spPr>
          <a:xfrm>
            <a:off x="658368" y="1600200"/>
            <a:ext cx="10881360" cy="2651760"/>
          </a:xfrm>
          <a:prstGeom prst="rect">
            <a:avLst/>
          </a:prstGeom>
          <a:noFill/>
        </p:spPr>
        <p:txBody>
          <a:bodyPr wrap="square">
            <a:spAutoFit/>
          </a:bodyPr>
          <a:lstStyle/>
          <a:p>
            <a:pPr>
              <a:spcAft>
                <a:spcPts val="1200"/>
              </a:spcAft>
            </a:pPr>
            <a:r>
              <a:rPr sz="2000" b="0" i="0">
                <a:solidFill>
                  <a:srgbClr val="1A1A1A"/>
                </a:solidFill>
                <a:latin typeface="Arial"/>
              </a:rPr>
              <a:t>The common elements are known, and so are the common ways programmes fail. You are not being asked to invent an approach and hope it works.</a:t>
            </a:r>
          </a:p>
          <a:p>
            <a:pPr>
              <a:spcAft>
                <a:spcPts val="1200"/>
              </a:spcAft>
            </a:pPr>
            <a:r>
              <a:rPr sz="2000" b="0" i="0">
                <a:solidFill>
                  <a:srgbClr val="1A1A1A"/>
                </a:solidFill>
                <a:latin typeface="Arial"/>
              </a:rPr>
              <a:t>You are being asked to adapt a pattern four very different governments have already shown delivers — to your country, your constraints, your sector.</a:t>
            </a:r>
          </a:p>
        </p:txBody>
      </p:sp>
      <p:sp>
        <p:nvSpPr>
          <p:cNvPr id="5" name="Rounded Rectangle 4"/>
          <p:cNvSpPr/>
          <p:nvPr/>
        </p:nvSpPr>
        <p:spPr>
          <a:xfrm>
            <a:off x="658368" y="4434840"/>
            <a:ext cx="10881360" cy="13258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4626864"/>
            <a:ext cx="10479024" cy="1051560"/>
          </a:xfrm>
          <a:prstGeom prst="rect">
            <a:avLst/>
          </a:prstGeom>
          <a:noFill/>
        </p:spPr>
        <p:txBody>
          <a:bodyPr wrap="square">
            <a:spAutoFit/>
          </a:bodyPr>
          <a:lstStyle/>
          <a:p>
            <a:pPr>
              <a:spcAft>
                <a:spcPts val="700"/>
              </a:spcAft>
            </a:pPr>
            <a:r>
              <a:rPr sz="2300" b="1" i="0">
                <a:solidFill>
                  <a:srgbClr val="006E96"/>
                </a:solidFill>
                <a:latin typeface="Arial"/>
              </a:rPr>
              <a:t>A far easier case to make than "trust me, this should work".</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5.1 · Is this proven, or just theory? — evidence from real programmes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2103120"/>
            <a:ext cx="10149840" cy="2377440"/>
          </a:xfrm>
          <a:prstGeom prst="rect">
            <a:avLst/>
          </a:prstGeom>
          <a:noFill/>
        </p:spPr>
        <p:txBody>
          <a:bodyPr wrap="square">
            <a:spAutoFit/>
          </a:bodyPr>
          <a:lstStyle/>
          <a:p>
            <a:r>
              <a:rPr sz="3000" b="1" i="0">
                <a:solidFill>
                  <a:srgbClr val="1A1A1A"/>
                </a:solidFill>
                <a:latin typeface="Arial"/>
              </a:rPr>
              <a:t>Across four very different governments the same architectural pattern has already produced results — so your question is not whether it works, but how to apply it where you are.</a:t>
            </a:r>
          </a:p>
        </p:txBody>
      </p:sp>
      <p:sp>
        <p:nvSpPr>
          <p:cNvPr id="3" name="TextBox 2"/>
          <p:cNvSpPr txBox="1"/>
          <p:nvPr/>
        </p:nvSpPr>
        <p:spPr>
          <a:xfrm>
            <a:off x="1005840" y="1554480"/>
            <a:ext cx="5486400" cy="365760"/>
          </a:xfrm>
          <a:prstGeom prst="rect">
            <a:avLst/>
          </a:prstGeom>
          <a:noFill/>
        </p:spPr>
        <p:txBody>
          <a:bodyPr wrap="square">
            <a:spAutoFit/>
          </a:bodyPr>
          <a:lstStyle/>
          <a:p>
            <a:r>
              <a:rPr sz="1200" b="1" i="0">
                <a:solidFill>
                  <a:srgbClr val="006E96"/>
                </a:solidFill>
                <a:latin typeface="Arial"/>
              </a:rPr>
              <a:t>IN ONE SENTENCE</a:t>
            </a:r>
          </a:p>
        </p:txBody>
      </p:sp>
      <p:sp>
        <p:nvSpPr>
          <p:cNvPr id="4" name="TextBox 3"/>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5.1 · Is this proven, or just theory? — evidence from real programmes</a:t>
            </a:r>
          </a:p>
        </p:txBody>
      </p:sp>
      <p:sp>
        <p:nvSpPr>
          <p:cNvPr id="5" name="TextBox 4"/>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Sources</a:t>
            </a:r>
          </a:p>
        </p:txBody>
      </p:sp>
      <p:sp>
        <p:nvSpPr>
          <p:cNvPr id="4" name="TextBox 3"/>
          <p:cNvSpPr txBox="1"/>
          <p:nvPr/>
        </p:nvSpPr>
        <p:spPr>
          <a:xfrm>
            <a:off x="658368" y="1554480"/>
            <a:ext cx="10789920" cy="3840480"/>
          </a:xfrm>
          <a:prstGeom prst="rect">
            <a:avLst/>
          </a:prstGeom>
          <a:noFill/>
        </p:spPr>
        <p:txBody>
          <a:bodyPr wrap="square">
            <a:spAutoFit/>
          </a:bodyPr>
          <a:lstStyle/>
          <a:p>
            <a:pPr>
              <a:spcAft>
                <a:spcPts val="1200"/>
              </a:spcAft>
            </a:pPr>
            <a:r>
              <a:rPr sz="1700" b="0" i="0">
                <a:solidFill>
                  <a:srgbClr val="1A1A1A"/>
                </a:solidFill>
                <a:latin typeface="Arial"/>
              </a:rPr>
              <a:t>•  Rwanda — Irembo (irembo.gov.rw)</a:t>
            </a:r>
          </a:p>
          <a:p>
            <a:pPr>
              <a:spcAft>
                <a:spcPts val="1200"/>
              </a:spcAft>
            </a:pPr>
            <a:r>
              <a:rPr sz="1700" b="0" i="0">
                <a:solidFill>
                  <a:srgbClr val="1A1A1A"/>
                </a:solidFill>
                <a:latin typeface="Arial"/>
              </a:rPr>
              <a:t>•  Kenya — Huduma Kenya (huduma.go.ke)</a:t>
            </a:r>
          </a:p>
          <a:p>
            <a:pPr>
              <a:spcAft>
                <a:spcPts val="1200"/>
              </a:spcAft>
            </a:pPr>
            <a:r>
              <a:rPr sz="1700" b="0" i="0">
                <a:solidFill>
                  <a:srgbClr val="1A1A1A"/>
                </a:solidFill>
                <a:latin typeface="Arial"/>
              </a:rPr>
              <a:t>•  South Africa — SITA (sita.co.za)</a:t>
            </a:r>
          </a:p>
          <a:p>
            <a:pPr>
              <a:spcAft>
                <a:spcPts val="1200"/>
              </a:spcAft>
            </a:pPr>
            <a:r>
              <a:rPr sz="1700" b="0" i="0">
                <a:solidFill>
                  <a:srgbClr val="1A1A1A"/>
                </a:solidFill>
                <a:latin typeface="Arial"/>
              </a:rPr>
              <a:t>•  Estonia — e-Estonia.com and RIA (ria.ee)</a:t>
            </a:r>
          </a:p>
          <a:p>
            <a:pPr>
              <a:spcAft>
                <a:spcPts val="1200"/>
              </a:spcAft>
            </a:pPr>
            <a:r>
              <a:rPr sz="1700" b="0" i="0">
                <a:solidFill>
                  <a:srgbClr val="1A1A1A"/>
                </a:solidFill>
                <a:latin typeface="Arial"/>
              </a:rPr>
              <a:t>•  PAERA v1.0 — §5.7 (Recommended Roadmap); §2.1 (Problem statement)</a:t>
            </a:r>
          </a:p>
        </p:txBody>
      </p:sp>
      <p:sp>
        <p:nvSpPr>
          <p:cNvPr id="5" name="TextBox 4"/>
          <p:cNvSpPr txBox="1"/>
          <p:nvPr/>
        </p:nvSpPr>
        <p:spPr>
          <a:xfrm>
            <a:off x="658368" y="5806440"/>
            <a:ext cx="10789920" cy="457200"/>
          </a:xfrm>
          <a:prstGeom prst="rect">
            <a:avLst/>
          </a:prstGeom>
          <a:noFill/>
        </p:spPr>
        <p:txBody>
          <a:bodyPr wrap="square">
            <a:spAutoFit/>
          </a:bodyPr>
          <a:lstStyle/>
          <a:p>
            <a:r>
              <a:rPr sz="1400" b="1" i="0">
                <a:solidFill>
                  <a:srgbClr val="006E96"/>
                </a:solidFill>
                <a:latin typeface="Arial"/>
              </a:rPr>
              <a:t>Find the link in the description.</a:t>
            </a:r>
          </a:p>
        </p:txBody>
      </p:sp>
      <p:sp>
        <p:nvSpPr>
          <p:cNvPr id="6" name="TextBox 5"/>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5.1 · Is this proven, or just theory? — evidence from real programmes</a:t>
            </a:r>
          </a:p>
        </p:txBody>
      </p:sp>
    </p:spTree>
  </p:cSld>
  <p:clrMapOvr>
    <a:masterClrMapping/>
  </p:clrMapOvr>
</p:sld>
</file>

<file path=ppt/theme/theme1.xml><?xml version="1.0" encoding="utf-8"?>
<a:theme xmlns:a="http://schemas.openxmlformats.org/drawingml/2006/main" name="ITU Theme - White bg">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0000"/>
      </a:hlink>
      <a:folHlink>
        <a:srgbClr val="757070"/>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A0500DBE-3369-4A4A-B28D-9AE5003E2570}"/>
    </a:ext>
  </a:extLst>
</a:theme>
</file>

<file path=ppt/theme/theme2.xml><?xml version="1.0" encoding="utf-8"?>
<a:theme xmlns:a="http://schemas.openxmlformats.org/drawingml/2006/main" name="Big text">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9CD6"/>
      </a:hlink>
      <a:folHlink>
        <a:srgbClr val="009CD6"/>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EA5A528F-177A-4F34-B410-08836428AF20}"/>
    </a:ext>
  </a:extLst>
</a:theme>
</file>

<file path=ppt/theme/theme3.xml><?xml version="1.0" encoding="utf-8"?>
<a:theme xmlns:a="http://schemas.openxmlformats.org/drawingml/2006/main" name="Quote Slide">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9CD6"/>
      </a:hlink>
      <a:folHlink>
        <a:srgbClr val="009CD6"/>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B0771621-B97B-4C13-9C8D-7F1D735791AC}"/>
    </a:ext>
  </a:extLst>
</a:theme>
</file>

<file path=ppt/theme/theme4.xml><?xml version="1.0" encoding="utf-8"?>
<a:theme xmlns:a="http://schemas.openxmlformats.org/drawingml/2006/main" name="ITU Theme light blue bg">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9CD6"/>
      </a:hlink>
      <a:folHlink>
        <a:srgbClr val="009CD6"/>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D1ECFA71-5D53-4A3F-BEBD-1C69573B5224}"/>
    </a:ext>
  </a:extLst>
</a:theme>
</file>

<file path=ppt/theme/theme5.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6.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lcf76f155ced4ddcb4097134ff3c332f xmlns="ed7f0f61-51dd-499b-8f04-7c837a526382">
      <Terms xmlns="http://schemas.microsoft.com/office/infopath/2007/PartnerControls"/>
    </lcf76f155ced4ddcb4097134ff3c332f>
    <TaxCatchAll xmlns="ab90e5c9-10d8-4476-84ba-6005a25f4984"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53A3A08329EEE04EB33D96A577905A26" ma:contentTypeVersion="19" ma:contentTypeDescription="Create a new document." ma:contentTypeScope="" ma:versionID="a8087e2cbe64624dcde6ca4894bfb0b6">
  <xsd:schema xmlns:xsd="http://www.w3.org/2001/XMLSchema" xmlns:xs="http://www.w3.org/2001/XMLSchema" xmlns:p="http://schemas.microsoft.com/office/2006/metadata/properties" xmlns:ns2="ed7f0f61-51dd-499b-8f04-7c837a526382" xmlns:ns3="ab90e5c9-10d8-4476-84ba-6005a25f4984" targetNamespace="http://schemas.microsoft.com/office/2006/metadata/properties" ma:root="true" ma:fieldsID="2701f39123c6a01fbf026076f5c6add9" ns2:_="" ns3:_="">
    <xsd:import namespace="ed7f0f61-51dd-499b-8f04-7c837a526382"/>
    <xsd:import namespace="ab90e5c9-10d8-4476-84ba-6005a25f4984"/>
    <xsd:element name="properties">
      <xsd:complexType>
        <xsd:sequence>
          <xsd:element name="documentManagement">
            <xsd:complexType>
              <xsd:all>
                <xsd:element ref="ns2:MediaServiceMetadata" minOccurs="0"/>
                <xsd:element ref="ns2:MediaServiceFastMetadata" minOccurs="0"/>
                <xsd:element ref="ns2:MediaServiceAutoKeyPoints" minOccurs="0"/>
                <xsd:element ref="ns2:MediaServiceKeyPoints" minOccurs="0"/>
                <xsd:element ref="ns3:SharedWithUsers" minOccurs="0"/>
                <xsd:element ref="ns3:SharedWithDetails" minOccurs="0"/>
                <xsd:element ref="ns2:MediaServiceDateTaken" minOccurs="0"/>
                <xsd:element ref="ns2:MediaLengthInSeconds" minOccurs="0"/>
                <xsd:element ref="ns2:MediaServiceAutoTags" minOccurs="0"/>
                <xsd:element ref="ns2:MediaServiceOCR" minOccurs="0"/>
                <xsd:element ref="ns2:MediaServiceGenerationTime" minOccurs="0"/>
                <xsd:element ref="ns2:MediaServiceEventHashCode" minOccurs="0"/>
                <xsd:element ref="ns2:lcf76f155ced4ddcb4097134ff3c332f" minOccurs="0"/>
                <xsd:element ref="ns3:TaxCatchAll" minOccurs="0"/>
                <xsd:element ref="ns2:MediaServiceLocation" minOccurs="0"/>
                <xsd:element ref="ns2:MediaServiceObjectDetectorVersions" minOccurs="0"/>
                <xsd:element ref="ns2:MediaServiceSearchProperties" minOccurs="0"/>
                <xsd:element ref="ns2:MediaServiceBillingMetadata"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ed7f0f61-51dd-499b-8f04-7c837a526382"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KeyPoints" ma:index="10" nillable="true" ma:displayName="MediaServiceAutoKeyPoints" ma:hidden="true" ma:internalName="MediaServiceAutoKeyPoints" ma:readOnly="true">
      <xsd:simpleType>
        <xsd:restriction base="dms:Note"/>
      </xsd:simpleType>
    </xsd:element>
    <xsd:element name="MediaServiceKeyPoints" ma:index="11" nillable="true" ma:displayName="KeyPoints" ma:internalName="MediaServiceKeyPoints" ma:readOnly="true">
      <xsd:simpleType>
        <xsd:restriction base="dms:Note">
          <xsd:maxLength value="255"/>
        </xsd:restriction>
      </xsd:simpleType>
    </xsd:element>
    <xsd:element name="MediaServiceDateTaken" ma:index="14" nillable="true" ma:displayName="MediaServiceDateTaken" ma:hidden="true" ma:internalName="MediaServiceDateTaken" ma:readOnly="true">
      <xsd:simpleType>
        <xsd:restriction base="dms:Text"/>
      </xsd:simpleType>
    </xsd:element>
    <xsd:element name="MediaLengthInSeconds" ma:index="15" nillable="true" ma:displayName="MediaLengthInSeconds" ma:hidden="true" ma:internalName="MediaLengthInSeconds" ma:readOnly="true">
      <xsd:simpleType>
        <xsd:restriction base="dms:Unknown"/>
      </xsd:simpleType>
    </xsd:element>
    <xsd:element name="MediaServiceAutoTags" ma:index="16" nillable="true" ma:displayName="Tags" ma:internalName="MediaServiceAutoTags" ma:readOnly="true">
      <xsd:simpleType>
        <xsd:restriction base="dms:Text"/>
      </xsd:simpleType>
    </xsd:element>
    <xsd:element name="MediaServiceOCR" ma:index="17" nillable="true" ma:displayName="Extracted Text" ma:internalName="MediaServiceOCR" ma:readOnly="true">
      <xsd:simpleType>
        <xsd:restriction base="dms:Note">
          <xsd:maxLength value="255"/>
        </xsd:restriction>
      </xsd:simpleType>
    </xsd:element>
    <xsd:element name="MediaServiceGenerationTime" ma:index="18" nillable="true" ma:displayName="MediaServiceGenerationTime" ma:hidden="true" ma:internalName="MediaServiceGenerationTime" ma:readOnly="true">
      <xsd:simpleType>
        <xsd:restriction base="dms:Text"/>
      </xsd:simpleType>
    </xsd:element>
    <xsd:element name="MediaServiceEventHashCode" ma:index="19" nillable="true" ma:displayName="MediaServiceEventHashCode" ma:hidden="true" ma:internalName="MediaServiceEventHashCode" ma:readOnly="true">
      <xsd:simpleType>
        <xsd:restriction base="dms:Text"/>
      </xsd:simpleType>
    </xsd:element>
    <xsd:element name="lcf76f155ced4ddcb4097134ff3c332f" ma:index="21" nillable="true" ma:taxonomy="true" ma:internalName="lcf76f155ced4ddcb4097134ff3c332f" ma:taxonomyFieldName="MediaServiceImageTags" ma:displayName="Image Tags" ma:readOnly="false" ma:fieldId="{5cf76f15-5ced-4ddc-b409-7134ff3c332f}" ma:taxonomyMulti="true" ma:sspId="0e895586-ec57-4162-862b-45953123501e" ma:termSetId="09814cd3-568e-fe90-9814-8d621ff8fb84" ma:anchorId="fba54fb3-c3e1-fe81-a776-ca4b69148c4d" ma:open="true" ma:isKeyword="false">
      <xsd:complexType>
        <xsd:sequence>
          <xsd:element ref="pc:Terms" minOccurs="0" maxOccurs="1"/>
        </xsd:sequence>
      </xsd:complexType>
    </xsd:element>
    <xsd:element name="MediaServiceLocation" ma:index="23" nillable="true" ma:displayName="Location" ma:indexed="true" ma:internalName="MediaServiceLocation" ma:readOnly="true">
      <xsd:simpleType>
        <xsd:restriction base="dms:Text"/>
      </xsd:simpleType>
    </xsd:element>
    <xsd:element name="MediaServiceObjectDetectorVersions" ma:index="24" nillable="true" ma:displayName="MediaServiceObjectDetectorVersions" ma:hidden="true" ma:indexed="true" ma:internalName="MediaServiceObjectDetectorVersions" ma:readOnly="true">
      <xsd:simpleType>
        <xsd:restriction base="dms:Text"/>
      </xsd:simpleType>
    </xsd:element>
    <xsd:element name="MediaServiceSearchProperties" ma:index="25" nillable="true" ma:displayName="MediaServiceSearchProperties" ma:hidden="true" ma:internalName="MediaServiceSearchProperties" ma:readOnly="true">
      <xsd:simpleType>
        <xsd:restriction base="dms:Note"/>
      </xsd:simpleType>
    </xsd:element>
    <xsd:element name="MediaServiceBillingMetadata" ma:index="26" nillable="true" ma:displayName="MediaServiceBillingMetadata" ma:hidden="true" ma:internalName="MediaServiceBillingMetadata"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ab90e5c9-10d8-4476-84ba-6005a25f4984" elementFormDefault="qualified">
    <xsd:import namespace="http://schemas.microsoft.com/office/2006/documentManagement/types"/>
    <xsd:import namespace="http://schemas.microsoft.com/office/infopath/2007/PartnerControls"/>
    <xsd:element name="SharedWithUsers" ma:index="12"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3" nillable="true" ma:displayName="Shared With Details" ma:internalName="SharedWithDetails" ma:readOnly="true">
      <xsd:simpleType>
        <xsd:restriction base="dms:Note">
          <xsd:maxLength value="255"/>
        </xsd:restriction>
      </xsd:simpleType>
    </xsd:element>
    <xsd:element name="TaxCatchAll" ma:index="22" nillable="true" ma:displayName="Taxonomy Catch All Column" ma:hidden="true" ma:list="{f45fae84-f8a8-4d35-b240-8a5cf95bb259}" ma:internalName="TaxCatchAll" ma:showField="CatchAllData" ma:web="ab90e5c9-10d8-4476-84ba-6005a25f4984">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5F615F30-55BC-4400-8171-49B6C1A1BF75}">
  <ds:schemaRefs>
    <ds:schemaRef ds:uri="http://schemas.microsoft.com/office/2006/metadata/properties"/>
    <ds:schemaRef ds:uri="http://schemas.microsoft.com/office/infopath/2007/PartnerControls"/>
    <ds:schemaRef ds:uri="http://schemas.microsoft.com/sharepoint/v3"/>
    <ds:schemaRef ds:uri="ed7f0f61-51dd-499b-8f04-7c837a526382"/>
    <ds:schemaRef ds:uri="ab90e5c9-10d8-4476-84ba-6005a25f4984"/>
  </ds:schemaRefs>
</ds:datastoreItem>
</file>

<file path=customXml/itemProps2.xml><?xml version="1.0" encoding="utf-8"?>
<ds:datastoreItem xmlns:ds="http://schemas.openxmlformats.org/officeDocument/2006/customXml" ds:itemID="{A48191B6-3A4E-47E8-99A3-94A5982E1B43}">
  <ds:schemaRefs>
    <ds:schemaRef ds:uri="http://schemas.microsoft.com/sharepoint/v3/contenttype/forms"/>
  </ds:schemaRefs>
</ds:datastoreItem>
</file>

<file path=customXml/itemProps3.xml><?xml version="1.0" encoding="utf-8"?>
<ds:datastoreItem xmlns:ds="http://schemas.openxmlformats.org/officeDocument/2006/customXml" ds:itemID="{68C4513F-118C-4668-805A-58D1CE3FDA87}">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ed7f0f61-51dd-499b-8f04-7c837a526382"/>
    <ds:schemaRef ds:uri="ab90e5c9-10d8-4476-84ba-6005a25f4984"/>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emplate>ITU_Powerpoint_standard_template_16x9__July_2022</Template>
  <TotalTime>462</TotalTime>
  <Words>2240</Words>
  <Application>Microsoft Office PowerPoint</Application>
  <PresentationFormat>Widescreen</PresentationFormat>
  <Paragraphs>473</Paragraphs>
  <Slides>38</Slides>
  <Notes>20</Notes>
  <HiddenSlides>0</HiddenSlides>
  <MMClips>0</MMClips>
  <ScaleCrop>false</ScaleCrop>
  <HeadingPairs>
    <vt:vector size="6" baseType="variant">
      <vt:variant>
        <vt:lpstr>Fonts Used</vt:lpstr>
      </vt:variant>
      <vt:variant>
        <vt:i4>6</vt:i4>
      </vt:variant>
      <vt:variant>
        <vt:lpstr>Theme</vt:lpstr>
      </vt:variant>
      <vt:variant>
        <vt:i4>4</vt:i4>
      </vt:variant>
      <vt:variant>
        <vt:lpstr>Slide Titles</vt:lpstr>
      </vt:variant>
      <vt:variant>
        <vt:i4>38</vt:i4>
      </vt:variant>
    </vt:vector>
  </HeadingPairs>
  <TitlesOfParts>
    <vt:vector size="48" baseType="lpstr">
      <vt:lpstr>Arial</vt:lpstr>
      <vt:lpstr>Avenir Next LT Pro</vt:lpstr>
      <vt:lpstr>Calibri</vt:lpstr>
      <vt:lpstr>Georgia</vt:lpstr>
      <vt:lpstr>Lato Light</vt:lpstr>
      <vt:lpstr>Roboto</vt:lpstr>
      <vt:lpstr>ITU Theme - White bg</vt:lpstr>
      <vt:lpstr>Big text</vt:lpstr>
      <vt:lpstr>Quote Slide</vt:lpstr>
      <vt:lpstr>ITU Theme light blue bg</vt:lpstr>
      <vt:lpstr>PowerPoint Presentation</vt:lpstr>
      <vt:lpstr>PowerPoint Presentation</vt:lpstr>
      <vt:lpstr>Slide title text Arial Bold 28pt</vt:lpstr>
      <vt:lpstr>PowerPoint Presentation</vt:lpstr>
      <vt:lpstr>Long slide title  goes here second line here</vt:lpstr>
      <vt:lpstr>Slide title goes here second line of slide title goes here </vt:lpstr>
      <vt:lpstr>Long slide title goes here second line here</vt:lpstr>
      <vt:lpstr>Long slide title goes here second line of slide title here third line goes here</vt:lpstr>
      <vt:lpstr>Long slide title goes here second line of slide title here third line goes here</vt:lpstr>
      <vt:lpstr>Slide title goes here</vt:lpstr>
      <vt:lpstr>PowerPoint Presentation</vt:lpstr>
      <vt:lpstr>Click to add slide title here  </vt:lpstr>
      <vt:lpstr>Click to add slide title here </vt:lpstr>
      <vt:lpstr>PowerPoint Presentation</vt:lpstr>
      <vt:lpstr>PowerPoint Presentation</vt:lpstr>
      <vt:lpstr>PowerPoint Presentation</vt:lpstr>
      <vt:lpstr>PowerPoint Presentation</vt:lpstr>
      <vt:lpstr>Placeholder text for slide title</vt:lpstr>
      <vt:lpstr>Simple table</vt:lpstr>
      <vt:lpstr>PowerPoint Presentation</vt:lpstr>
      <vt:lpstr>Figure 1: Figure title</vt:lpstr>
      <vt:lpstr>Graphics</vt:lpstr>
      <vt:lpstr>PowerPoint Presentation</vt:lpstr>
      <vt:lpstr>PowerPoint Presentation</vt:lpstr>
      <vt:lpstr>PowerPoint Presentation</vt:lpstr>
      <vt:lpstr>PowerPoint Presentation</vt:lpstr>
      <vt:lpstr>PowerPoint Presentation</vt:lpstr>
      <vt:lpstr>Figure Title</vt:lpstr>
      <vt:lpstr>Figure Title</vt:lpstr>
      <vt:lpstr>Figure Title</vt:lpstr>
      <vt:lpstr>Key figures</vt:lpstr>
      <vt:lpstr>PowerPoint Presentation</vt:lpstr>
      <vt:lpstr>Timeline title</vt:lpstr>
      <vt:lpstr>Timeline title</vt:lpstr>
      <vt:lpstr>Timeline title</vt:lpstr>
      <vt:lpstr>PowerPoint Presentation</vt:lpstr>
      <vt:lpstr>ITU Blue</vt:lpstr>
      <vt:lpstr>PowerPoint Presentation</vt:lpstr>
    </vt:vector>
  </TitlesOfParts>
  <Company>ITU</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CHIMA HERNANDEZ, Maria Fernanda</dc:creator>
  <cp:lastModifiedBy>Anselmino, Carolina</cp:lastModifiedBy>
  <cp:revision>1</cp:revision>
  <dcterms:created xsi:type="dcterms:W3CDTF">2026-05-08T11:19:41Z</dcterms:created>
  <dcterms:modified xsi:type="dcterms:W3CDTF">2026-07-22T19:37:40Z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0x01010053A3A08329EEE04EB33D96A577905A26</vt:lpwstr>
  </property>
  <property fmtid="{D5CDD505-2E9C-101B-9397-08002B2CF9AE}" pid="3" name="MediaServiceImageTags">
    <vt:lpwstr/>
  </property>
</Properties>
</file>