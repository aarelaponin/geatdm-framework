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changesInfos/changesInfo1.xml" ContentType="application/vnd.ms-powerpoint.changesinfo+xml"/>
  <Override PartName="/ppt/handoutMasters/handoutMaster1.xml" ContentType="application/vnd.openxmlformats-officedocument.presentationml.handoutMaster+xml"/>
  <Override PartName="/ppt/media/image3.svg" ContentType="image/svg+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revisionInfo.xml" ContentType="application/vnd.ms-powerpoint.revisioninfo+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theme/theme5.xml" ContentType="application/vnd.openxmlformats-officedocument.theme+xml"/>
  <Override PartName="/ppt/theme/theme6.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48" r:id="rId4"/>
    <p:sldMasterId id="2147483709" r:id="rId5"/>
    <p:sldMasterId id="2147483713" r:id="rId6"/>
    <p:sldMasterId id="2147483691" r:id="rId7"/>
  </p:sldMasterIdLst>
  <p:notesMasterIdLst>
    <p:notesMasterId r:id="rId46"/>
  </p:notesMasterIdLst>
  <p:handoutMasterIdLst>
    <p:handoutMasterId r:id="rId47"/>
  </p:handoutMasterIdLst>
  <p:sldIdLst>
    <p:sldId id="2681" r:id="rId8"/>
    <p:sldId id="2695" r:id="rId9"/>
    <p:sldId id="2696" r:id="rId18"/>
    <p:sldId id="2697" r:id="rId19"/>
    <p:sldId id="2698" r:id="rId20"/>
    <p:sldId id="2699" r:id="rId21"/>
    <p:sldId id="2700" r:id="rId22"/>
    <p:sldId id="2701" r:id="rId23"/>
    <p:sldId id="2702" r:id="rId24"/>
    <p:sldId id="2703" r:id="rId25"/>
    <p:sldId id="2704" r:id="rId26"/>
    <p:sldId id="2705" r:id="rId27"/>
    <p:sldId id="2706" r:id="rId28"/>
    <p:sldId id="2707" r:id="rId29"/>
    <p:sldId id="2708" r:id="rId30"/>
    <p:sldId id="2709" r:id="rId31"/>
    <p:sldId id="2710" r:id="rId32"/>
    <p:sldId id="2711" r:id="rId33"/>
    <p:sldId id="2712" r:id="rId34"/>
    <p:sldId id="2713" r:id="rId35"/>
    <p:sldId id="2714" r:id="rId36"/>
    <p:sldId id="2715" r:id="rId37"/>
    <p:sldId id="2716" r:id="rId38"/>
    <p:sldId id="2717" r:id="rId39"/>
    <p:sldId id="2718" r:id="rId40"/>
    <p:sldId id="2719" r:id="rId41"/>
    <p:sldId id="2720" r:id="rId42"/>
    <p:sldId id="2721" r:id="rId43"/>
    <p:sldId id="2722" r:id="rId44"/>
    <p:sldId id="2723" r:id="rId45"/>
    <p:sldId id="2724" r:id="rId17"/>
    <p:sldId id="2725" r:id="rId16"/>
    <p:sldId id="2726" r:id="rId15"/>
    <p:sldId id="2727" r:id="rId14"/>
    <p:sldId id="2728" r:id="rId13"/>
    <p:sldId id="2729" r:id="rId12"/>
    <p:sldId id="2730" r:id="rId11"/>
    <p:sldId id="2731" r:id="rId10"/>
    <p:sldId id="2732" r:id="rId54"/>
    <p:sldId id="2733" r:id="rId55"/>
    <p:sldId id="2734" r:id="rId56"/>
    <p:sldId id="2735" r:id="rId57"/>
    <p:sldId id="2736" r:id="rId58"/>
    <p:sldId id="2737" r:id="rId59"/>
    <p:sldId id="2738" r:id="rId60"/>
    <p:sldId id="2739" r:id="rId61"/>
    <p:sldId id="2740" r:id="rId62"/>
    <p:sldId id="2741" r:id="rId63"/>
    <p:sldId id="2742" r:id="rId64"/>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A6A6A6"/>
    <a:srgbClr val="0083B3"/>
    <a:srgbClr val="9D26FF"/>
    <a:srgbClr val="0076A1"/>
    <a:srgbClr val="FFFFFF"/>
    <a:srgbClr val="009CD6"/>
    <a:srgbClr val="A5A5A5"/>
    <a:srgbClr val="757070"/>
    <a:srgbClr val="6F6F6E"/>
    <a:srgbClr val="F5FAFC"/>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BCBC4942-2EA4-48B8-A075-B5F2ABFFFDF6}" v="10" dt="2026-07-22T19:37:31.024"/>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5" autoAdjust="0"/>
    <p:restoredTop sz="94660"/>
  </p:normalViewPr>
  <p:slideViewPr>
    <p:cSldViewPr snapToGrid="0">
      <p:cViewPr varScale="1">
        <p:scale>
          <a:sx n="71" d="100"/>
          <a:sy n="71" d="100"/>
        </p:scale>
        <p:origin x="412" y="44"/>
      </p:cViewPr>
      <p:guideLst>
        <p:guide orient="horz" pos="2160"/>
        <p:guide pos="3840"/>
      </p:guideLst>
    </p:cSldViewPr>
  </p:slideViewPr>
  <p:notesTextViewPr>
    <p:cViewPr>
      <p:scale>
        <a:sx n="1" d="1"/>
        <a:sy n="1" d="1"/>
      </p:scale>
      <p:origin x="0" y="0"/>
    </p:cViewPr>
  </p:notesTextViewPr>
  <p:notesViewPr>
    <p:cSldViewPr snapToGrid="0">
      <p:cViewPr varScale="1">
        <p:scale>
          <a:sx n="124" d="100"/>
          <a:sy n="124" d="100"/>
        </p:scale>
        <p:origin x="4188" y="88"/>
      </p:cViewPr>
      <p:guideLst/>
    </p:cSldViewPr>
  </p:notes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customXml" Target="../customXml/item1.xml"/><Relationship Id="rId2" Type="http://schemas.openxmlformats.org/officeDocument/2006/relationships/customXml" Target="../customXml/item2.xml"/><Relationship Id="rId3" Type="http://schemas.openxmlformats.org/officeDocument/2006/relationships/customXml" Target="../customXml/item3.xml"/><Relationship Id="rId4" Type="http://schemas.openxmlformats.org/officeDocument/2006/relationships/slideMaster" Target="slideMasters/slideMaster1.xml"/><Relationship Id="rId5" Type="http://schemas.openxmlformats.org/officeDocument/2006/relationships/slideMaster" Target="slideMasters/slideMaster2.xml"/><Relationship Id="rId6" Type="http://schemas.openxmlformats.org/officeDocument/2006/relationships/slideMaster" Target="slideMasters/slideMaster3.xml"/><Relationship Id="rId7" Type="http://schemas.openxmlformats.org/officeDocument/2006/relationships/slideMaster" Target="slideMasters/slideMaster4.xml"/><Relationship Id="rId8" Type="http://schemas.openxmlformats.org/officeDocument/2006/relationships/slide" Target="slides/slide1.xml"/><Relationship Id="rId9" Type="http://schemas.openxmlformats.org/officeDocument/2006/relationships/slide" Target="slides/slide2.xml"/><Relationship Id="rId10" Type="http://schemas.openxmlformats.org/officeDocument/2006/relationships/slide" Target="slides/slide38.xml"/><Relationship Id="rId11" Type="http://schemas.openxmlformats.org/officeDocument/2006/relationships/slide" Target="slides/slide37.xml"/><Relationship Id="rId12" Type="http://schemas.openxmlformats.org/officeDocument/2006/relationships/slide" Target="slides/slide36.xml"/><Relationship Id="rId13" Type="http://schemas.openxmlformats.org/officeDocument/2006/relationships/slide" Target="slides/slide35.xml"/><Relationship Id="rId14" Type="http://schemas.openxmlformats.org/officeDocument/2006/relationships/slide" Target="slides/slide34.xml"/><Relationship Id="rId15" Type="http://schemas.openxmlformats.org/officeDocument/2006/relationships/slide" Target="slides/slide33.xml"/><Relationship Id="rId16" Type="http://schemas.openxmlformats.org/officeDocument/2006/relationships/slide" Target="slides/slide32.xml"/><Relationship Id="rId17" Type="http://schemas.openxmlformats.org/officeDocument/2006/relationships/slide" Target="slides/slide31.xml"/><Relationship Id="rId18" Type="http://schemas.openxmlformats.org/officeDocument/2006/relationships/slide" Target="slides/slide3.xml"/><Relationship Id="rId19" Type="http://schemas.openxmlformats.org/officeDocument/2006/relationships/slide" Target="slides/slide4.xml"/><Relationship Id="rId20" Type="http://schemas.openxmlformats.org/officeDocument/2006/relationships/slide" Target="slides/slide5.xml"/><Relationship Id="rId21" Type="http://schemas.openxmlformats.org/officeDocument/2006/relationships/slide" Target="slides/slide6.xml"/><Relationship Id="rId22" Type="http://schemas.openxmlformats.org/officeDocument/2006/relationships/slide" Target="slides/slide7.xml"/><Relationship Id="rId23" Type="http://schemas.openxmlformats.org/officeDocument/2006/relationships/slide" Target="slides/slide8.xml"/><Relationship Id="rId24" Type="http://schemas.openxmlformats.org/officeDocument/2006/relationships/slide" Target="slides/slide9.xml"/><Relationship Id="rId25" Type="http://schemas.openxmlformats.org/officeDocument/2006/relationships/slide" Target="slides/slide10.xml"/><Relationship Id="rId26" Type="http://schemas.openxmlformats.org/officeDocument/2006/relationships/slide" Target="slides/slide11.xml"/><Relationship Id="rId27" Type="http://schemas.openxmlformats.org/officeDocument/2006/relationships/slide" Target="slides/slide12.xml"/><Relationship Id="rId28" Type="http://schemas.openxmlformats.org/officeDocument/2006/relationships/slide" Target="slides/slide13.xml"/><Relationship Id="rId29" Type="http://schemas.openxmlformats.org/officeDocument/2006/relationships/slide" Target="slides/slide14.xml"/><Relationship Id="rId30" Type="http://schemas.openxmlformats.org/officeDocument/2006/relationships/slide" Target="slides/slide15.xml"/><Relationship Id="rId31" Type="http://schemas.openxmlformats.org/officeDocument/2006/relationships/slide" Target="slides/slide16.xml"/><Relationship Id="rId32" Type="http://schemas.openxmlformats.org/officeDocument/2006/relationships/slide" Target="slides/slide17.xml"/><Relationship Id="rId33" Type="http://schemas.openxmlformats.org/officeDocument/2006/relationships/slide" Target="slides/slide18.xml"/><Relationship Id="rId34" Type="http://schemas.openxmlformats.org/officeDocument/2006/relationships/slide" Target="slides/slide19.xml"/><Relationship Id="rId35" Type="http://schemas.openxmlformats.org/officeDocument/2006/relationships/slide" Target="slides/slide20.xml"/><Relationship Id="rId36" Type="http://schemas.openxmlformats.org/officeDocument/2006/relationships/slide" Target="slides/slide21.xml"/><Relationship Id="rId37" Type="http://schemas.openxmlformats.org/officeDocument/2006/relationships/slide" Target="slides/slide22.xml"/><Relationship Id="rId38" Type="http://schemas.openxmlformats.org/officeDocument/2006/relationships/slide" Target="slides/slide23.xml"/><Relationship Id="rId39" Type="http://schemas.openxmlformats.org/officeDocument/2006/relationships/slide" Target="slides/slide24.xml"/><Relationship Id="rId40" Type="http://schemas.openxmlformats.org/officeDocument/2006/relationships/slide" Target="slides/slide25.xml"/><Relationship Id="rId41" Type="http://schemas.openxmlformats.org/officeDocument/2006/relationships/slide" Target="slides/slide26.xml"/><Relationship Id="rId42" Type="http://schemas.openxmlformats.org/officeDocument/2006/relationships/slide" Target="slides/slide27.xml"/><Relationship Id="rId43" Type="http://schemas.openxmlformats.org/officeDocument/2006/relationships/slide" Target="slides/slide28.xml"/><Relationship Id="rId44" Type="http://schemas.openxmlformats.org/officeDocument/2006/relationships/slide" Target="slides/slide29.xml"/><Relationship Id="rId45" Type="http://schemas.openxmlformats.org/officeDocument/2006/relationships/slide" Target="slides/slide30.xml"/><Relationship Id="rId46" Type="http://schemas.openxmlformats.org/officeDocument/2006/relationships/notesMaster" Target="notesMasters/notesMaster1.xml"/><Relationship Id="rId47" Type="http://schemas.openxmlformats.org/officeDocument/2006/relationships/handoutMaster" Target="handoutMasters/handoutMaster1.xml"/><Relationship Id="rId48" Type="http://schemas.openxmlformats.org/officeDocument/2006/relationships/presProps" Target="presProps.xml"/><Relationship Id="rId49" Type="http://schemas.openxmlformats.org/officeDocument/2006/relationships/viewProps" Target="viewProps.xml"/><Relationship Id="rId50" Type="http://schemas.openxmlformats.org/officeDocument/2006/relationships/theme" Target="theme/theme1.xml"/><Relationship Id="rId51" Type="http://schemas.openxmlformats.org/officeDocument/2006/relationships/tableStyles" Target="tableStyles.xml"/><Relationship Id="rId52" Type="http://schemas.microsoft.com/office/2016/11/relationships/changesInfo" Target="changesInfos/changesInfo1.xml"/><Relationship Id="rId53" Type="http://schemas.microsoft.com/office/2015/10/relationships/revisionInfo" Target="revisionInfo.xml"/><Relationship Id="rId54" Type="http://schemas.openxmlformats.org/officeDocument/2006/relationships/slide" Target="slides/slide39.xml"/><Relationship Id="rId55" Type="http://schemas.openxmlformats.org/officeDocument/2006/relationships/slide" Target="slides/slide40.xml"/><Relationship Id="rId56" Type="http://schemas.openxmlformats.org/officeDocument/2006/relationships/slide" Target="slides/slide41.xml"/><Relationship Id="rId57" Type="http://schemas.openxmlformats.org/officeDocument/2006/relationships/slide" Target="slides/slide42.xml"/><Relationship Id="rId58" Type="http://schemas.openxmlformats.org/officeDocument/2006/relationships/slide" Target="slides/slide43.xml"/><Relationship Id="rId59" Type="http://schemas.openxmlformats.org/officeDocument/2006/relationships/slide" Target="slides/slide44.xml"/><Relationship Id="rId60" Type="http://schemas.openxmlformats.org/officeDocument/2006/relationships/slide" Target="slides/slide45.xml"/><Relationship Id="rId61" Type="http://schemas.openxmlformats.org/officeDocument/2006/relationships/slide" Target="slides/slide46.xml"/><Relationship Id="rId62" Type="http://schemas.openxmlformats.org/officeDocument/2006/relationships/slide" Target="slides/slide47.xml"/><Relationship Id="rId63" Type="http://schemas.openxmlformats.org/officeDocument/2006/relationships/slide" Target="slides/slide48.xml"/><Relationship Id="rId64" Type="http://schemas.openxmlformats.org/officeDocument/2006/relationships/slide" Target="slides/slide49.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Anselmino, Carolina" userId="5c3f6dd0-fb53-498d-9f5e-392bc2a3ffc7" providerId="ADAL" clId="{E38CDB5B-0F14-49C4-839B-AE81B7033013}"/>
    <pc:docChg chg="undo custSel addSld delSld modSld">
      <pc:chgData name="Anselmino, Carolina" userId="5c3f6dd0-fb53-498d-9f5e-392bc2a3ffc7" providerId="ADAL" clId="{E38CDB5B-0F14-49C4-839B-AE81B7033013}" dt="2026-07-22T19:37:31.024" v="702" actId="164"/>
      <pc:docMkLst>
        <pc:docMk/>
      </pc:docMkLst>
      <pc:sldChg chg="modSp mod">
        <pc:chgData name="Anselmino, Carolina" userId="5c3f6dd0-fb53-498d-9f5e-392bc2a3ffc7" providerId="ADAL" clId="{E38CDB5B-0F14-49C4-839B-AE81B7033013}" dt="2026-07-22T11:43:29.600" v="14" actId="1076"/>
        <pc:sldMkLst>
          <pc:docMk/>
          <pc:sldMk cId="1405143857" sldId="280"/>
        </pc:sldMkLst>
        <pc:spChg chg="mod">
          <ac:chgData name="Anselmino, Carolina" userId="5c3f6dd0-fb53-498d-9f5e-392bc2a3ffc7" providerId="ADAL" clId="{E38CDB5B-0F14-49C4-839B-AE81B7033013}" dt="2026-07-22T11:43:19.760" v="12" actId="1076"/>
          <ac:spMkLst>
            <pc:docMk/>
            <pc:sldMk cId="1405143857" sldId="280"/>
            <ac:spMk id="45" creationId="{1FF21F3A-03EB-4BF7-B952-9FA7182F69DE}"/>
          </ac:spMkLst>
        </pc:spChg>
        <pc:grpChg chg="mod">
          <ac:chgData name="Anselmino, Carolina" userId="5c3f6dd0-fb53-498d-9f5e-392bc2a3ffc7" providerId="ADAL" clId="{E38CDB5B-0F14-49C4-839B-AE81B7033013}" dt="2026-07-22T11:43:29.600" v="14" actId="1076"/>
          <ac:grpSpMkLst>
            <pc:docMk/>
            <pc:sldMk cId="1405143857" sldId="280"/>
            <ac:grpSpMk id="44" creationId="{B8FF808C-B389-4C00-87CD-F61A6779EE7C}"/>
          </ac:grpSpMkLst>
        </pc:grpChg>
      </pc:sldChg>
      <pc:sldChg chg="addSp delSp modSp mod">
        <pc:chgData name="Anselmino, Carolina" userId="5c3f6dd0-fb53-498d-9f5e-392bc2a3ffc7" providerId="ADAL" clId="{E38CDB5B-0F14-49C4-839B-AE81B7033013}" dt="2026-07-22T19:37:31.024" v="702" actId="164"/>
        <pc:sldMkLst>
          <pc:docMk/>
          <pc:sldMk cId="1196800265" sldId="2681"/>
        </pc:sldMkLst>
        <pc:spChg chg="mod">
          <ac:chgData name="Anselmino, Carolina" userId="5c3f6dd0-fb53-498d-9f5e-392bc2a3ffc7" providerId="ADAL" clId="{E38CDB5B-0F14-49C4-839B-AE81B7033013}" dt="2026-07-22T11:44:01.404" v="22" actId="12788"/>
          <ac:spMkLst>
            <pc:docMk/>
            <pc:sldMk cId="1196800265" sldId="2681"/>
            <ac:spMk id="9" creationId="{A74A033E-F2C4-63F1-935E-B0E00C34458D}"/>
          </ac:spMkLst>
        </pc:spChg>
        <pc:spChg chg="mod">
          <ac:chgData name="Anselmino, Carolina" userId="5c3f6dd0-fb53-498d-9f5e-392bc2a3ffc7" providerId="ADAL" clId="{E38CDB5B-0F14-49C4-839B-AE81B7033013}" dt="2026-07-22T11:46:41.299" v="210" actId="20577"/>
          <ac:spMkLst>
            <pc:docMk/>
            <pc:sldMk cId="1196800265" sldId="2681"/>
            <ac:spMk id="12" creationId="{EEB08032-CE0E-4986-AEDF-A41026C0E8B9}"/>
          </ac:spMkLst>
        </pc:spChg>
        <pc:spChg chg="add mod">
          <ac:chgData name="Anselmino, Carolina" userId="5c3f6dd0-fb53-498d-9f5e-392bc2a3ffc7" providerId="ADAL" clId="{E38CDB5B-0F14-49C4-839B-AE81B7033013}" dt="2026-07-22T11:46:31.178" v="195" actId="20577"/>
          <ac:spMkLst>
            <pc:docMk/>
            <pc:sldMk cId="1196800265" sldId="2681"/>
            <ac:spMk id="14" creationId="{B5087B80-3EE4-1881-0130-ED58CA625092}"/>
          </ac:spMkLst>
        </pc:spChg>
        <pc:spChg chg="add mod">
          <ac:chgData name="Anselmino, Carolina" userId="5c3f6dd0-fb53-498d-9f5e-392bc2a3ffc7" providerId="ADAL" clId="{E38CDB5B-0F14-49C4-839B-AE81B7033013}" dt="2026-07-22T11:51:15.375" v="432" actId="20577"/>
          <ac:spMkLst>
            <pc:docMk/>
            <pc:sldMk cId="1196800265" sldId="2681"/>
            <ac:spMk id="17" creationId="{5E8796F7-DD26-D250-5E97-B38B22298E72}"/>
          </ac:spMkLst>
        </pc:spChg>
        <pc:spChg chg="add mod">
          <ac:chgData name="Anselmino, Carolina" userId="5c3f6dd0-fb53-498d-9f5e-392bc2a3ffc7" providerId="ADAL" clId="{E38CDB5B-0F14-49C4-839B-AE81B7033013}" dt="2026-07-22T19:37:31.024" v="702" actId="164"/>
          <ac:spMkLst>
            <pc:docMk/>
            <pc:sldMk cId="1196800265" sldId="2681"/>
            <ac:spMk id="19" creationId="{352ECD8B-4B24-AB9F-BF07-5E33A295F52D}"/>
          </ac:spMkLst>
        </pc:spChg>
        <pc:grpChg chg="add mod">
          <ac:chgData name="Anselmino, Carolina" userId="5c3f6dd0-fb53-498d-9f5e-392bc2a3ffc7" providerId="ADAL" clId="{E38CDB5B-0F14-49C4-839B-AE81B7033013}" dt="2026-07-22T19:37:31.024" v="702" actId="164"/>
          <ac:grpSpMkLst>
            <pc:docMk/>
            <pc:sldMk cId="1196800265" sldId="2681"/>
            <ac:grpSpMk id="8" creationId="{759E7638-035C-C837-D321-A8C06D48B5DC}"/>
          </ac:grpSpMkLst>
        </pc:grpChg>
        <pc:grpChg chg="add mod">
          <ac:chgData name="Anselmino, Carolina" userId="5c3f6dd0-fb53-498d-9f5e-392bc2a3ffc7" providerId="ADAL" clId="{E38CDB5B-0F14-49C4-839B-AE81B7033013}" dt="2026-07-22T19:37:31.024" v="702" actId="164"/>
          <ac:grpSpMkLst>
            <pc:docMk/>
            <pc:sldMk cId="1196800265" sldId="2681"/>
            <ac:grpSpMk id="20" creationId="{0D0761BD-2F2F-6D79-B3EF-A531E092890D}"/>
          </ac:grpSpMkLst>
        </pc:grpChg>
        <pc:picChg chg="add del">
          <ac:chgData name="Anselmino, Carolina" userId="5c3f6dd0-fb53-498d-9f5e-392bc2a3ffc7" providerId="ADAL" clId="{E38CDB5B-0F14-49C4-839B-AE81B7033013}" dt="2026-07-22T11:42:32.545" v="4" actId="478"/>
          <ac:picMkLst>
            <pc:docMk/>
            <pc:sldMk cId="1196800265" sldId="2681"/>
            <ac:picMk id="3" creationId="{49CB780D-15A3-48FD-506A-45097B8C84EF}"/>
          </ac:picMkLst>
        </pc:picChg>
        <pc:picChg chg="add mod">
          <ac:chgData name="Anselmino, Carolina" userId="5c3f6dd0-fb53-498d-9f5e-392bc2a3ffc7" providerId="ADAL" clId="{E38CDB5B-0F14-49C4-839B-AE81B7033013}" dt="2026-07-22T11:42:43.855" v="6" actId="1076"/>
          <ac:picMkLst>
            <pc:docMk/>
            <pc:sldMk cId="1196800265" sldId="2681"/>
            <ac:picMk id="4" creationId="{69007BE6-4165-6B9F-CABD-19BC8B326D8F}"/>
          </ac:picMkLst>
        </pc:picChg>
        <pc:picChg chg="add del mod">
          <ac:chgData name="Anselmino, Carolina" userId="5c3f6dd0-fb53-498d-9f5e-392bc2a3ffc7" providerId="ADAL" clId="{E38CDB5B-0F14-49C4-839B-AE81B7033013}" dt="2026-07-22T11:43:03.472" v="10" actId="478"/>
          <ac:picMkLst>
            <pc:docMk/>
            <pc:sldMk cId="1196800265" sldId="2681"/>
            <ac:picMk id="6" creationId="{7BDA84B0-A315-5710-DC3F-3108F335D58B}"/>
          </ac:picMkLst>
        </pc:picChg>
        <pc:picChg chg="mod modCrop">
          <ac:chgData name="Anselmino, Carolina" userId="5c3f6dd0-fb53-498d-9f5e-392bc2a3ffc7" providerId="ADAL" clId="{E38CDB5B-0F14-49C4-839B-AE81B7033013}" dt="2026-07-22T11:36:58.998" v="2" actId="732"/>
          <ac:picMkLst>
            <pc:docMk/>
            <pc:sldMk cId="1196800265" sldId="2681"/>
            <ac:picMk id="7" creationId="{A2066351-C569-4C4C-A096-308777FCDC32}"/>
          </ac:picMkLst>
        </pc:picChg>
        <pc:picChg chg="mod">
          <ac:chgData name="Anselmino, Carolina" userId="5c3f6dd0-fb53-498d-9f5e-392bc2a3ffc7" providerId="ADAL" clId="{E38CDB5B-0F14-49C4-839B-AE81B7033013}" dt="2026-07-22T11:44:01.404" v="22" actId="12788"/>
          <ac:picMkLst>
            <pc:docMk/>
            <pc:sldMk cId="1196800265" sldId="2681"/>
            <ac:picMk id="10" creationId="{D4EAC1CC-FDEC-CB2B-4814-426FB9337D67}"/>
          </ac:picMkLst>
        </pc:picChg>
        <pc:cxnChg chg="mod">
          <ac:chgData name="Anselmino, Carolina" userId="5c3f6dd0-fb53-498d-9f5e-392bc2a3ffc7" providerId="ADAL" clId="{E38CDB5B-0F14-49C4-839B-AE81B7033013}" dt="2026-07-22T11:46:16.310" v="179" actId="14100"/>
          <ac:cxnSpMkLst>
            <pc:docMk/>
            <pc:sldMk cId="1196800265" sldId="2681"/>
            <ac:cxnSpMk id="11" creationId="{D9AD66F2-F7C0-4D03-9150-D28F17AC561D}"/>
          </ac:cxnSpMkLst>
        </pc:cxnChg>
      </pc:sldChg>
      <pc:sldChg chg="del">
        <pc:chgData name="Anselmino, Carolina" userId="5c3f6dd0-fb53-498d-9f5e-392bc2a3ffc7" providerId="ADAL" clId="{E38CDB5B-0F14-49C4-839B-AE81B7033013}" dt="2026-07-22T19:26:38.574" v="665" actId="47"/>
        <pc:sldMkLst>
          <pc:docMk/>
          <pc:sldMk cId="1763900471" sldId="2682"/>
        </pc:sldMkLst>
      </pc:sldChg>
      <pc:sldChg chg="del">
        <pc:chgData name="Anselmino, Carolina" userId="5c3f6dd0-fb53-498d-9f5e-392bc2a3ffc7" providerId="ADAL" clId="{E38CDB5B-0F14-49C4-839B-AE81B7033013}" dt="2026-07-22T19:26:35.304" v="664" actId="47"/>
        <pc:sldMkLst>
          <pc:docMk/>
          <pc:sldMk cId="1891845127" sldId="2685"/>
        </pc:sldMkLst>
      </pc:sldChg>
      <pc:sldChg chg="add del">
        <pc:chgData name="Anselmino, Carolina" userId="5c3f6dd0-fb53-498d-9f5e-392bc2a3ffc7" providerId="ADAL" clId="{E38CDB5B-0F14-49C4-839B-AE81B7033013}" dt="2026-07-22T15:50:00.267" v="434" actId="47"/>
        <pc:sldMkLst>
          <pc:docMk/>
          <pc:sldMk cId="2459501262" sldId="2695"/>
        </pc:sldMkLst>
      </pc:sldChg>
      <pc:sldChg chg="modSp add mod">
        <pc:chgData name="Anselmino, Carolina" userId="5c3f6dd0-fb53-498d-9f5e-392bc2a3ffc7" providerId="ADAL" clId="{E38CDB5B-0F14-49C4-839B-AE81B7033013}" dt="2026-07-22T19:17:50.009" v="663" actId="14100"/>
        <pc:sldMkLst>
          <pc:docMk/>
          <pc:sldMk cId="2895905977" sldId="2695"/>
        </pc:sldMkLst>
        <pc:spChg chg="mod">
          <ac:chgData name="Anselmino, Carolina" userId="5c3f6dd0-fb53-498d-9f5e-392bc2a3ffc7" providerId="ADAL" clId="{E38CDB5B-0F14-49C4-839B-AE81B7033013}" dt="2026-07-22T15:51:46.203" v="494" actId="20577"/>
          <ac:spMkLst>
            <pc:docMk/>
            <pc:sldMk cId="2895905977" sldId="2695"/>
            <ac:spMk id="5" creationId="{05ECEA81-427F-77E6-3A96-077D430CC49C}"/>
          </ac:spMkLst>
        </pc:spChg>
        <pc:spChg chg="mod">
          <ac:chgData name="Anselmino, Carolina" userId="5c3f6dd0-fb53-498d-9f5e-392bc2a3ffc7" providerId="ADAL" clId="{E38CDB5B-0F14-49C4-839B-AE81B7033013}" dt="2026-07-22T19:17:50.009" v="663" actId="14100"/>
          <ac:spMkLst>
            <pc:docMk/>
            <pc:sldMk cId="2895905977" sldId="2695"/>
            <ac:spMk id="6" creationId="{F5AB7147-07E3-D061-CD69-902D615A346F}"/>
          </ac:spMkLst>
        </pc:spChg>
        <pc:spChg chg="mod">
          <ac:chgData name="Anselmino, Carolina" userId="5c3f6dd0-fb53-498d-9f5e-392bc2a3ffc7" providerId="ADAL" clId="{E38CDB5B-0F14-49C4-839B-AE81B7033013}" dt="2026-07-22T15:52:40.119" v="519" actId="14100"/>
          <ac:spMkLst>
            <pc:docMk/>
            <pc:sldMk cId="2895905977" sldId="2695"/>
            <ac:spMk id="7" creationId="{645C8C6B-29A8-B1C0-3772-5822CAB07F15}"/>
          </ac:spMkLst>
        </pc:spChg>
      </pc:sld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6.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6BE192EA-4FB5-417A-96F6-B3058A54ABC4}"/>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a:extLst>
              <a:ext uri="{FF2B5EF4-FFF2-40B4-BE49-F238E27FC236}">
                <a16:creationId xmlns:a16="http://schemas.microsoft.com/office/drawing/2014/main" id="{875D5479-0008-4BFD-BE18-7442B169130D}"/>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A472114D-3A05-4B20-822E-8261653B33D2}" type="datetimeFigureOut">
              <a:rPr lang="en-US" smtClean="0"/>
              <a:t>7/22/2026</a:t>
            </a:fld>
            <a:endParaRPr lang="en-US"/>
          </a:p>
        </p:txBody>
      </p:sp>
      <p:sp>
        <p:nvSpPr>
          <p:cNvPr id="4" name="Footer Placeholder 3">
            <a:extLst>
              <a:ext uri="{FF2B5EF4-FFF2-40B4-BE49-F238E27FC236}">
                <a16:creationId xmlns:a16="http://schemas.microsoft.com/office/drawing/2014/main" id="{EABD4BE7-9FD8-4D10-87DD-2B2BC23B46EC}"/>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a:extLst>
              <a:ext uri="{FF2B5EF4-FFF2-40B4-BE49-F238E27FC236}">
                <a16:creationId xmlns:a16="http://schemas.microsoft.com/office/drawing/2014/main" id="{F10342B2-B657-4BF5-B0C4-8D3FD65073D3}"/>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91E5079B-D1F0-49DB-8DFB-E06CD09EC17E}" type="slidenum">
              <a:rPr lang="en-US" smtClean="0"/>
              <a:t>‹#›</a:t>
            </a:fld>
            <a:endParaRPr lang="en-US"/>
          </a:p>
        </p:txBody>
      </p:sp>
    </p:spTree>
    <p:extLst>
      <p:ext uri="{BB962C8B-B14F-4D97-AF65-F5344CB8AC3E}">
        <p14:creationId xmlns:p14="http://schemas.microsoft.com/office/powerpoint/2010/main" val="4200547298"/>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5.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14F008D2-43B4-45EB-8E80-36DCF9CD046D}" type="datetimeFigureOut">
              <a:rPr lang="en-US" smtClean="0"/>
              <a:t>7/22/2026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46A8591F-50F3-4C40-9DA2-D793276CC051}" type="slidenum">
              <a:rPr lang="en-US" smtClean="0"/>
              <a:t>‹#›</a:t>
            </a:fld>
            <a:endParaRPr lang="en-US"/>
          </a:p>
        </p:txBody>
      </p:sp>
    </p:spTree>
    <p:extLst>
      <p:ext uri="{BB962C8B-B14F-4D97-AF65-F5344CB8AC3E}">
        <p14:creationId xmlns:p14="http://schemas.microsoft.com/office/powerpoint/2010/main" val="77999493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2.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3.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4.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5.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6.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7.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8.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9.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From wave two, each new sector consumes what wave one built. The health sector uses the identity platform and the data-exchange backbone that already exist. Its run of the method is lighter, because the team, the framework and the governance are in place. It delivers faster and costs less, and every sector that joins makes the next one easier still. That is why the expensive part is building the muscle once. But it only compounds if you govern it. The same board that reviews projects inside a sector governs the national pipeline: which sector comes next, what each must reuse, where an exception is genuinely warranted. A rollout that is launched and left drifts back into fragmentation, one sector at a time.</a:t>
            </a:r>
          </a:p>
          <a:p/>
          <a:p>
            <a:r>
              <a:t>Production cue: the pivotal slide of this video — the compounding and the governance on one page. Hold it a beat longer. On screen: a wave roadmap — each wave a smaller block than the last, the platform bar beneath growing, the Board bar across the top. Reveal the waves left to right; the Board bar is already there.</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So roll it out in waves. Wave one is one sector, done well. Pick the sector with a clear flagship the minister cares about — the single learner record, the single patient record — and run the full method there, end to end. But notice what wave one really builds: not just that sector's architecture, but the national foundations. The permanent team. The governance board. The first shared platforms, identity and data exchange. Wave one looks like one sector. It is actually the foundation the whole rollout stands on.</a:t>
            </a:r>
          </a:p>
          <a:p/>
          <a:p>
            <a:r>
              <a:t>On screen: the sector block standing on a wider foundation block — reveal the base on 'but notice what wave one really builds'.</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Title card — the cold open. The hosts name the module, the video number, the title and the single message on this slide; no scripted narration. Hold until the opener begins; the opener is narrated on the next slide.</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Before you commit your agency, you are right to ask: is this proven, or a consultant's theory? The honest answer is that the core of it has already been done — in countries large and small, unitary and federal, well-resourced and not.</a:t>
            </a:r>
          </a:p>
          <a:p/>
          <a:p>
            <a:r>
              <a:t>On screen: the four countries appear as plain typography only — no flags, no national emblems, no agency logos. They are public examples cited to public sources, never the team's own engagements.</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Four signposts, deliberately different. Rwanda — a small country with a strong centre, one citizen-services platform, a national identity linked across services. Kenya — physical one-stop centres and a unifying identity programme, with results that are mixed and openly debated. South Africa — a federal state where no architecture can be imposed from the top, coordinated instead through a central agency and shared standards. And Estonia — a mature reference, distributed registries, the once-only principle, almost every service online. Four governments that could hardly be more different in size, resources and shape.</a:t>
            </a:r>
          </a:p>
          <a:p/>
          <a:p>
            <a:r>
              <a:t>Production cue: the first half of the module's centrepiece. Hold it a beat longer — the next slide is what turns these four into evidence.</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What makes them evidence is not that they are all the same — they are not — but that the same architectural elements show in every one. A small central team with real authority. A published framework that other agencies adopt rather than fight. A governance mechanism that is binding, not advisory. And a time horizon measured in years for full maturity, with intermediate results visible inside months. Four contexts, one recurring pattern. That recurrence is what tells you the pattern is real, not local luck.</a:t>
            </a:r>
          </a:p>
          <a:p/>
          <a:p>
            <a:r>
              <a:t>Production cue: the centrepiece slide of the module. Reveal the four rows one at a time; the closing line is the whole argument of this video.</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And be honest about the mixed results, because that honesty is what makes the evidence trustworthy. Kenya's identity programme met real obstacles — in the courts, in parliament, in implementation — and the debate is public and documented. That is not a reason to dismiss the approach; it is part of the evidence. The programmes that struggled struggled for reasons you can learn from, and the reasons are remarkably consistent. The evidence is not a brochure of successes. It is a record of what works and what does not, which is far more useful to you.</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What this means for your agency is simple and freeing. You are not the first. The path is charted, the common elements are known, and so are the common ways programmes fail. You are not being asked to invent an approach and hope it works. You are being asked to adapt a pattern that four very different governments have already shown delivers — to your country, your constraints, your sector. That is a far easier case to make to a minister than 'trust me, this should work'.</a:t>
            </a:r>
          </a:p>
          <a:p/>
          <a:p>
            <a:r>
              <a:t>Production cue: the pivotal slide of this video. Hold it a beat longer.</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PRACTICE BOX (on-screen only — never read it, never paraphrase it, never point at it). It replaces the narrated handoff: this video ends on the recap and the Sources slide.</a:t>
            </a:r>
          </a:p>
          <a:p/>
          <a:p>
            <a:r>
              <a:t>VO: So when someone asks whether this is proven, you have an answer: four governments, four shapes, one recurring pattern, with the failures as documented as the successes. Not theory — a charted path.</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Sources slide, held ~5 seconds at the end of the video. Links are compiled into the YouTube description per ITU convention; no URLs read aloud.</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Title card — the cold open. The hosts name the module, the video number, the title and the single message on this slide; no scripted narration. Hold until the opener begins; the opener is narrated on the next slide.</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If the evidence shows what works, it also shows why programmes fail — and the failures are almost never technical. What works is known: a protected team, a framework agencies adopt, governance that can say no, funding sustained for years. The killers are the harder half.</a:t>
            </a:r>
          </a:p>
          <a:p/>
          <a:p>
            <a:r>
              <a:t>Retrieval prompt — ask before playing on: name the ways a programme like this dies. Are any of them technical? Answer on the next two slides.</a:t>
            </a:r>
          </a:p>
          <a:p/>
          <a:p>
            <a:r>
              <a:t>The four success factors are named in this opener only; the v0.2 script gives them no slide of their own.</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Now the failures, because forewarned is forearmed. The team gets pulled onto the flagship project that is in trouble, and the architecture work stops. The minister or director-general who championed it moves on, and the successor has their own priorities. The governance board, under delivery pressure, lets one powerful project through, then another, until its "no" means nothing. And the funding, never secured as a multi-year commitment, quietly becomes an annual favour that one budget cycle removes. None of these is dramatic. Each is a slow fade, usually in the second year.</a:t>
            </a:r>
          </a:p>
          <a:p/>
          <a:p>
            <a:r>
              <a:t>Production cue: this slide and the next answer the retrieval prompt set on the title slide.</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Notice what every one of those killers has in common. Not one is about technology. They are about people, authority and money — protecting the team, securing the mandate, defending the governance, locking in the funding. And that is the good news, because those are exactly the things you, as the one making the case upward, can influence. The chief architect cannot protect their own team or secure their own five-year budget. Only the strategist who commissioned the work can. The failures are organisational, which means they are yours to prevent.</a:t>
            </a:r>
          </a:p>
          <a:p/>
          <a:p>
            <a:r>
              <a:t>Production cue: the pivotal reframe of this video, and it closes the retrieval prompt. Hold it a beat longer.</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So design for the second year now, while you have the minister's attention. Get the team's protection in writing. Make the governance mandate legal, not just a memo. Secure a multi-year funding envelope, not an annual line. And plan to re-commit all of it when the sponsor changes, because the next minister will not feel bound by the last one's promises. These are not afterthoughts to add if the programme survives. They are how it survives. Build them in at the start, and you have designed out the four most common ways these programmes die.</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PRACTICE BOX (on-screen only — never read it, never paraphrase it, never point at it). It replaces the narrated handoff: this video ends on the recap and the Sources slide.</a:t>
            </a:r>
          </a:p>
          <a:p/>
          <a:p>
            <a:r>
              <a:t>VO: So the evidence gives you two lists: what to build in, and the four organisational failures to design out. A programme designed to survive its own second year is the one that delivers.</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Sources slide, held ~5 seconds at the end of the video. Links are compiled into the YouTube description per ITU convention; no URLs read aloud.</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Title card — the cold open. The hosts name the module, the video number, the title and the single message on this slide; no scripted narration. Hold until the opener begins; the opener is narrated on the next slide.</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Suppose you want this beyond one sector. Two questions follow: does the method travel, and how do you roll it out without trying to do everything at once? The answers are linked — and the second sector is cheaper than the first.</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Most of the method does not change. The five phases, the four sign-offs, the six deliverables, the reuse-before-build default, the binding governance board — none of that is specific to one sector. What changes is only the record at the centre of the fragmentation. In education it is the learner. In health it is the patient. In agriculture the farmer; in social protection the beneficiary. Different domain, identical shape — registered several times, re-entered on paper, blocking a flagship the minister has promised. The problem rhymes across sectors because the cause is the same: no shared plan. Which means you are not buying a one-sector tool. You are building a national capability, of which the first sector is the foundation and the proof.</a:t>
            </a:r>
          </a:p>
          <a:p/>
          <a:p>
            <a:r>
              <a:t>On screen: health, agriculture and social protection are named as sectors the method transfers to — this is the ToR §4.4 portability statement, not a set of worked examples.</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Cover for the combined Module 5 deck. Each section that follows is one standalone ~3–5 minute video. This is the capstone, and the first topic since Module 1 to address the Strategist rather than the Architect — the director-general, the head of a sectoral ICT unit, the technical secretary who commissions the work and makes the case to the minister. It answers the three questions asked before committing: is it proven, does it travel and how do I roll it out, and how do I win the commitment and build the team.</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Navigation slide for the combined deck; the videos ship standalone on YouTube. 5.1 and 5.2 are the evidence — what four governments built, and what makes these programmes live or die. 5.3 is the portability case and the wave rollout in one. 5.4 and 5.5 are the commitment and the capability. 5.6 puts the whole case in one piece.</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Then report the national picture upward, on one page, every quarter. How many sectors are live. The re-use rate across them. Which shared platforms are in place. This shows the minister a national capability actually growing — which is what sustains funding across a change of government — and it lets you see early if a sector is drifting from the shared foundation, while correction is still cheap.</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PRACTICE BOX (on-screen only — never read it, never paraphrase it, never point at it). It replaces the narrated handoff: this video ends on the recap and the Sources slide.</a:t>
            </a:r>
          </a:p>
          <a:p/>
          <a:p>
            <a:r>
              <a:t>VO: So the method travels, and the rollout is a wave roadmap: one sector to build the foundations, then sectors one at a time, each cheaper than the last, governed into a single national architecture.</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Sources slide, held ~5 seconds at the end of the video. Links are compiled into the YouTube description per ITU convention; no URLs read aloud.</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Title card — the cold open. The hosts name the module, the video number, the title and the single message on this slide; no scripted narration. Hold until the opener begins; the opener is narrated on the next slide.</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The hardest step is getting your minister to commit the team, the mandate and the money. Ministers do not commit to architecture; they commit to numbers and to cases they can defend in cabinet. So bring three things: the saving, the proof, the honest cost.</a:t>
            </a:r>
          </a:p>
          <a:p/>
          <a:p>
            <a:r>
              <a:t>Retrieval prompt — ask before playing on: of everything in your case, what does a minister actually act on? Answer on the next slide.</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Lead with the saving, because that is what a minister can act on. The strongest number you have is the cost of fragmentation: every programme that builds its own identity, its own registry, its own integration, means the country pays many times for one thing. A whole-of-government business case shows that consuming shared building blocks instead would save a meaningful share of the sectoral digital budget over five years. That number — not the four-layer diagram — is what opens a cabinet conversation. The architecture is how you achieve the saving; the saving is what you sell.</a:t>
            </a:r>
          </a:p>
          <a:p/>
          <a:p>
            <a:r>
              <a:t>Production cue: the pivotal slide of this video, and it answers the retrieval prompt set on the title slide. Hold it a beat longer.</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Back the number with the proof, because a minister's first worry is risk. A saving that depends on an untested approach is easy to refuse. A saving backed by four governments that have already built the same pattern is much harder to wave away. So pair the business case with the evidence: this is not an experiment, it is a charted path that countries like yours have walked, with the obstacles documented. You are not asking the minister to bet on a theory. You are asking them to capture a saving that others have already proven is real.</a:t>
            </a:r>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Then be honest about the cost and the time, because overselling loses the case the moment a sharp official tests it. Name the real cost: a small permanent team and governance, typically around two per cent of the digital-government budget, sustained for five years. And name the real horizon: about six months to a roadmap the minister can show, but years to full maturity — which means the minister who launches this will likely not be the one who completes it. Said as a weakness, that sinks the case. Said as the truth about serious institution-building, it is what separates a credible proposal from a salesman's. Ministers fund people who tell them the real timeline.</a:t>
            </a:r>
          </a:p>
        </p:txBody>
      </p:sp>
      <p:sp>
        <p:nvSpPr>
          <p:cNvPr id="4" name="Slide Number Placeholder 3"/>
          <p:cNvSpPr>
            <a:spLocks noGrp="1"/>
          </p:cNvSpPr>
          <p:nvPr>
            <p:ph type="sldNum" idx="5" sz="quarter"/>
          </p:nvPr>
        </p:nvSpPr>
        <p:spPr/>
      </p:sp>
    </p:spTree>
  </p:cSld>
  <p:clrMapOvr>
    <a:masterClrMapping/>
  </p:clrMapOvr>
</p:notes>
</file>

<file path=ppt/notesSlides/notesSlide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Put it on one page, in that order. The saving — the country-level number over five years. The proof — the governments that have done it. The ask — a small permanent team, a board with real authority, around two per cent of the digital budget, and a promise to protect the team. And the horizon — six months to a roadmap, then a sustained practice. Saving, proof, ask, horizon. That single page turns a technical request the minister would defer into a business case they can defend in cabinet.</a:t>
            </a:r>
          </a:p>
        </p:txBody>
      </p:sp>
      <p:sp>
        <p:nvSpPr>
          <p:cNvPr id="4" name="Slide Number Placeholder 3"/>
          <p:cNvSpPr>
            <a:spLocks noGrp="1"/>
          </p:cNvSpPr>
          <p:nvPr>
            <p:ph type="sldNum" idx="5" sz="quarter"/>
          </p:nvPr>
        </p:nvSpPr>
        <p:spPr/>
      </p:sp>
    </p:spTree>
  </p:cSld>
  <p:clrMapOvr>
    <a:masterClrMapping/>
  </p:clrMapOvr>
</p:notes>
</file>

<file path=ppt/notesSlides/notesSlide3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PRACTICE BOX (on-screen only — never read it, never paraphrase it, never point at it). It replaces the narrated handoff: this video ends on the recap and the Sources slide.</a:t>
            </a:r>
          </a:p>
          <a:p/>
          <a:p>
            <a:r>
              <a:t>VO: Winning the commitment is not an architecture conversation. It is a one-page business case: the saving, the proof, the ask, the honest horizon. Bring that, and your minister can say yes and defend it.</a:t>
            </a:r>
          </a:p>
        </p:txBody>
      </p:sp>
      <p:sp>
        <p:nvSpPr>
          <p:cNvPr id="4" name="Slide Number Placeholder 3"/>
          <p:cNvSpPr>
            <a:spLocks noGrp="1"/>
          </p:cNvSpPr>
          <p:nvPr>
            <p:ph type="sldNum" idx="5" sz="quarter"/>
          </p:nvPr>
        </p:nvSpPr>
        <p:spPr/>
      </p:sp>
    </p:spTree>
  </p:cSld>
  <p:clrMapOvr>
    <a:masterClrMapping/>
  </p:clrMapOvr>
</p:notes>
</file>

<file path=ppt/notesSlides/notesSlide3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Sources slide, held ~5 seconds at the end of the video. Links are compiled into the YouTube description per ITU convention; no URLs read aloud.</a:t>
            </a:r>
          </a:p>
        </p:txBody>
      </p:sp>
      <p:sp>
        <p:nvSpPr>
          <p:cNvPr id="4" name="Slide Number Placeholder 3"/>
          <p:cNvSpPr>
            <a:spLocks noGrp="1"/>
          </p:cNvSpPr>
          <p:nvPr>
            <p:ph type="sldNum" idx="5" sz="quarter"/>
          </p:nvPr>
        </p:nvSpPr>
        <p:spPr/>
      </p:sp>
    </p:spTree>
  </p:cSld>
  <p:clrMapOvr>
    <a:masterClrMapping/>
  </p:clrMapOvr>
</p:notes>
</file>

<file path=ppt/notesSlides/notesSlide3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Title card — the cold open. The hosts name the module, the video number, the title and the single message on this slide; no scripted narration. Hold until the opener begins; the opener is narrated on the next slide.</a:t>
            </a:r>
          </a:p>
        </p:txBody>
      </p:sp>
      <p:sp>
        <p:nvSpPr>
          <p:cNvPr id="4" name="Slide Number Placeholder 3"/>
          <p:cNvSpPr>
            <a:spLocks noGrp="1"/>
          </p:cNvSpPr>
          <p:nvPr>
            <p:ph type="sldNum" idx="5" sz="quarter"/>
          </p:nvPr>
        </p:nvSpPr>
        <p:spPr/>
      </p:sp>
    </p:spTree>
  </p:cSld>
  <p:clrMapOvr>
    <a:masterClrMapping/>
  </p:clrMapOvr>
</p:notes>
</file>

<file path=ppt/notesSlides/notesSlide3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One worry that stops strategists committing is capability: do we have the people, and can we afford to train them? You do not have to build the knowledge from scratch. The method, the framework and the training materials already exist as open knowledge products.</a:t>
            </a:r>
          </a:p>
        </p:txBody>
      </p:sp>
      <p:sp>
        <p:nvSpPr>
          <p:cNvPr id="4" name="Slide Number Placeholder 3"/>
          <p:cNvSpPr>
            <a:spLocks noGrp="1"/>
          </p:cNvSpPr>
          <p:nvPr>
            <p:ph type="sldNum" idx="5" sz="quarter"/>
          </p:nvPr>
        </p:nvSpPr>
        <p:spPr/>
      </p:sp>
    </p:spTree>
  </p:cSld>
  <p:clrMapOvr>
    <a:masterClrMapping/>
  </p:clrMapOvr>
</p:notes>
</file>

<file path=ppt/notesSlides/notesSlide3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The method is not locked in a consultant's head. The reference architecture is published. The building-block specifications are open. And the knowledge products — videos, written guides, worked examples, the very materials this is part of — are made to teach a practising architect the method step by step. Your team does not start from a blank page. They start from a documented method that other countries are already using, which means your training cost is a fraction of what building the knowledge yourself would be.</a:t>
            </a:r>
          </a:p>
        </p:txBody>
      </p:sp>
      <p:sp>
        <p:nvSpPr>
          <p:cNvPr id="4" name="Slide Number Placeholder 3"/>
          <p:cNvSpPr>
            <a:spLocks noGrp="1"/>
          </p:cNvSpPr>
          <p:nvPr>
            <p:ph type="sldNum" idx="5" sz="quarter"/>
          </p:nvPr>
        </p:nvSpPr>
        <p:spPr/>
      </p:sp>
    </p:spTree>
  </p:cSld>
  <p:clrMapOvr>
    <a:masterClrMapping/>
  </p:clrMapOvr>
</p:notes>
</file>

<file path=ppt/notesSlides/notesSlide3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Think of the capability as three layers you can draw on rather than build. The published framework tells your team what to do — the phases, the principles, the deliverables. The worked examples and the AI plays show them how to do it faster — turning a method into a draft in minutes. And the community — the countries, the partners, the certification and the shared knowledge base around the framework — tells them who to ask when they are stuck. You are not equipping your team alone. You are connecting them to a network that is already solving these problems.</a:t>
            </a:r>
          </a:p>
        </p:txBody>
      </p:sp>
      <p:sp>
        <p:nvSpPr>
          <p:cNvPr id="4" name="Slide Number Placeholder 3"/>
          <p:cNvSpPr>
            <a:spLocks noGrp="1"/>
          </p:cNvSpPr>
          <p:nvPr>
            <p:ph type="sldNum" idx="5" sz="quarter"/>
          </p:nvPr>
        </p:nvSpPr>
        <p:spPr/>
      </p:sp>
    </p:spTree>
  </p:cSld>
  <p:clrMapOvr>
    <a:masterClrMapping/>
  </p:clrMapOvr>
</p:notes>
</file>

<file path=ppt/notesSlides/notesSlide3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So what do you actually need to fund? Not the invention of a method — that exists. You need a small team given the time to learn it and apply it to your country, and access to the materials and the community. The expensive thing — the decades of accumulated knowledge about what works in public-sector architecture — you get for the cost of learning it, not the cost of discovering it. That is the difference between funding a team to apply a proven method and funding consultants to invent one. The first is affordable and builds lasting capability in your own people; the second is neither.</a:t>
            </a:r>
          </a:p>
        </p:txBody>
      </p:sp>
      <p:sp>
        <p:nvSpPr>
          <p:cNvPr id="4" name="Slide Number Placeholder 3"/>
          <p:cNvSpPr>
            <a:spLocks noGrp="1"/>
          </p:cNvSpPr>
          <p:nvPr>
            <p:ph type="sldNum" idx="5" sz="quarter"/>
          </p:nvPr>
        </p:nvSpPr>
        <p:spPr/>
      </p:sp>
    </p:spTree>
  </p:cSld>
  <p:clrMapOvr>
    <a:masterClrMapping/>
  </p:clrMapOvr>
</p:notes>
</file>

<file path=ppt/notesSlides/notesSlide3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And aim the capability at your own people, not at a consultancy you will depend on forever. The reason to use open knowledge products is not only that they are cheaper. It is that they let you build the capability inside your own institutions — architects who learn the method, apply it, and stay, instead of expertise that walks out the door when a contract ends. A strategist's quiet goal in all of this is a national capability that outlasts any single contract or consultant. Open knowledge products are how you build it in your own people.</a:t>
            </a:r>
          </a:p>
          <a:p/>
          <a:p>
            <a:r>
              <a:t>Production cue: the pivotal slide of this video. Hold it a beat longer.</a:t>
            </a:r>
          </a:p>
        </p:txBody>
      </p:sp>
      <p:sp>
        <p:nvSpPr>
          <p:cNvPr id="4" name="Slide Number Placeholder 3"/>
          <p:cNvSpPr>
            <a:spLocks noGrp="1"/>
          </p:cNvSpPr>
          <p:nvPr>
            <p:ph type="sldNum" idx="5" sz="quarter"/>
          </p:nvPr>
        </p:nvSpPr>
        <p:spPr/>
      </p:sp>
    </p:spTree>
  </p:cSld>
  <p:clrMapOvr>
    <a:masterClrMapping/>
  </p:clrMapOvr>
</p:notes>
</file>

<file path=ppt/notesSlides/notesSlide4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PRACTICE BOX (on-screen only — never read it, never paraphrase it, never point at it). It replaces the narrated handoff: this video ends on the recap and the Sources slide.</a:t>
            </a:r>
          </a:p>
          <a:p/>
          <a:p>
            <a:r>
              <a:t>VO: So capability is not the barrier it appears to be. The knowledge is documented, open and taught. Use it to grow your own architects, and you build something that lasts longer than any contract.</a:t>
            </a:r>
          </a:p>
        </p:txBody>
      </p:sp>
      <p:sp>
        <p:nvSpPr>
          <p:cNvPr id="4" name="Slide Number Placeholder 3"/>
          <p:cNvSpPr>
            <a:spLocks noGrp="1"/>
          </p:cNvSpPr>
          <p:nvPr>
            <p:ph type="sldNum" idx="5" sz="quarter"/>
          </p:nvPr>
        </p:nvSpPr>
        <p:spPr/>
      </p:sp>
    </p:spTree>
  </p:cSld>
  <p:clrMapOvr>
    <a:masterClrMapping/>
  </p:clrMapOvr>
</p:notes>
</file>

<file path=ppt/notesSlides/notesSlide4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Sources slide, held ~5 seconds at the end of the video. Links are compiled into the YouTube description per ITU convention; no URLs read aloud.</a:t>
            </a:r>
          </a:p>
        </p:txBody>
      </p:sp>
      <p:sp>
        <p:nvSpPr>
          <p:cNvPr id="4" name="Slide Number Placeholder 3"/>
          <p:cNvSpPr>
            <a:spLocks noGrp="1"/>
          </p:cNvSpPr>
          <p:nvPr>
            <p:ph type="sldNum" idx="5" sz="quarter"/>
          </p:nvPr>
        </p:nvSpPr>
        <p:spPr/>
      </p:sp>
    </p:spTree>
  </p:cSld>
  <p:clrMapOvr>
    <a:masterClrMapping/>
  </p:clrMapOvr>
</p:notes>
</file>

<file path=ppt/notesSlides/notesSlide4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Title card — the cold open. The hosts name the module, the video number, the title and the single message on this slide; no scripted narration. Hold until the opener begins; the opener is narrated on the next slide.</a:t>
            </a:r>
          </a:p>
        </p:txBody>
      </p:sp>
      <p:sp>
        <p:nvSpPr>
          <p:cNvPr id="4" name="Slide Number Placeholder 3"/>
          <p:cNvSpPr>
            <a:spLocks noGrp="1"/>
          </p:cNvSpPr>
          <p:nvPr>
            <p:ph type="sldNum" idx="5" sz="quarter"/>
          </p:nvPr>
        </p:nvSpPr>
        <p:spPr/>
      </p:sp>
    </p:spTree>
  </p:cSld>
  <p:clrMapOvr>
    <a:masterClrMapping/>
  </p:clrMapOvr>
</p:notes>
</file>

<file path=ppt/notesSlides/notesSlide4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Bring it all together into the case you carry into the room. It reduces to three sentences a minister can hold: this is proven, it is portable, and it is necessary now. Underneath those sit the two reasons an Enterprise Architecture exists at all.</a:t>
            </a:r>
          </a:p>
          <a:p/>
          <a:p>
            <a:r>
              <a:t>Production cue: the closing video of the module and of KP1.</a:t>
            </a:r>
          </a:p>
        </p:txBody>
      </p:sp>
      <p:sp>
        <p:nvSpPr>
          <p:cNvPr id="4" name="Slide Number Placeholder 3"/>
          <p:cNvSpPr>
            <a:spLocks noGrp="1"/>
          </p:cNvSpPr>
          <p:nvPr>
            <p:ph type="sldNum" idx="5" sz="quarter"/>
          </p:nvPr>
        </p:nvSpPr>
        <p:spPr/>
      </p:sp>
    </p:spTree>
  </p:cSld>
  <p:clrMapOvr>
    <a:masterClrMapping/>
  </p:clrMapOvr>
</p:notes>
</file>

<file path=ppt/notesSlides/notesSlide4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The first two you can say plainly. Proven — four very different governments have built the same pattern, with the successes and the failures both documented, so you adapt a charted path rather than invent one. Portable — the method is sector-agnostic, the same phases on a learner, a patient, a farmer, and each sector after the first costs less because the muscle is built once. The third is the one that makes it urgent.</a:t>
            </a:r>
          </a:p>
        </p:txBody>
      </p:sp>
      <p:sp>
        <p:nvSpPr>
          <p:cNvPr id="4" name="Slide Number Placeholder 3"/>
          <p:cNvSpPr>
            <a:spLocks noGrp="1"/>
          </p:cNvSpPr>
          <p:nvPr>
            <p:ph type="sldNum" idx="5" sz="quarter"/>
          </p:nvPr>
        </p:nvSpPr>
        <p:spPr/>
      </p:sp>
    </p:spTree>
  </p:cSld>
  <p:clrMapOvr>
    <a:masterClrMapping/>
  </p:clrMapOvr>
</p:notes>
</file>

<file path=ppt/notesSlides/notesSlide4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Necessary now. For thirty years, digital government meant taking a paper process and putting it online — the form becomes a web form, the queue an appointment. That era is ending. The work that delivers results today is different: once-only data sharing, a shared identity, a single record that follows a person across services. That is not putting paper online. It is changing how the government operates, and it cannot be done by the IT department alone, or by the policy side alone. Useful then; necessary now.</a:t>
            </a:r>
          </a:p>
          <a:p/>
          <a:p>
            <a:r>
              <a:t>Production cue: the era-shift argument, told once and in about eighty words; the punch line is the module's one full-colour block. Hold it a beat longer.</a:t>
            </a:r>
          </a:p>
        </p:txBody>
      </p:sp>
      <p:sp>
        <p:nvSpPr>
          <p:cNvPr id="4" name="Slide Number Placeholder 3"/>
          <p:cNvSpPr>
            <a:spLocks noGrp="1"/>
          </p:cNvSpPr>
          <p:nvPr>
            <p:ph type="sldNum" idx="5" sz="quarter"/>
          </p:nvPr>
        </p:nvSpPr>
        <p:spPr/>
      </p:sp>
    </p:spTree>
  </p:cSld>
  <p:clrMapOvr>
    <a:masterClrMapping/>
  </p:clrMapOvr>
</p:notes>
</file>

<file path=ppt/notesSlides/notesSlide4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And here are the two reasons an EA exists — the two ideas to carry out of this whole knowledge product. First: re-use. Inside any project, building your own is cheaper than reusing, so projects fragment, and no procurement rule can change that. Only planning at the level of the whole government makes re-use rational, and only an EA gives you that view. Second: shared language. The new work needs the business side and the IT side to decide together, and they do not speak the same language. An EA gives them one — a shared picture, shared words, and a standing forum to decide in.</a:t>
            </a:r>
          </a:p>
          <a:p/>
          <a:p>
            <a:r>
              <a:t>Production cue: the pivotal slide of this video — both structural arguments as the closing synthesis. Hold it a beat longer.</a:t>
            </a:r>
          </a:p>
        </p:txBody>
      </p:sp>
      <p:sp>
        <p:nvSpPr>
          <p:cNvPr id="4" name="Slide Number Placeholder 3"/>
          <p:cNvSpPr>
            <a:spLocks noGrp="1"/>
          </p:cNvSpPr>
          <p:nvPr>
            <p:ph type="sldNum" idx="5" sz="quarter"/>
          </p:nvPr>
        </p:nvSpPr>
        <p:spPr/>
      </p:sp>
    </p:spTree>
  </p:cSld>
  <p:clrMapOvr>
    <a:masterClrMapping/>
  </p:clrMapOvr>
</p:notes>
</file>

<file path=ppt/notesSlides/notesSlide4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PRACTICE BOX (on-screen only — never read it, never paraphrase it, never point at it). It replaces the narrated handoff: this video ends on the recap and the Sources slide.</a:t>
            </a:r>
          </a:p>
          <a:p/>
          <a:p>
            <a:r>
              <a:t>VO: So that is the case, whole. Proven, portable, and necessary now — held together by the two reasons an EA exists: it makes re-use possible, and it gives business and IT a shared language.</a:t>
            </a:r>
          </a:p>
        </p:txBody>
      </p:sp>
      <p:sp>
        <p:nvSpPr>
          <p:cNvPr id="4" name="Slide Number Placeholder 3"/>
          <p:cNvSpPr>
            <a:spLocks noGrp="1"/>
          </p:cNvSpPr>
          <p:nvPr>
            <p:ph type="sldNum" idx="5" sz="quarter"/>
          </p:nvPr>
        </p:nvSpPr>
        <p:spPr/>
      </p:sp>
    </p:spTree>
  </p:cSld>
  <p:clrMapOvr>
    <a:masterClrMapping/>
  </p:clrMapOvr>
</p:notes>
</file>

<file path=ppt/notesSlides/notesSlide4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Sources slide, held ~5 seconds at the end of the video. Links are compiled into the YouTube description per ITU convention; no URLs read aloud.</a:t>
            </a:r>
          </a:p>
        </p:txBody>
      </p:sp>
      <p:sp>
        <p:nvSpPr>
          <p:cNvPr id="4" name="Slide Number Placeholder 3"/>
          <p:cNvSpPr>
            <a:spLocks noGrp="1"/>
          </p:cNvSpPr>
          <p:nvPr>
            <p:ph type="sldNum" idx="5" sz="quarter"/>
          </p:nvPr>
        </p:nvSpPr>
        <p:spPr/>
      </p:sp>
    </p:spTree>
  </p:cSld>
  <p:clrMapOvr>
    <a:masterClrMapping/>
  </p:clrMapOvr>
</p:notes>
</file>

<file path=ppt/notesSlides/notesSlide4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Closing slide for the combined deck. Individual videos end on their sources slide instead.</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Grey margin-Content with Caption (White bg)">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2CF752D4-D41F-48C8-BC93-770A10B9CEFC}"/>
              </a:ext>
            </a:extLst>
          </p:cNvPr>
          <p:cNvSpPr>
            <a:spLocks noGrp="1"/>
          </p:cNvSpPr>
          <p:nvPr>
            <p:ph type="body" sz="half" idx="2" hasCustomPrompt="1"/>
          </p:nvPr>
        </p:nvSpPr>
        <p:spPr>
          <a:xfrm>
            <a:off x="728691" y="1959151"/>
            <a:ext cx="4090872" cy="4200245"/>
          </a:xfrm>
        </p:spPr>
        <p:txBody>
          <a:bodyPr>
            <a:noAutofit/>
          </a:bodyPr>
          <a:lstStyle>
            <a:lvl1pPr marL="0" indent="0">
              <a:lnSpc>
                <a:spcPts val="2400"/>
              </a:lnSpc>
              <a:buNone/>
              <a:defRPr sz="1800" spc="20" baseline="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 </a:t>
            </a:r>
          </a:p>
        </p:txBody>
      </p:sp>
      <p:sp>
        <p:nvSpPr>
          <p:cNvPr id="13" name="Text Placeholder 3">
            <a:extLst>
              <a:ext uri="{FF2B5EF4-FFF2-40B4-BE49-F238E27FC236}">
                <a16:creationId xmlns:a16="http://schemas.microsoft.com/office/drawing/2014/main" id="{3E0F6D26-4165-4298-B9DF-69A0CA57C654}"/>
              </a:ext>
            </a:extLst>
          </p:cNvPr>
          <p:cNvSpPr>
            <a:spLocks noGrp="1"/>
          </p:cNvSpPr>
          <p:nvPr>
            <p:ph type="body" sz="half" idx="14" hasCustomPrompt="1"/>
          </p:nvPr>
        </p:nvSpPr>
        <p:spPr>
          <a:xfrm>
            <a:off x="5018432" y="1959150"/>
            <a:ext cx="4090872" cy="4200245"/>
          </a:xfrm>
        </p:spPr>
        <p:txBody>
          <a:bodyPr>
            <a:noAutofit/>
          </a:bodyPr>
          <a:lstStyle>
            <a:lvl1pPr marL="0" indent="0">
              <a:lnSpc>
                <a:spcPts val="2400"/>
              </a:lnSpc>
              <a:buNone/>
              <a:defRPr sz="1800" spc="20" baseline="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 </a:t>
            </a:r>
          </a:p>
        </p:txBody>
      </p:sp>
      <p:sp>
        <p:nvSpPr>
          <p:cNvPr id="17" name="Title 1">
            <a:extLst>
              <a:ext uri="{FF2B5EF4-FFF2-40B4-BE49-F238E27FC236}">
                <a16:creationId xmlns:a16="http://schemas.microsoft.com/office/drawing/2014/main" id="{CED336FC-6E45-4A2D-A5AB-BE24E693E093}"/>
              </a:ext>
            </a:extLst>
          </p:cNvPr>
          <p:cNvSpPr>
            <a:spLocks noGrp="1"/>
          </p:cNvSpPr>
          <p:nvPr>
            <p:ph type="title" hasCustomPrompt="1"/>
          </p:nvPr>
        </p:nvSpPr>
        <p:spPr>
          <a:xfrm>
            <a:off x="728691" y="1265849"/>
            <a:ext cx="9051731" cy="502882"/>
          </a:xfrm>
          <a:prstGeom prst="rect">
            <a:avLst/>
          </a:prstGeom>
        </p:spPr>
        <p:txBody>
          <a:bodyPr>
            <a:noAutofit/>
          </a:bodyPr>
          <a:lstStyle>
            <a:lvl1pPr>
              <a:defRPr sz="2800"/>
            </a:lvl1pPr>
          </a:lstStyle>
          <a:p>
            <a:pPr lvl="0"/>
            <a:r>
              <a:rPr lang="en-US" dirty="0"/>
              <a:t>Click to edit Master text styles</a:t>
            </a:r>
          </a:p>
        </p:txBody>
      </p:sp>
      <p:cxnSp>
        <p:nvCxnSpPr>
          <p:cNvPr id="8" name="Straight Connector 7">
            <a:extLst>
              <a:ext uri="{FF2B5EF4-FFF2-40B4-BE49-F238E27FC236}">
                <a16:creationId xmlns:a16="http://schemas.microsoft.com/office/drawing/2014/main" id="{20EB37B9-0614-41D6-8AFE-EB91B451A9F5}"/>
              </a:ext>
            </a:extLst>
          </p:cNvPr>
          <p:cNvCxnSpPr/>
          <p:nvPr userDrawn="1"/>
        </p:nvCxnSpPr>
        <p:spPr>
          <a:xfrm>
            <a:off x="614783"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9" name="Text Placeholder 3">
            <a:extLst>
              <a:ext uri="{FF2B5EF4-FFF2-40B4-BE49-F238E27FC236}">
                <a16:creationId xmlns:a16="http://schemas.microsoft.com/office/drawing/2014/main" id="{CFE8CDBB-5A4D-4444-85CC-7578EF050F69}"/>
              </a:ext>
            </a:extLst>
          </p:cNvPr>
          <p:cNvSpPr>
            <a:spLocks noGrp="1"/>
          </p:cNvSpPr>
          <p:nvPr>
            <p:ph type="body" sz="quarter" idx="12" hasCustomPrompt="1"/>
          </p:nvPr>
        </p:nvSpPr>
        <p:spPr>
          <a:xfrm>
            <a:off x="614783"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718176021"/>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wo column - Title column">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A8D6A0DE-A965-4E02-8A8B-981E2FDE590E}"/>
              </a:ext>
            </a:extLst>
          </p:cNvPr>
          <p:cNvSpPr>
            <a:spLocks noGrp="1"/>
          </p:cNvSpPr>
          <p:nvPr>
            <p:ph type="body" idx="1"/>
          </p:nvPr>
        </p:nvSpPr>
        <p:spPr>
          <a:xfrm>
            <a:off x="728687" y="1994663"/>
            <a:ext cx="4860830" cy="496095"/>
          </a:xfrm>
        </p:spPr>
        <p:txBody>
          <a:bodyPr anchor="t">
            <a:noAutofit/>
          </a:bodyPr>
          <a:lstStyle>
            <a:lvl1pPr marL="0" indent="0">
              <a:lnSpc>
                <a:spcPts val="2400"/>
              </a:lnSpc>
              <a:buNone/>
              <a:defRPr sz="1800" b="0" spc="30"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2B820F59-7539-405E-B005-C5C92782E908}"/>
              </a:ext>
            </a:extLst>
          </p:cNvPr>
          <p:cNvSpPr>
            <a:spLocks noGrp="1"/>
          </p:cNvSpPr>
          <p:nvPr>
            <p:ph sz="half" idx="2" hasCustomPrompt="1"/>
          </p:nvPr>
        </p:nvSpPr>
        <p:spPr>
          <a:xfrm>
            <a:off x="728687" y="2490758"/>
            <a:ext cx="4860830" cy="3445987"/>
          </a:xfrm>
        </p:spPr>
        <p:txBody>
          <a:bodyPr>
            <a:noAutofit/>
          </a:bodyPr>
          <a:lstStyle>
            <a:lvl1pPr marL="228600" indent="-137160">
              <a:lnSpc>
                <a:spcPts val="2400"/>
              </a:lnSpc>
              <a:buClr>
                <a:srgbClr val="009CD6"/>
              </a:buClr>
              <a:buSzPct val="104000"/>
              <a:buFont typeface="Arial" panose="020B0604020202020204" pitchFamily="34" charset="0"/>
              <a:buChar char="•"/>
              <a:defRPr sz="1800" spc="30" baseline="0"/>
            </a:lvl1pPr>
            <a:lvl2pPr marL="685800" indent="-137160">
              <a:lnSpc>
                <a:spcPts val="2400"/>
              </a:lnSpc>
              <a:buClr>
                <a:srgbClr val="009CD6"/>
              </a:buClr>
              <a:buFont typeface="Arial" panose="020B0604020202020204" pitchFamily="34" charset="0"/>
              <a:buChar char="•"/>
              <a:defRPr sz="1800" spc="30" baseline="0"/>
            </a:lvl2pPr>
          </a:lstStyle>
          <a:p>
            <a:pPr lvl="0"/>
            <a:r>
              <a:rPr lang="en-US" dirty="0"/>
              <a:t>Second level</a:t>
            </a:r>
          </a:p>
          <a:p>
            <a:pPr lvl="1"/>
            <a:r>
              <a:rPr lang="en-US" dirty="0"/>
              <a:t>Third level</a:t>
            </a:r>
          </a:p>
        </p:txBody>
      </p:sp>
      <p:sp>
        <p:nvSpPr>
          <p:cNvPr id="17" name="Text Placeholder 2">
            <a:extLst>
              <a:ext uri="{FF2B5EF4-FFF2-40B4-BE49-F238E27FC236}">
                <a16:creationId xmlns:a16="http://schemas.microsoft.com/office/drawing/2014/main" id="{9AE6D208-1F00-412A-86E9-1A7081F56572}"/>
              </a:ext>
            </a:extLst>
          </p:cNvPr>
          <p:cNvSpPr>
            <a:spLocks noGrp="1"/>
          </p:cNvSpPr>
          <p:nvPr>
            <p:ph type="body" idx="10"/>
          </p:nvPr>
        </p:nvSpPr>
        <p:spPr>
          <a:xfrm>
            <a:off x="5892510" y="1994663"/>
            <a:ext cx="4751106" cy="496095"/>
          </a:xfrm>
        </p:spPr>
        <p:txBody>
          <a:bodyPr anchor="t">
            <a:noAutofit/>
          </a:bodyPr>
          <a:lstStyle>
            <a:lvl1pPr marL="0" indent="0">
              <a:lnSpc>
                <a:spcPts val="2400"/>
              </a:lnSpc>
              <a:buNone/>
              <a:defRPr sz="1800" b="0" spc="30"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8" name="Content Placeholder 3">
            <a:extLst>
              <a:ext uri="{FF2B5EF4-FFF2-40B4-BE49-F238E27FC236}">
                <a16:creationId xmlns:a16="http://schemas.microsoft.com/office/drawing/2014/main" id="{B8B83478-806A-4C07-A7A7-0CDF7E621EB5}"/>
              </a:ext>
            </a:extLst>
          </p:cNvPr>
          <p:cNvSpPr>
            <a:spLocks noGrp="1"/>
          </p:cNvSpPr>
          <p:nvPr>
            <p:ph sz="half" idx="11" hasCustomPrompt="1"/>
          </p:nvPr>
        </p:nvSpPr>
        <p:spPr>
          <a:xfrm>
            <a:off x="5892510" y="2490758"/>
            <a:ext cx="4751106" cy="3445987"/>
          </a:xfrm>
        </p:spPr>
        <p:txBody>
          <a:bodyPr>
            <a:noAutofit/>
          </a:bodyPr>
          <a:lstStyle>
            <a:lvl1pPr marL="228600" indent="-137160">
              <a:lnSpc>
                <a:spcPts val="2400"/>
              </a:lnSpc>
              <a:buClr>
                <a:srgbClr val="009CD6"/>
              </a:buClr>
              <a:buSzPct val="104000"/>
              <a:buFont typeface="Arial" panose="020B0604020202020204" pitchFamily="34" charset="0"/>
              <a:buChar char="•"/>
              <a:defRPr sz="1800" spc="30" baseline="0"/>
            </a:lvl1pPr>
            <a:lvl2pPr marL="685800" indent="-137160">
              <a:lnSpc>
                <a:spcPts val="2400"/>
              </a:lnSpc>
              <a:buClr>
                <a:srgbClr val="009CD6"/>
              </a:buClr>
              <a:buFont typeface="Arial" panose="020B0604020202020204" pitchFamily="34" charset="0"/>
              <a:buChar char="•"/>
              <a:defRPr sz="1800" spc="30" baseline="0"/>
            </a:lvl2pPr>
          </a:lstStyle>
          <a:p>
            <a:pPr lvl="0"/>
            <a:r>
              <a:rPr lang="en-US" dirty="0"/>
              <a:t>Second level</a:t>
            </a:r>
          </a:p>
          <a:p>
            <a:pPr lvl="1"/>
            <a:r>
              <a:rPr lang="en-US" dirty="0"/>
              <a:t>Third level</a:t>
            </a:r>
          </a:p>
        </p:txBody>
      </p:sp>
      <p:sp>
        <p:nvSpPr>
          <p:cNvPr id="13" name="Title 1">
            <a:extLst>
              <a:ext uri="{FF2B5EF4-FFF2-40B4-BE49-F238E27FC236}">
                <a16:creationId xmlns:a16="http://schemas.microsoft.com/office/drawing/2014/main" id="{20A48B77-BCF1-4349-8EF0-B33A1789375A}"/>
              </a:ext>
            </a:extLst>
          </p:cNvPr>
          <p:cNvSpPr>
            <a:spLocks noGrp="1"/>
          </p:cNvSpPr>
          <p:nvPr>
            <p:ph type="title" hasCustomPrompt="1"/>
          </p:nvPr>
        </p:nvSpPr>
        <p:spPr>
          <a:xfrm>
            <a:off x="728687" y="1238515"/>
            <a:ext cx="9914929" cy="635902"/>
          </a:xfrm>
          <a:prstGeom prst="rect">
            <a:avLst/>
          </a:prstGeom>
        </p:spPr>
        <p:txBody>
          <a:bodyPr>
            <a:noAutofit/>
          </a:bodyPr>
          <a:lstStyle>
            <a:lvl1pPr>
              <a:defRPr sz="2800"/>
            </a:lvl1pPr>
          </a:lstStyle>
          <a:p>
            <a:pPr lvl="0"/>
            <a:r>
              <a:rPr lang="en-US" dirty="0"/>
              <a:t>Click to edit Master text styles</a:t>
            </a:r>
          </a:p>
        </p:txBody>
      </p:sp>
      <p:cxnSp>
        <p:nvCxnSpPr>
          <p:cNvPr id="11" name="Straight Connector 10">
            <a:extLst>
              <a:ext uri="{FF2B5EF4-FFF2-40B4-BE49-F238E27FC236}">
                <a16:creationId xmlns:a16="http://schemas.microsoft.com/office/drawing/2014/main" id="{CCE4054A-3251-41A6-8BA5-67C64EF3E610}"/>
              </a:ext>
            </a:extLst>
          </p:cNvPr>
          <p:cNvCxnSpPr/>
          <p:nvPr userDrawn="1"/>
        </p:nvCxnSpPr>
        <p:spPr>
          <a:xfrm>
            <a:off x="614780"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2" name="Text Placeholder 3">
            <a:extLst>
              <a:ext uri="{FF2B5EF4-FFF2-40B4-BE49-F238E27FC236}">
                <a16:creationId xmlns:a16="http://schemas.microsoft.com/office/drawing/2014/main" id="{F8E1AD81-2712-4CFB-B585-60CDC561D6F4}"/>
              </a:ext>
            </a:extLst>
          </p:cNvPr>
          <p:cNvSpPr>
            <a:spLocks noGrp="1"/>
          </p:cNvSpPr>
          <p:nvPr>
            <p:ph type="body" sz="quarter" idx="12" hasCustomPrompt="1"/>
          </p:nvPr>
        </p:nvSpPr>
        <p:spPr>
          <a:xfrm>
            <a:off x="614780"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188038879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wo column bullet list">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DC078E5A-AB76-4634-8AD9-64C991C6FC02}"/>
              </a:ext>
            </a:extLst>
          </p:cNvPr>
          <p:cNvSpPr>
            <a:spLocks noGrp="1"/>
          </p:cNvSpPr>
          <p:nvPr>
            <p:ph sz="half" idx="1" hasCustomPrompt="1"/>
          </p:nvPr>
        </p:nvSpPr>
        <p:spPr>
          <a:xfrm>
            <a:off x="721372" y="2040524"/>
            <a:ext cx="4393315" cy="4125355"/>
          </a:xfrm>
        </p:spPr>
        <p:txBody>
          <a:bodyPr>
            <a:noAutofit/>
          </a:bodyPr>
          <a:lstStyle>
            <a:lvl1pPr marL="228600" indent="-137160">
              <a:buClr>
                <a:srgbClr val="009CD6"/>
              </a:buClr>
              <a:buFont typeface="Arial" panose="020B0604020202020204" pitchFamily="34" charset="0"/>
              <a:buChar char="•"/>
              <a:defRPr lang="en-US" spc="20" dirty="0"/>
            </a:lvl1pPr>
            <a:lvl2pPr marL="685800" indent="-137160">
              <a:buClr>
                <a:srgbClr val="009CD6"/>
              </a:buClr>
              <a:buFont typeface="Arial" panose="020B0604020202020204" pitchFamily="34" charset="0"/>
              <a:buChar char="•"/>
              <a:defRPr lang="en-US" spc="20" dirty="0"/>
            </a:lvl2pPr>
            <a:lvl3pPr marL="1143000" indent="-137160">
              <a:buClr>
                <a:srgbClr val="009CD6"/>
              </a:buClr>
              <a:buFont typeface="Arial" panose="020B0604020202020204" pitchFamily="34" charset="0"/>
              <a:buChar char="•"/>
              <a:defRPr lang="en-US" spc="20" dirty="0"/>
            </a:lvl3pPr>
            <a:lvl4pPr marL="1600200" indent="-137160">
              <a:buClr>
                <a:srgbClr val="009CD6"/>
              </a:buClr>
              <a:buFont typeface="Arial" panose="020B0604020202020204" pitchFamily="34" charset="0"/>
              <a:buChar char="•"/>
              <a:defRPr lang="en-US" spc="20" dirty="0"/>
            </a:lvl4pPr>
            <a:lvl5pPr>
              <a:buClr>
                <a:srgbClr val="5B9BD5"/>
              </a:buClr>
              <a:defRPr spc="0"/>
            </a:lvl5pPr>
          </a:lstStyle>
          <a:p>
            <a:pPr lvl="0"/>
            <a:r>
              <a:rPr lang="en-US" dirty="0"/>
              <a:t>Second level</a:t>
            </a:r>
          </a:p>
          <a:p>
            <a:pPr lvl="1"/>
            <a:r>
              <a:rPr lang="en-US" dirty="0"/>
              <a:t>Third level</a:t>
            </a:r>
          </a:p>
          <a:p>
            <a:pPr lvl="2"/>
            <a:r>
              <a:rPr lang="en-US" dirty="0"/>
              <a:t>Fourth level</a:t>
            </a:r>
          </a:p>
          <a:p>
            <a:pPr lvl="3"/>
            <a:r>
              <a:rPr lang="en-US" dirty="0"/>
              <a:t>Fifth level</a:t>
            </a:r>
          </a:p>
        </p:txBody>
      </p:sp>
      <p:sp>
        <p:nvSpPr>
          <p:cNvPr id="4" name="Content Placeholder 3">
            <a:extLst>
              <a:ext uri="{FF2B5EF4-FFF2-40B4-BE49-F238E27FC236}">
                <a16:creationId xmlns:a16="http://schemas.microsoft.com/office/drawing/2014/main" id="{4198F227-A22B-432C-84DE-6E0A3BE38D63}"/>
              </a:ext>
            </a:extLst>
          </p:cNvPr>
          <p:cNvSpPr>
            <a:spLocks noGrp="1"/>
          </p:cNvSpPr>
          <p:nvPr>
            <p:ph sz="half" idx="2" hasCustomPrompt="1"/>
          </p:nvPr>
        </p:nvSpPr>
        <p:spPr>
          <a:xfrm>
            <a:off x="5460255" y="2040523"/>
            <a:ext cx="4393316" cy="4126191"/>
          </a:xfrm>
        </p:spPr>
        <p:txBody>
          <a:bodyPr>
            <a:noAutofit/>
          </a:bodyPr>
          <a:lstStyle>
            <a:lvl1pPr marL="228600" indent="-137160">
              <a:buClr>
                <a:srgbClr val="009CD6"/>
              </a:buClr>
              <a:buFont typeface="Arial" panose="020B0604020202020204" pitchFamily="34" charset="0"/>
              <a:buChar char="•"/>
              <a:defRPr lang="en-US" spc="20" dirty="0"/>
            </a:lvl1pPr>
            <a:lvl2pPr marL="685800" indent="-137160">
              <a:buClr>
                <a:srgbClr val="009CD6"/>
              </a:buClr>
              <a:buFont typeface="Arial" panose="020B0604020202020204" pitchFamily="34" charset="0"/>
              <a:buChar char="•"/>
              <a:defRPr lang="en-US" spc="20" dirty="0"/>
            </a:lvl2pPr>
            <a:lvl3pPr marL="1143000" indent="-137160">
              <a:buClr>
                <a:srgbClr val="009CD6"/>
              </a:buClr>
              <a:buFont typeface="Arial" panose="020B0604020202020204" pitchFamily="34" charset="0"/>
              <a:buChar char="•"/>
              <a:defRPr lang="en-US" spc="20" dirty="0"/>
            </a:lvl3pPr>
            <a:lvl4pPr marL="1600200" indent="-137160">
              <a:buClr>
                <a:srgbClr val="009CD6"/>
              </a:buClr>
              <a:buFont typeface="Arial" panose="020B0604020202020204" pitchFamily="34" charset="0"/>
              <a:buChar char="•"/>
              <a:defRPr lang="en-US" spc="20" dirty="0"/>
            </a:lvl4pPr>
            <a:lvl5pPr>
              <a:buClr>
                <a:srgbClr val="5B9BD5"/>
              </a:buClr>
              <a:defRPr spc="0"/>
            </a:lvl5pPr>
          </a:lstStyle>
          <a:p>
            <a:pPr lvl="0"/>
            <a:r>
              <a:rPr lang="en-US" dirty="0"/>
              <a:t>Second level</a:t>
            </a:r>
          </a:p>
          <a:p>
            <a:pPr lvl="1"/>
            <a:r>
              <a:rPr lang="en-US" dirty="0"/>
              <a:t>Third level</a:t>
            </a:r>
          </a:p>
          <a:p>
            <a:pPr lvl="2"/>
            <a:r>
              <a:rPr lang="en-US" dirty="0"/>
              <a:t>Fourth level</a:t>
            </a:r>
          </a:p>
          <a:p>
            <a:pPr lvl="3"/>
            <a:r>
              <a:rPr lang="en-US" dirty="0"/>
              <a:t>Fifth level</a:t>
            </a:r>
          </a:p>
        </p:txBody>
      </p:sp>
      <p:sp>
        <p:nvSpPr>
          <p:cNvPr id="10" name="Title 1">
            <a:extLst>
              <a:ext uri="{FF2B5EF4-FFF2-40B4-BE49-F238E27FC236}">
                <a16:creationId xmlns:a16="http://schemas.microsoft.com/office/drawing/2014/main" id="{D346557F-F9B0-433A-9FC1-56C38B19DE9B}"/>
              </a:ext>
            </a:extLst>
          </p:cNvPr>
          <p:cNvSpPr>
            <a:spLocks noGrp="1"/>
          </p:cNvSpPr>
          <p:nvPr>
            <p:ph type="title" hasCustomPrompt="1"/>
          </p:nvPr>
        </p:nvSpPr>
        <p:spPr>
          <a:xfrm>
            <a:off x="721373" y="1251017"/>
            <a:ext cx="9132198" cy="565079"/>
          </a:xfrm>
          <a:prstGeom prst="rect">
            <a:avLst/>
          </a:prstGeom>
        </p:spPr>
        <p:txBody>
          <a:bodyPr>
            <a:noAutofit/>
          </a:bodyPr>
          <a:lstStyle>
            <a:lvl1pPr>
              <a:defRPr sz="2800"/>
            </a:lvl1pPr>
          </a:lstStyle>
          <a:p>
            <a:pPr lvl="0"/>
            <a:r>
              <a:rPr lang="en-US" dirty="0"/>
              <a:t>Click to edit Master text styles</a:t>
            </a:r>
          </a:p>
        </p:txBody>
      </p:sp>
      <p:cxnSp>
        <p:nvCxnSpPr>
          <p:cNvPr id="12" name="Straight Connector 11">
            <a:extLst>
              <a:ext uri="{FF2B5EF4-FFF2-40B4-BE49-F238E27FC236}">
                <a16:creationId xmlns:a16="http://schemas.microsoft.com/office/drawing/2014/main" id="{56157FF2-E1F2-41A6-A3CB-3DE59785DD4D}"/>
              </a:ext>
            </a:extLst>
          </p:cNvPr>
          <p:cNvCxnSpPr/>
          <p:nvPr userDrawn="1"/>
        </p:nvCxnSpPr>
        <p:spPr>
          <a:xfrm>
            <a:off x="614780"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3" name="Text Placeholder 3">
            <a:extLst>
              <a:ext uri="{FF2B5EF4-FFF2-40B4-BE49-F238E27FC236}">
                <a16:creationId xmlns:a16="http://schemas.microsoft.com/office/drawing/2014/main" id="{E8A78C8E-6713-4582-84CE-8C8A0FE572A4}"/>
              </a:ext>
            </a:extLst>
          </p:cNvPr>
          <p:cNvSpPr>
            <a:spLocks noGrp="1"/>
          </p:cNvSpPr>
          <p:nvPr>
            <p:ph type="body" sz="quarter" idx="12" hasCustomPrompt="1"/>
          </p:nvPr>
        </p:nvSpPr>
        <p:spPr>
          <a:xfrm>
            <a:off x="614780"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195137490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One column text">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2CF752D4-D41F-48C8-BC93-770A10B9CEFC}"/>
              </a:ext>
            </a:extLst>
          </p:cNvPr>
          <p:cNvSpPr>
            <a:spLocks noGrp="1"/>
          </p:cNvSpPr>
          <p:nvPr>
            <p:ph type="body" sz="half" idx="2" hasCustomPrompt="1"/>
          </p:nvPr>
        </p:nvSpPr>
        <p:spPr>
          <a:xfrm>
            <a:off x="737226" y="1975104"/>
            <a:ext cx="6256106" cy="4210543"/>
          </a:xfrm>
        </p:spPr>
        <p:txBody>
          <a:bodyPr>
            <a:noAutofit/>
          </a:bodyPr>
          <a:lstStyle>
            <a:lvl1pPr marL="0" indent="0">
              <a:lnSpc>
                <a:spcPts val="2400"/>
              </a:lnSpc>
              <a:buNone/>
              <a:defRPr sz="1800" spc="20" baseline="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 </a:t>
            </a:r>
          </a:p>
        </p:txBody>
      </p:sp>
      <p:sp>
        <p:nvSpPr>
          <p:cNvPr id="10" name="Title 1">
            <a:extLst>
              <a:ext uri="{FF2B5EF4-FFF2-40B4-BE49-F238E27FC236}">
                <a16:creationId xmlns:a16="http://schemas.microsoft.com/office/drawing/2014/main" id="{3F01D386-9240-4F38-9F1C-4325351B05E1}"/>
              </a:ext>
            </a:extLst>
          </p:cNvPr>
          <p:cNvSpPr>
            <a:spLocks noGrp="1"/>
          </p:cNvSpPr>
          <p:nvPr>
            <p:ph type="title" hasCustomPrompt="1"/>
          </p:nvPr>
        </p:nvSpPr>
        <p:spPr>
          <a:xfrm>
            <a:off x="737225" y="1261501"/>
            <a:ext cx="7177821" cy="542146"/>
          </a:xfrm>
          <a:prstGeom prst="rect">
            <a:avLst/>
          </a:prstGeom>
        </p:spPr>
        <p:txBody>
          <a:bodyPr>
            <a:noAutofit/>
          </a:bodyPr>
          <a:lstStyle>
            <a:lvl1pPr>
              <a:defRPr sz="2800"/>
            </a:lvl1pPr>
          </a:lstStyle>
          <a:p>
            <a:pPr lvl="0"/>
            <a:r>
              <a:rPr lang="en-US" dirty="0"/>
              <a:t>Click to edit Master text styles</a:t>
            </a:r>
          </a:p>
        </p:txBody>
      </p:sp>
      <p:cxnSp>
        <p:nvCxnSpPr>
          <p:cNvPr id="8" name="Straight Connector 7">
            <a:extLst>
              <a:ext uri="{FF2B5EF4-FFF2-40B4-BE49-F238E27FC236}">
                <a16:creationId xmlns:a16="http://schemas.microsoft.com/office/drawing/2014/main" id="{015B0268-1877-4B50-85FE-85F64126C828}"/>
              </a:ext>
            </a:extLst>
          </p:cNvPr>
          <p:cNvCxnSpPr/>
          <p:nvPr userDrawn="1"/>
        </p:nvCxnSpPr>
        <p:spPr>
          <a:xfrm>
            <a:off x="607468"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9" name="Text Placeholder 3">
            <a:extLst>
              <a:ext uri="{FF2B5EF4-FFF2-40B4-BE49-F238E27FC236}">
                <a16:creationId xmlns:a16="http://schemas.microsoft.com/office/drawing/2014/main" id="{716C6763-4EEE-47FB-A7AD-A329AC03860D}"/>
              </a:ext>
            </a:extLst>
          </p:cNvPr>
          <p:cNvSpPr>
            <a:spLocks noGrp="1"/>
          </p:cNvSpPr>
          <p:nvPr>
            <p:ph type="body" sz="quarter" idx="10" hasCustomPrompt="1"/>
          </p:nvPr>
        </p:nvSpPr>
        <p:spPr>
          <a:xfrm>
            <a:off x="607468"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1144347215"/>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Title + Large image">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AA9A3B-CF71-48AC-B4B0-550E5EC772C1}"/>
              </a:ext>
            </a:extLst>
          </p:cNvPr>
          <p:cNvSpPr>
            <a:spLocks noGrp="1"/>
          </p:cNvSpPr>
          <p:nvPr>
            <p:ph type="title"/>
          </p:nvPr>
        </p:nvSpPr>
        <p:spPr>
          <a:xfrm>
            <a:off x="716483" y="1234865"/>
            <a:ext cx="10313024" cy="635902"/>
          </a:xfrm>
          <a:prstGeom prst="rect">
            <a:avLst/>
          </a:prstGeom>
        </p:spPr>
        <p:txBody>
          <a:bodyPr anchor="t"/>
          <a:lstStyle>
            <a:lvl1pPr>
              <a:defRPr sz="2800"/>
            </a:lvl1pPr>
          </a:lstStyle>
          <a:p>
            <a:r>
              <a:rPr lang="en-US"/>
              <a:t>Click to edit Master title style</a:t>
            </a:r>
            <a:endParaRPr lang="en-US" dirty="0"/>
          </a:p>
        </p:txBody>
      </p:sp>
      <p:sp>
        <p:nvSpPr>
          <p:cNvPr id="14" name="Picture Placeholder 2">
            <a:extLst>
              <a:ext uri="{FF2B5EF4-FFF2-40B4-BE49-F238E27FC236}">
                <a16:creationId xmlns:a16="http://schemas.microsoft.com/office/drawing/2014/main" id="{5ED55E9E-BFC6-411F-90A8-B7CC917CD1B5}"/>
              </a:ext>
            </a:extLst>
          </p:cNvPr>
          <p:cNvSpPr>
            <a:spLocks noGrp="1"/>
          </p:cNvSpPr>
          <p:nvPr>
            <p:ph type="pic" idx="1" hasCustomPrompt="1"/>
          </p:nvPr>
        </p:nvSpPr>
        <p:spPr>
          <a:xfrm>
            <a:off x="733313" y="1927476"/>
            <a:ext cx="10700345" cy="4218130"/>
          </a:xfrm>
        </p:spPr>
        <p:txBody>
          <a:bodyPr anchor="ctr">
            <a:normAutofit/>
          </a:bodyPr>
          <a:lstStyle>
            <a:lvl1pPr marL="0" indent="0" algn="ctr">
              <a:buNone/>
              <a:defRPr sz="4000" i="1">
                <a:solidFill>
                  <a:schemeClr val="bg1">
                    <a:lumMod val="75000"/>
                  </a:schemeClr>
                </a:solidFill>
                <a:latin typeface="Arial" panose="020B0604020202020204" pitchFamily="34" charset="0"/>
                <a:cs typeface="Arial" panose="020B0604020202020204"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Insert image here</a:t>
            </a:r>
          </a:p>
        </p:txBody>
      </p:sp>
      <p:cxnSp>
        <p:nvCxnSpPr>
          <p:cNvPr id="6" name="Straight Connector 5">
            <a:extLst>
              <a:ext uri="{FF2B5EF4-FFF2-40B4-BE49-F238E27FC236}">
                <a16:creationId xmlns:a16="http://schemas.microsoft.com/office/drawing/2014/main" id="{9B8B0405-4014-43E6-B303-902A4F998E13}"/>
              </a:ext>
            </a:extLst>
          </p:cNvPr>
          <p:cNvCxnSpPr/>
          <p:nvPr userDrawn="1"/>
        </p:nvCxnSpPr>
        <p:spPr>
          <a:xfrm>
            <a:off x="614783"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7" name="Text Placeholder 3">
            <a:extLst>
              <a:ext uri="{FF2B5EF4-FFF2-40B4-BE49-F238E27FC236}">
                <a16:creationId xmlns:a16="http://schemas.microsoft.com/office/drawing/2014/main" id="{B69F8470-F06D-4D52-9A69-30EBD8DA6096}"/>
              </a:ext>
            </a:extLst>
          </p:cNvPr>
          <p:cNvSpPr>
            <a:spLocks noGrp="1"/>
          </p:cNvSpPr>
          <p:nvPr>
            <p:ph type="body" sz="quarter" idx="10" hasCustomPrompt="1"/>
          </p:nvPr>
        </p:nvSpPr>
        <p:spPr>
          <a:xfrm>
            <a:off x="614783"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4139101432"/>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Left image - S">
    <p:spTree>
      <p:nvGrpSpPr>
        <p:cNvPr id="1" name=""/>
        <p:cNvGrpSpPr/>
        <p:nvPr/>
      </p:nvGrpSpPr>
      <p:grpSpPr>
        <a:xfrm>
          <a:off x="0" y="0"/>
          <a:ext cx="0" cy="0"/>
          <a:chOff x="0" y="0"/>
          <a:chExt cx="0" cy="0"/>
        </a:xfrm>
      </p:grpSpPr>
      <p:sp>
        <p:nvSpPr>
          <p:cNvPr id="14" name="Picture Placeholder 2">
            <a:extLst>
              <a:ext uri="{FF2B5EF4-FFF2-40B4-BE49-F238E27FC236}">
                <a16:creationId xmlns:a16="http://schemas.microsoft.com/office/drawing/2014/main" id="{5ED55E9E-BFC6-411F-90A8-B7CC917CD1B5}"/>
              </a:ext>
            </a:extLst>
          </p:cNvPr>
          <p:cNvSpPr>
            <a:spLocks noGrp="1"/>
          </p:cNvSpPr>
          <p:nvPr>
            <p:ph type="pic" idx="1" hasCustomPrompt="1"/>
          </p:nvPr>
        </p:nvSpPr>
        <p:spPr>
          <a:xfrm>
            <a:off x="0" y="-1"/>
            <a:ext cx="5165650" cy="6858000"/>
          </a:xfrm>
          <a:solidFill>
            <a:srgbClr val="F7F7F7"/>
          </a:solidFill>
        </p:spPr>
        <p:txBody>
          <a:bodyPr anchor="ctr">
            <a:normAutofit/>
          </a:bodyPr>
          <a:lstStyle>
            <a:lvl1pPr marL="0" indent="0" algn="ctr">
              <a:buNone/>
              <a:defRPr sz="4000" i="1">
                <a:solidFill>
                  <a:schemeClr val="bg1">
                    <a:lumMod val="75000"/>
                  </a:schemeClr>
                </a:solidFill>
                <a:latin typeface="Arial" panose="020B0604020202020204" pitchFamily="34" charset="0"/>
                <a:cs typeface="Arial" panose="020B0604020202020204"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Insert image here</a:t>
            </a:r>
          </a:p>
        </p:txBody>
      </p:sp>
      <p:sp>
        <p:nvSpPr>
          <p:cNvPr id="11" name="Title 1">
            <a:extLst>
              <a:ext uri="{FF2B5EF4-FFF2-40B4-BE49-F238E27FC236}">
                <a16:creationId xmlns:a16="http://schemas.microsoft.com/office/drawing/2014/main" id="{A421150D-F679-4DFA-93CF-0E5480CC490F}"/>
              </a:ext>
            </a:extLst>
          </p:cNvPr>
          <p:cNvSpPr>
            <a:spLocks noGrp="1"/>
          </p:cNvSpPr>
          <p:nvPr>
            <p:ph type="title" hasCustomPrompt="1"/>
          </p:nvPr>
        </p:nvSpPr>
        <p:spPr>
          <a:xfrm>
            <a:off x="5593557" y="1241625"/>
            <a:ext cx="6000749" cy="480131"/>
          </a:xfrm>
          <a:prstGeom prst="rect">
            <a:avLst/>
          </a:prstGeom>
        </p:spPr>
        <p:txBody>
          <a:bodyPr wrap="square">
            <a:spAutoFit/>
          </a:bodyPr>
          <a:lstStyle>
            <a:lvl1pPr>
              <a:defRPr sz="2800"/>
            </a:lvl1pPr>
          </a:lstStyle>
          <a:p>
            <a:pPr lvl="0"/>
            <a:r>
              <a:rPr lang="en-US" dirty="0"/>
              <a:t>Click to edit Master text styles</a:t>
            </a:r>
          </a:p>
        </p:txBody>
      </p:sp>
      <p:cxnSp>
        <p:nvCxnSpPr>
          <p:cNvPr id="17" name="Straight Connector 16">
            <a:extLst>
              <a:ext uri="{FF2B5EF4-FFF2-40B4-BE49-F238E27FC236}">
                <a16:creationId xmlns:a16="http://schemas.microsoft.com/office/drawing/2014/main" id="{7F1DE310-EEBE-4571-9348-190C69629E15}"/>
              </a:ext>
            </a:extLst>
          </p:cNvPr>
          <p:cNvCxnSpPr/>
          <p:nvPr userDrawn="1"/>
        </p:nvCxnSpPr>
        <p:spPr>
          <a:xfrm>
            <a:off x="5500046"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0" name="Text Placeholder 3">
            <a:extLst>
              <a:ext uri="{FF2B5EF4-FFF2-40B4-BE49-F238E27FC236}">
                <a16:creationId xmlns:a16="http://schemas.microsoft.com/office/drawing/2014/main" id="{B4C777EF-FC93-4970-9186-9F729BE94473}"/>
              </a:ext>
            </a:extLst>
          </p:cNvPr>
          <p:cNvSpPr>
            <a:spLocks noGrp="1"/>
          </p:cNvSpPr>
          <p:nvPr>
            <p:ph type="body" sz="quarter" idx="10" hasCustomPrompt="1"/>
          </p:nvPr>
        </p:nvSpPr>
        <p:spPr>
          <a:xfrm>
            <a:off x="5500046"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
        <p:nvSpPr>
          <p:cNvPr id="13" name="Text Placeholder 3">
            <a:extLst>
              <a:ext uri="{FF2B5EF4-FFF2-40B4-BE49-F238E27FC236}">
                <a16:creationId xmlns:a16="http://schemas.microsoft.com/office/drawing/2014/main" id="{BD03799A-7C35-4CAA-BE06-C4A99AE98261}"/>
              </a:ext>
            </a:extLst>
          </p:cNvPr>
          <p:cNvSpPr>
            <a:spLocks noGrp="1"/>
          </p:cNvSpPr>
          <p:nvPr>
            <p:ph type="body" sz="half" idx="2" hasCustomPrompt="1"/>
          </p:nvPr>
        </p:nvSpPr>
        <p:spPr>
          <a:xfrm>
            <a:off x="5593546" y="1796208"/>
            <a:ext cx="6000749" cy="3820167"/>
          </a:xfrm>
        </p:spPr>
        <p:txBody>
          <a:bodyPr>
            <a:noAutofit/>
          </a:bodyPr>
          <a:lstStyle>
            <a:lvl1pPr marL="0" indent="0">
              <a:lnSpc>
                <a:spcPts val="2400"/>
              </a:lnSpc>
              <a:buNone/>
              <a:defRPr lang="en-US" sz="1800" dirty="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 </a:t>
            </a:r>
          </a:p>
        </p:txBody>
      </p:sp>
    </p:spTree>
    <p:extLst>
      <p:ext uri="{BB962C8B-B14F-4D97-AF65-F5344CB8AC3E}">
        <p14:creationId xmlns:p14="http://schemas.microsoft.com/office/powerpoint/2010/main" val="2652770387"/>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Left image - M">
    <p:spTree>
      <p:nvGrpSpPr>
        <p:cNvPr id="1" name=""/>
        <p:cNvGrpSpPr/>
        <p:nvPr/>
      </p:nvGrpSpPr>
      <p:grpSpPr>
        <a:xfrm>
          <a:off x="0" y="0"/>
          <a:ext cx="0" cy="0"/>
          <a:chOff x="0" y="0"/>
          <a:chExt cx="0" cy="0"/>
        </a:xfrm>
      </p:grpSpPr>
      <p:sp>
        <p:nvSpPr>
          <p:cNvPr id="9" name="Picture Placeholder 2">
            <a:extLst>
              <a:ext uri="{FF2B5EF4-FFF2-40B4-BE49-F238E27FC236}">
                <a16:creationId xmlns:a16="http://schemas.microsoft.com/office/drawing/2014/main" id="{E364E913-4A6A-4F3B-B209-831A75170B72}"/>
              </a:ext>
            </a:extLst>
          </p:cNvPr>
          <p:cNvSpPr>
            <a:spLocks noGrp="1"/>
          </p:cNvSpPr>
          <p:nvPr>
            <p:ph type="pic" idx="1" hasCustomPrompt="1"/>
          </p:nvPr>
        </p:nvSpPr>
        <p:spPr>
          <a:xfrm>
            <a:off x="0" y="-1"/>
            <a:ext cx="6092751" cy="6858000"/>
          </a:xfrm>
          <a:solidFill>
            <a:srgbClr val="F4F4F4"/>
          </a:solidFill>
        </p:spPr>
        <p:txBody>
          <a:bodyPr anchor="ctr">
            <a:normAutofit/>
          </a:bodyPr>
          <a:lstStyle>
            <a:lvl1pPr marL="0" indent="0" algn="ctr">
              <a:buNone/>
              <a:defRPr sz="4000" i="1">
                <a:solidFill>
                  <a:schemeClr val="bg1">
                    <a:lumMod val="75000"/>
                  </a:schemeClr>
                </a:solidFill>
                <a:latin typeface="Arial" panose="020B0604020202020204" pitchFamily="34" charset="0"/>
                <a:cs typeface="Arial" panose="020B0604020202020204"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Insert image here</a:t>
            </a:r>
          </a:p>
        </p:txBody>
      </p:sp>
      <p:sp>
        <p:nvSpPr>
          <p:cNvPr id="8" name="Title 1">
            <a:extLst>
              <a:ext uri="{FF2B5EF4-FFF2-40B4-BE49-F238E27FC236}">
                <a16:creationId xmlns:a16="http://schemas.microsoft.com/office/drawing/2014/main" id="{E30453B6-BE94-4D10-99CD-4F6557992EA0}"/>
              </a:ext>
            </a:extLst>
          </p:cNvPr>
          <p:cNvSpPr>
            <a:spLocks noGrp="1"/>
          </p:cNvSpPr>
          <p:nvPr>
            <p:ph type="title" hasCustomPrompt="1"/>
          </p:nvPr>
        </p:nvSpPr>
        <p:spPr>
          <a:xfrm>
            <a:off x="6561735" y="1241625"/>
            <a:ext cx="5018228" cy="867930"/>
          </a:xfrm>
          <a:prstGeom prst="rect">
            <a:avLst/>
          </a:prstGeom>
        </p:spPr>
        <p:txBody>
          <a:bodyPr wrap="square">
            <a:spAutoFit/>
          </a:bodyPr>
          <a:lstStyle>
            <a:lvl1pPr>
              <a:defRPr sz="2800"/>
            </a:lvl1pPr>
          </a:lstStyle>
          <a:p>
            <a:pPr lvl="0"/>
            <a:r>
              <a:rPr lang="en-US" dirty="0"/>
              <a:t>Click to edit Master text styles  </a:t>
            </a:r>
          </a:p>
        </p:txBody>
      </p:sp>
      <p:cxnSp>
        <p:nvCxnSpPr>
          <p:cNvPr id="11" name="Straight Connector 10">
            <a:extLst>
              <a:ext uri="{FF2B5EF4-FFF2-40B4-BE49-F238E27FC236}">
                <a16:creationId xmlns:a16="http://schemas.microsoft.com/office/drawing/2014/main" id="{076CAFA7-68AE-4EAD-BE3A-A5B16D9D3552}"/>
              </a:ext>
            </a:extLst>
          </p:cNvPr>
          <p:cNvCxnSpPr/>
          <p:nvPr userDrawn="1"/>
        </p:nvCxnSpPr>
        <p:spPr>
          <a:xfrm>
            <a:off x="6468234"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4" name="Text Placeholder 3">
            <a:extLst>
              <a:ext uri="{FF2B5EF4-FFF2-40B4-BE49-F238E27FC236}">
                <a16:creationId xmlns:a16="http://schemas.microsoft.com/office/drawing/2014/main" id="{A8F2FE0A-3A4C-445D-8290-44FCEA3F5955}"/>
              </a:ext>
            </a:extLst>
          </p:cNvPr>
          <p:cNvSpPr>
            <a:spLocks noGrp="1"/>
          </p:cNvSpPr>
          <p:nvPr>
            <p:ph type="body" sz="quarter" idx="10" hasCustomPrompt="1"/>
          </p:nvPr>
        </p:nvSpPr>
        <p:spPr>
          <a:xfrm>
            <a:off x="6468234"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
        <p:nvSpPr>
          <p:cNvPr id="15" name="Text Placeholder 3">
            <a:extLst>
              <a:ext uri="{FF2B5EF4-FFF2-40B4-BE49-F238E27FC236}">
                <a16:creationId xmlns:a16="http://schemas.microsoft.com/office/drawing/2014/main" id="{C9AD2564-EF06-46B2-95AF-0FC81EEDCC98}"/>
              </a:ext>
            </a:extLst>
          </p:cNvPr>
          <p:cNvSpPr>
            <a:spLocks noGrp="1"/>
          </p:cNvSpPr>
          <p:nvPr>
            <p:ph type="body" sz="half" idx="2" hasCustomPrompt="1"/>
          </p:nvPr>
        </p:nvSpPr>
        <p:spPr>
          <a:xfrm>
            <a:off x="6561734" y="2245766"/>
            <a:ext cx="5018229" cy="3920948"/>
          </a:xfrm>
        </p:spPr>
        <p:txBody>
          <a:bodyPr>
            <a:noAutofit/>
          </a:bodyPr>
          <a:lstStyle>
            <a:lvl1pPr marL="0" indent="0">
              <a:lnSpc>
                <a:spcPts val="2400"/>
              </a:lnSpc>
              <a:buNone/>
              <a:defRPr lang="en-US" sz="1800" dirty="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 </a:t>
            </a:r>
          </a:p>
        </p:txBody>
      </p:sp>
    </p:spTree>
    <p:extLst>
      <p:ext uri="{BB962C8B-B14F-4D97-AF65-F5344CB8AC3E}">
        <p14:creationId xmlns:p14="http://schemas.microsoft.com/office/powerpoint/2010/main" val="3255004176"/>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Left image - L">
    <p:bg>
      <p:bgPr>
        <a:solidFill>
          <a:schemeClr val="bg1"/>
        </a:solidFill>
        <a:effectLst/>
      </p:bgPr>
    </p:bg>
    <p:spTree>
      <p:nvGrpSpPr>
        <p:cNvPr id="1" name=""/>
        <p:cNvGrpSpPr/>
        <p:nvPr/>
      </p:nvGrpSpPr>
      <p:grpSpPr>
        <a:xfrm>
          <a:off x="0" y="0"/>
          <a:ext cx="0" cy="0"/>
          <a:chOff x="0" y="0"/>
          <a:chExt cx="0" cy="0"/>
        </a:xfrm>
      </p:grpSpPr>
      <p:sp>
        <p:nvSpPr>
          <p:cNvPr id="3" name="Picture Placeholder 2">
            <a:extLst>
              <a:ext uri="{FF2B5EF4-FFF2-40B4-BE49-F238E27FC236}">
                <a16:creationId xmlns:a16="http://schemas.microsoft.com/office/drawing/2014/main" id="{2CB99501-2A5A-45F8-BACF-23701FE68337}"/>
              </a:ext>
            </a:extLst>
          </p:cNvPr>
          <p:cNvSpPr>
            <a:spLocks noGrp="1"/>
          </p:cNvSpPr>
          <p:nvPr>
            <p:ph type="pic" idx="1" hasCustomPrompt="1"/>
          </p:nvPr>
        </p:nvSpPr>
        <p:spPr>
          <a:xfrm>
            <a:off x="0" y="0"/>
            <a:ext cx="6997698" cy="6857999"/>
          </a:xfrm>
          <a:solidFill>
            <a:srgbClr val="F4F4F4"/>
          </a:solidFill>
        </p:spPr>
        <p:txBody>
          <a:bodyPr anchor="ctr">
            <a:normAutofit/>
          </a:bodyPr>
          <a:lstStyle>
            <a:lvl1pPr marL="0" indent="0" algn="ctr">
              <a:buNone/>
              <a:defRPr sz="4000" i="1">
                <a:solidFill>
                  <a:schemeClr val="bg1">
                    <a:lumMod val="75000"/>
                  </a:schemeClr>
                </a:solidFill>
                <a:latin typeface="Arial" panose="020B0604020202020204" pitchFamily="34" charset="0"/>
                <a:cs typeface="Arial" panose="020B0604020202020204"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Insert picture here</a:t>
            </a:r>
          </a:p>
        </p:txBody>
      </p:sp>
      <p:sp>
        <p:nvSpPr>
          <p:cNvPr id="4" name="Text Placeholder 3">
            <a:extLst>
              <a:ext uri="{FF2B5EF4-FFF2-40B4-BE49-F238E27FC236}">
                <a16:creationId xmlns:a16="http://schemas.microsoft.com/office/drawing/2014/main" id="{4CE260B5-3078-4CFA-A43A-D57EA4E988F4}"/>
              </a:ext>
            </a:extLst>
          </p:cNvPr>
          <p:cNvSpPr>
            <a:spLocks noGrp="1"/>
          </p:cNvSpPr>
          <p:nvPr>
            <p:ph type="body" sz="half" idx="2"/>
          </p:nvPr>
        </p:nvSpPr>
        <p:spPr>
          <a:xfrm>
            <a:off x="7404579" y="2228472"/>
            <a:ext cx="4204643" cy="3936800"/>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9" name="Title 1">
            <a:extLst>
              <a:ext uri="{FF2B5EF4-FFF2-40B4-BE49-F238E27FC236}">
                <a16:creationId xmlns:a16="http://schemas.microsoft.com/office/drawing/2014/main" id="{6147FA91-C242-46DD-BE23-48F41CC2970C}"/>
              </a:ext>
            </a:extLst>
          </p:cNvPr>
          <p:cNvSpPr>
            <a:spLocks noGrp="1"/>
          </p:cNvSpPr>
          <p:nvPr>
            <p:ph type="title" hasCustomPrompt="1"/>
          </p:nvPr>
        </p:nvSpPr>
        <p:spPr>
          <a:xfrm>
            <a:off x="7404579" y="1218965"/>
            <a:ext cx="4255850" cy="933507"/>
          </a:xfrm>
          <a:prstGeom prst="rect">
            <a:avLst/>
          </a:prstGeom>
        </p:spPr>
        <p:txBody>
          <a:bodyPr anchor="t">
            <a:noAutofit/>
          </a:bodyPr>
          <a:lstStyle>
            <a:lvl1pPr>
              <a:defRPr sz="2800"/>
            </a:lvl1pPr>
          </a:lstStyle>
          <a:p>
            <a:pPr lvl="0"/>
            <a:r>
              <a:rPr lang="en-US" dirty="0"/>
              <a:t>Click to edit Master text styles</a:t>
            </a:r>
          </a:p>
        </p:txBody>
      </p:sp>
      <p:cxnSp>
        <p:nvCxnSpPr>
          <p:cNvPr id="7" name="Straight Connector 6">
            <a:extLst>
              <a:ext uri="{FF2B5EF4-FFF2-40B4-BE49-F238E27FC236}">
                <a16:creationId xmlns:a16="http://schemas.microsoft.com/office/drawing/2014/main" id="{20EEAF69-B649-4DD9-BE4A-CC1FC2864BDE}"/>
              </a:ext>
            </a:extLst>
          </p:cNvPr>
          <p:cNvCxnSpPr/>
          <p:nvPr userDrawn="1"/>
        </p:nvCxnSpPr>
        <p:spPr>
          <a:xfrm>
            <a:off x="7353374"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8" name="Text Placeholder 3">
            <a:extLst>
              <a:ext uri="{FF2B5EF4-FFF2-40B4-BE49-F238E27FC236}">
                <a16:creationId xmlns:a16="http://schemas.microsoft.com/office/drawing/2014/main" id="{822686E3-ED91-4402-ABE9-E10A74CBDBB8}"/>
              </a:ext>
            </a:extLst>
          </p:cNvPr>
          <p:cNvSpPr>
            <a:spLocks noGrp="1"/>
          </p:cNvSpPr>
          <p:nvPr>
            <p:ph type="body" sz="quarter" idx="10" hasCustomPrompt="1"/>
          </p:nvPr>
        </p:nvSpPr>
        <p:spPr>
          <a:xfrm>
            <a:off x="7353375" y="313371"/>
            <a:ext cx="4307054" cy="308803"/>
          </a:xfrm>
        </p:spPr>
        <p:txBody>
          <a:bodyPr anchor="ctr"/>
          <a:lstStyle>
            <a:lvl1pPr marL="91440" indent="0">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425363925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Right image - S ">
    <p:spTree>
      <p:nvGrpSpPr>
        <p:cNvPr id="1" name=""/>
        <p:cNvGrpSpPr/>
        <p:nvPr/>
      </p:nvGrpSpPr>
      <p:grpSpPr>
        <a:xfrm>
          <a:off x="0" y="0"/>
          <a:ext cx="0" cy="0"/>
          <a:chOff x="0" y="0"/>
          <a:chExt cx="0" cy="0"/>
        </a:xfrm>
      </p:grpSpPr>
      <p:sp>
        <p:nvSpPr>
          <p:cNvPr id="14" name="Picture Placeholder 2">
            <a:extLst>
              <a:ext uri="{FF2B5EF4-FFF2-40B4-BE49-F238E27FC236}">
                <a16:creationId xmlns:a16="http://schemas.microsoft.com/office/drawing/2014/main" id="{5ED55E9E-BFC6-411F-90A8-B7CC917CD1B5}"/>
              </a:ext>
            </a:extLst>
          </p:cNvPr>
          <p:cNvSpPr>
            <a:spLocks noGrp="1"/>
          </p:cNvSpPr>
          <p:nvPr>
            <p:ph type="pic" idx="1" hasCustomPrompt="1"/>
          </p:nvPr>
        </p:nvSpPr>
        <p:spPr>
          <a:xfrm>
            <a:off x="7026350" y="-1"/>
            <a:ext cx="5165650" cy="6858000"/>
          </a:xfrm>
          <a:solidFill>
            <a:srgbClr val="F7F7F7"/>
          </a:solidFill>
        </p:spPr>
        <p:txBody>
          <a:bodyPr anchor="ctr">
            <a:normAutofit/>
          </a:bodyPr>
          <a:lstStyle>
            <a:lvl1pPr marL="0" indent="0" algn="ctr">
              <a:buNone/>
              <a:defRPr sz="4000" i="1">
                <a:solidFill>
                  <a:schemeClr val="bg1">
                    <a:lumMod val="75000"/>
                  </a:schemeClr>
                </a:solidFill>
                <a:latin typeface="Arial" panose="020B0604020202020204" pitchFamily="34" charset="0"/>
                <a:cs typeface="Arial" panose="020B0604020202020204"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Insert image here</a:t>
            </a:r>
          </a:p>
        </p:txBody>
      </p:sp>
      <p:sp>
        <p:nvSpPr>
          <p:cNvPr id="11" name="Title 1">
            <a:extLst>
              <a:ext uri="{FF2B5EF4-FFF2-40B4-BE49-F238E27FC236}">
                <a16:creationId xmlns:a16="http://schemas.microsoft.com/office/drawing/2014/main" id="{A421150D-F679-4DFA-93CF-0E5480CC490F}"/>
              </a:ext>
            </a:extLst>
          </p:cNvPr>
          <p:cNvSpPr>
            <a:spLocks noGrp="1"/>
          </p:cNvSpPr>
          <p:nvPr>
            <p:ph type="title" hasCustomPrompt="1"/>
          </p:nvPr>
        </p:nvSpPr>
        <p:spPr>
          <a:xfrm>
            <a:off x="692373" y="1241625"/>
            <a:ext cx="6000749" cy="480131"/>
          </a:xfrm>
          <a:prstGeom prst="rect">
            <a:avLst/>
          </a:prstGeom>
        </p:spPr>
        <p:txBody>
          <a:bodyPr wrap="square">
            <a:spAutoFit/>
          </a:bodyPr>
          <a:lstStyle>
            <a:lvl1pPr>
              <a:defRPr sz="2800"/>
            </a:lvl1pPr>
          </a:lstStyle>
          <a:p>
            <a:pPr lvl="0"/>
            <a:r>
              <a:rPr lang="en-US" dirty="0"/>
              <a:t>Click to edit Master text styles</a:t>
            </a:r>
          </a:p>
        </p:txBody>
      </p:sp>
      <p:cxnSp>
        <p:nvCxnSpPr>
          <p:cNvPr id="17" name="Straight Connector 16">
            <a:extLst>
              <a:ext uri="{FF2B5EF4-FFF2-40B4-BE49-F238E27FC236}">
                <a16:creationId xmlns:a16="http://schemas.microsoft.com/office/drawing/2014/main" id="{7F1DE310-EEBE-4571-9348-190C69629E15}"/>
              </a:ext>
            </a:extLst>
          </p:cNvPr>
          <p:cNvCxnSpPr/>
          <p:nvPr userDrawn="1"/>
        </p:nvCxnSpPr>
        <p:spPr>
          <a:xfrm>
            <a:off x="598862"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0" name="Text Placeholder 3">
            <a:extLst>
              <a:ext uri="{FF2B5EF4-FFF2-40B4-BE49-F238E27FC236}">
                <a16:creationId xmlns:a16="http://schemas.microsoft.com/office/drawing/2014/main" id="{B4C777EF-FC93-4970-9186-9F729BE94473}"/>
              </a:ext>
            </a:extLst>
          </p:cNvPr>
          <p:cNvSpPr>
            <a:spLocks noGrp="1"/>
          </p:cNvSpPr>
          <p:nvPr>
            <p:ph type="body" sz="quarter" idx="10" hasCustomPrompt="1"/>
          </p:nvPr>
        </p:nvSpPr>
        <p:spPr>
          <a:xfrm>
            <a:off x="598862"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
        <p:nvSpPr>
          <p:cNvPr id="13" name="Text Placeholder 3">
            <a:extLst>
              <a:ext uri="{FF2B5EF4-FFF2-40B4-BE49-F238E27FC236}">
                <a16:creationId xmlns:a16="http://schemas.microsoft.com/office/drawing/2014/main" id="{BD03799A-7C35-4CAA-BE06-C4A99AE98261}"/>
              </a:ext>
            </a:extLst>
          </p:cNvPr>
          <p:cNvSpPr>
            <a:spLocks noGrp="1"/>
          </p:cNvSpPr>
          <p:nvPr>
            <p:ph type="body" sz="half" idx="2" hasCustomPrompt="1"/>
          </p:nvPr>
        </p:nvSpPr>
        <p:spPr>
          <a:xfrm>
            <a:off x="692362" y="1796208"/>
            <a:ext cx="6000749" cy="3820167"/>
          </a:xfrm>
        </p:spPr>
        <p:txBody>
          <a:bodyPr>
            <a:noAutofit/>
          </a:bodyPr>
          <a:lstStyle>
            <a:lvl1pPr marL="0" indent="0">
              <a:lnSpc>
                <a:spcPts val="2400"/>
              </a:lnSpc>
              <a:buNone/>
              <a:defRPr lang="en-US" sz="1800" dirty="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 </a:t>
            </a:r>
          </a:p>
        </p:txBody>
      </p:sp>
    </p:spTree>
    <p:extLst>
      <p:ext uri="{BB962C8B-B14F-4D97-AF65-F5344CB8AC3E}">
        <p14:creationId xmlns:p14="http://schemas.microsoft.com/office/powerpoint/2010/main" val="2682314598"/>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Right image - M">
    <p:spTree>
      <p:nvGrpSpPr>
        <p:cNvPr id="1" name=""/>
        <p:cNvGrpSpPr/>
        <p:nvPr/>
      </p:nvGrpSpPr>
      <p:grpSpPr>
        <a:xfrm>
          <a:off x="0" y="0"/>
          <a:ext cx="0" cy="0"/>
          <a:chOff x="0" y="0"/>
          <a:chExt cx="0" cy="0"/>
        </a:xfrm>
      </p:grpSpPr>
      <p:sp>
        <p:nvSpPr>
          <p:cNvPr id="9" name="Picture Placeholder 2">
            <a:extLst>
              <a:ext uri="{FF2B5EF4-FFF2-40B4-BE49-F238E27FC236}">
                <a16:creationId xmlns:a16="http://schemas.microsoft.com/office/drawing/2014/main" id="{E364E913-4A6A-4F3B-B209-831A75170B72}"/>
              </a:ext>
            </a:extLst>
          </p:cNvPr>
          <p:cNvSpPr>
            <a:spLocks noGrp="1"/>
          </p:cNvSpPr>
          <p:nvPr>
            <p:ph type="pic" idx="1" hasCustomPrompt="1"/>
          </p:nvPr>
        </p:nvSpPr>
        <p:spPr>
          <a:xfrm>
            <a:off x="6096000" y="-1"/>
            <a:ext cx="6092751" cy="6858000"/>
          </a:xfrm>
          <a:solidFill>
            <a:srgbClr val="F4F4F4"/>
          </a:solidFill>
        </p:spPr>
        <p:txBody>
          <a:bodyPr anchor="ctr">
            <a:normAutofit/>
          </a:bodyPr>
          <a:lstStyle>
            <a:lvl1pPr marL="0" indent="0" algn="ctr">
              <a:buNone/>
              <a:defRPr sz="4000" i="1">
                <a:solidFill>
                  <a:schemeClr val="bg1">
                    <a:lumMod val="75000"/>
                  </a:schemeClr>
                </a:solidFill>
                <a:latin typeface="Arial" panose="020B0604020202020204" pitchFamily="34" charset="0"/>
                <a:cs typeface="Arial" panose="020B0604020202020204"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Insert image here</a:t>
            </a:r>
          </a:p>
        </p:txBody>
      </p:sp>
      <p:sp>
        <p:nvSpPr>
          <p:cNvPr id="8" name="Title 1">
            <a:extLst>
              <a:ext uri="{FF2B5EF4-FFF2-40B4-BE49-F238E27FC236}">
                <a16:creationId xmlns:a16="http://schemas.microsoft.com/office/drawing/2014/main" id="{E30453B6-BE94-4D10-99CD-4F6557992EA0}"/>
              </a:ext>
            </a:extLst>
          </p:cNvPr>
          <p:cNvSpPr>
            <a:spLocks noGrp="1"/>
          </p:cNvSpPr>
          <p:nvPr>
            <p:ph type="title" hasCustomPrompt="1"/>
          </p:nvPr>
        </p:nvSpPr>
        <p:spPr>
          <a:xfrm>
            <a:off x="709575" y="1241625"/>
            <a:ext cx="5018228" cy="867930"/>
          </a:xfrm>
          <a:prstGeom prst="rect">
            <a:avLst/>
          </a:prstGeom>
        </p:spPr>
        <p:txBody>
          <a:bodyPr wrap="square">
            <a:spAutoFit/>
          </a:bodyPr>
          <a:lstStyle>
            <a:lvl1pPr>
              <a:defRPr sz="2800"/>
            </a:lvl1pPr>
          </a:lstStyle>
          <a:p>
            <a:pPr lvl="0"/>
            <a:r>
              <a:rPr lang="en-US" dirty="0"/>
              <a:t>Click to edit Master text styles  </a:t>
            </a:r>
          </a:p>
        </p:txBody>
      </p:sp>
      <p:cxnSp>
        <p:nvCxnSpPr>
          <p:cNvPr id="11" name="Straight Connector 10">
            <a:extLst>
              <a:ext uri="{FF2B5EF4-FFF2-40B4-BE49-F238E27FC236}">
                <a16:creationId xmlns:a16="http://schemas.microsoft.com/office/drawing/2014/main" id="{076CAFA7-68AE-4EAD-BE3A-A5B16D9D3552}"/>
              </a:ext>
            </a:extLst>
          </p:cNvPr>
          <p:cNvCxnSpPr/>
          <p:nvPr userDrawn="1"/>
        </p:nvCxnSpPr>
        <p:spPr>
          <a:xfrm>
            <a:off x="616074"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4" name="Text Placeholder 3">
            <a:extLst>
              <a:ext uri="{FF2B5EF4-FFF2-40B4-BE49-F238E27FC236}">
                <a16:creationId xmlns:a16="http://schemas.microsoft.com/office/drawing/2014/main" id="{A8F2FE0A-3A4C-445D-8290-44FCEA3F5955}"/>
              </a:ext>
            </a:extLst>
          </p:cNvPr>
          <p:cNvSpPr>
            <a:spLocks noGrp="1"/>
          </p:cNvSpPr>
          <p:nvPr>
            <p:ph type="body" sz="quarter" idx="10" hasCustomPrompt="1"/>
          </p:nvPr>
        </p:nvSpPr>
        <p:spPr>
          <a:xfrm>
            <a:off x="616074"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
        <p:nvSpPr>
          <p:cNvPr id="15" name="Text Placeholder 3">
            <a:extLst>
              <a:ext uri="{FF2B5EF4-FFF2-40B4-BE49-F238E27FC236}">
                <a16:creationId xmlns:a16="http://schemas.microsoft.com/office/drawing/2014/main" id="{C9AD2564-EF06-46B2-95AF-0FC81EEDCC98}"/>
              </a:ext>
            </a:extLst>
          </p:cNvPr>
          <p:cNvSpPr>
            <a:spLocks noGrp="1"/>
          </p:cNvSpPr>
          <p:nvPr>
            <p:ph type="body" sz="half" idx="2" hasCustomPrompt="1"/>
          </p:nvPr>
        </p:nvSpPr>
        <p:spPr>
          <a:xfrm>
            <a:off x="709574" y="2245766"/>
            <a:ext cx="5018229" cy="3920948"/>
          </a:xfrm>
        </p:spPr>
        <p:txBody>
          <a:bodyPr>
            <a:noAutofit/>
          </a:bodyPr>
          <a:lstStyle>
            <a:lvl1pPr marL="0" indent="0">
              <a:lnSpc>
                <a:spcPts val="2400"/>
              </a:lnSpc>
              <a:buNone/>
              <a:defRPr lang="en-US" sz="1800" dirty="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 </a:t>
            </a:r>
          </a:p>
        </p:txBody>
      </p:sp>
    </p:spTree>
    <p:extLst>
      <p:ext uri="{BB962C8B-B14F-4D97-AF65-F5344CB8AC3E}">
        <p14:creationId xmlns:p14="http://schemas.microsoft.com/office/powerpoint/2010/main" val="3864113316"/>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1_Left image-L (White bg)">
    <p:bg>
      <p:bgPr>
        <a:solidFill>
          <a:schemeClr val="bg1"/>
        </a:solidFill>
        <a:effectLst/>
      </p:bgPr>
    </p:bg>
    <p:spTree>
      <p:nvGrpSpPr>
        <p:cNvPr id="1" name=""/>
        <p:cNvGrpSpPr/>
        <p:nvPr/>
      </p:nvGrpSpPr>
      <p:grpSpPr>
        <a:xfrm>
          <a:off x="0" y="0"/>
          <a:ext cx="0" cy="0"/>
          <a:chOff x="0" y="0"/>
          <a:chExt cx="0" cy="0"/>
        </a:xfrm>
      </p:grpSpPr>
      <p:sp>
        <p:nvSpPr>
          <p:cNvPr id="3" name="Picture Placeholder 2">
            <a:extLst>
              <a:ext uri="{FF2B5EF4-FFF2-40B4-BE49-F238E27FC236}">
                <a16:creationId xmlns:a16="http://schemas.microsoft.com/office/drawing/2014/main" id="{2CB99501-2A5A-45F8-BACF-23701FE68337}"/>
              </a:ext>
            </a:extLst>
          </p:cNvPr>
          <p:cNvSpPr>
            <a:spLocks noGrp="1"/>
          </p:cNvSpPr>
          <p:nvPr>
            <p:ph type="pic" idx="1" hasCustomPrompt="1"/>
          </p:nvPr>
        </p:nvSpPr>
        <p:spPr>
          <a:xfrm>
            <a:off x="5194302" y="0"/>
            <a:ext cx="6997698" cy="6857999"/>
          </a:xfrm>
          <a:solidFill>
            <a:srgbClr val="F4F4F4"/>
          </a:solidFill>
        </p:spPr>
        <p:txBody>
          <a:bodyPr anchor="ctr">
            <a:normAutofit/>
          </a:bodyPr>
          <a:lstStyle>
            <a:lvl1pPr marL="0" indent="0" algn="ctr">
              <a:buNone/>
              <a:defRPr sz="4000" i="1">
                <a:solidFill>
                  <a:schemeClr val="bg1">
                    <a:lumMod val="75000"/>
                  </a:schemeClr>
                </a:solidFill>
                <a:latin typeface="Arial" panose="020B0604020202020204" pitchFamily="34" charset="0"/>
                <a:cs typeface="Arial" panose="020B0604020202020204"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Insert picture here</a:t>
            </a:r>
          </a:p>
        </p:txBody>
      </p:sp>
      <p:sp>
        <p:nvSpPr>
          <p:cNvPr id="4" name="Text Placeholder 3">
            <a:extLst>
              <a:ext uri="{FF2B5EF4-FFF2-40B4-BE49-F238E27FC236}">
                <a16:creationId xmlns:a16="http://schemas.microsoft.com/office/drawing/2014/main" id="{4CE260B5-3078-4CFA-A43A-D57EA4E988F4}"/>
              </a:ext>
            </a:extLst>
          </p:cNvPr>
          <p:cNvSpPr>
            <a:spLocks noGrp="1"/>
          </p:cNvSpPr>
          <p:nvPr>
            <p:ph type="body" sz="half" idx="2"/>
          </p:nvPr>
        </p:nvSpPr>
        <p:spPr>
          <a:xfrm>
            <a:off x="652649" y="2228472"/>
            <a:ext cx="4204643" cy="3936800"/>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9" name="Title 1">
            <a:extLst>
              <a:ext uri="{FF2B5EF4-FFF2-40B4-BE49-F238E27FC236}">
                <a16:creationId xmlns:a16="http://schemas.microsoft.com/office/drawing/2014/main" id="{6147FA91-C242-46DD-BE23-48F41CC2970C}"/>
              </a:ext>
            </a:extLst>
          </p:cNvPr>
          <p:cNvSpPr>
            <a:spLocks noGrp="1"/>
          </p:cNvSpPr>
          <p:nvPr>
            <p:ph type="title" hasCustomPrompt="1"/>
          </p:nvPr>
        </p:nvSpPr>
        <p:spPr>
          <a:xfrm>
            <a:off x="652649" y="1218965"/>
            <a:ext cx="4255850" cy="933507"/>
          </a:xfrm>
          <a:prstGeom prst="rect">
            <a:avLst/>
          </a:prstGeom>
        </p:spPr>
        <p:txBody>
          <a:bodyPr anchor="t">
            <a:noAutofit/>
          </a:bodyPr>
          <a:lstStyle>
            <a:lvl1pPr>
              <a:defRPr sz="2800"/>
            </a:lvl1pPr>
          </a:lstStyle>
          <a:p>
            <a:pPr lvl="0"/>
            <a:r>
              <a:rPr lang="en-US" dirty="0"/>
              <a:t>Click to edit Master text styles</a:t>
            </a:r>
          </a:p>
        </p:txBody>
      </p:sp>
      <p:cxnSp>
        <p:nvCxnSpPr>
          <p:cNvPr id="7" name="Straight Connector 6">
            <a:extLst>
              <a:ext uri="{FF2B5EF4-FFF2-40B4-BE49-F238E27FC236}">
                <a16:creationId xmlns:a16="http://schemas.microsoft.com/office/drawing/2014/main" id="{20EEAF69-B649-4DD9-BE4A-CC1FC2864BDE}"/>
              </a:ext>
            </a:extLst>
          </p:cNvPr>
          <p:cNvCxnSpPr/>
          <p:nvPr userDrawn="1"/>
        </p:nvCxnSpPr>
        <p:spPr>
          <a:xfrm>
            <a:off x="601444"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8" name="Text Placeholder 3">
            <a:extLst>
              <a:ext uri="{FF2B5EF4-FFF2-40B4-BE49-F238E27FC236}">
                <a16:creationId xmlns:a16="http://schemas.microsoft.com/office/drawing/2014/main" id="{822686E3-ED91-4402-ABE9-E10A74CBDBB8}"/>
              </a:ext>
            </a:extLst>
          </p:cNvPr>
          <p:cNvSpPr>
            <a:spLocks noGrp="1"/>
          </p:cNvSpPr>
          <p:nvPr>
            <p:ph type="body" sz="quarter" idx="10" hasCustomPrompt="1"/>
          </p:nvPr>
        </p:nvSpPr>
        <p:spPr>
          <a:xfrm>
            <a:off x="601445" y="313371"/>
            <a:ext cx="4307054" cy="308803"/>
          </a:xfrm>
        </p:spPr>
        <p:txBody>
          <a:bodyPr anchor="ctr"/>
          <a:lstStyle>
            <a:lvl1pPr marL="91440" indent="0">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1278066116"/>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blank" preserve="1">
  <p:cSld name="Blank - Footer (white bg) ">
    <p:spTree>
      <p:nvGrpSpPr>
        <p:cNvPr id="1" name=""/>
        <p:cNvGrpSpPr/>
        <p:nvPr/>
      </p:nvGrpSpPr>
      <p:grpSpPr>
        <a:xfrm>
          <a:off x="0" y="0"/>
          <a:ext cx="0" cy="0"/>
          <a:chOff x="0" y="0"/>
          <a:chExt cx="0" cy="0"/>
        </a:xfrm>
      </p:grpSpPr>
    </p:spTree>
    <p:extLst>
      <p:ext uri="{BB962C8B-B14F-4D97-AF65-F5344CB8AC3E}">
        <p14:creationId xmlns:p14="http://schemas.microsoft.com/office/powerpoint/2010/main" val="943554320"/>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blank" preserve="1">
  <p:cSld name="Blank (white bg) ">
    <p:bg>
      <p:bgPr>
        <a:solidFill>
          <a:schemeClr val="bg1"/>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336622E0-A137-429D-BE75-779E322CE694}"/>
              </a:ext>
            </a:extLst>
          </p:cNvPr>
          <p:cNvSpPr/>
          <p:nvPr userDrawn="1"/>
        </p:nvSpPr>
        <p:spPr>
          <a:xfrm>
            <a:off x="-30161" y="0"/>
            <a:ext cx="12222161"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 </a:t>
            </a:r>
          </a:p>
        </p:txBody>
      </p:sp>
    </p:spTree>
    <p:extLst>
      <p:ext uri="{BB962C8B-B14F-4D97-AF65-F5344CB8AC3E}">
        <p14:creationId xmlns:p14="http://schemas.microsoft.com/office/powerpoint/2010/main" val="3216082533"/>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blank" preserve="1">
  <p:cSld name="Blank (blue bg) ">
    <p:bg>
      <p:bgPr>
        <a:solidFill>
          <a:schemeClr val="bg1"/>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0B0641AD-3AD5-4F67-A775-821CB3080BD2}"/>
              </a:ext>
            </a:extLst>
          </p:cNvPr>
          <p:cNvSpPr/>
          <p:nvPr userDrawn="1"/>
        </p:nvSpPr>
        <p:spPr>
          <a:xfrm>
            <a:off x="-30161" y="0"/>
            <a:ext cx="12222161" cy="6858000"/>
          </a:xfrm>
          <a:prstGeom prst="rect">
            <a:avLst/>
          </a:prstGeom>
          <a:solidFill>
            <a:srgbClr val="F5FAF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 </a:t>
            </a:r>
          </a:p>
        </p:txBody>
      </p:sp>
    </p:spTree>
    <p:extLst>
      <p:ext uri="{BB962C8B-B14F-4D97-AF65-F5344CB8AC3E}">
        <p14:creationId xmlns:p14="http://schemas.microsoft.com/office/powerpoint/2010/main" val="1418022755"/>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2_Thank you Slide">
    <p:bg>
      <p:bgPr>
        <a:solidFill>
          <a:srgbClr val="F5FAFC"/>
        </a:solidFill>
        <a:effectLst/>
      </p:bgPr>
    </p:bg>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E3F35E03-ED1F-4BA6-A9DB-BAA193266DF0}"/>
              </a:ext>
            </a:extLst>
          </p:cNvPr>
          <p:cNvSpPr txBox="1"/>
          <p:nvPr userDrawn="1"/>
        </p:nvSpPr>
        <p:spPr>
          <a:xfrm>
            <a:off x="3457462" y="2905780"/>
            <a:ext cx="5246914" cy="584775"/>
          </a:xfrm>
          <a:prstGeom prst="rect">
            <a:avLst/>
          </a:prstGeom>
          <a:noFill/>
        </p:spPr>
        <p:txBody>
          <a:bodyPr wrap="square" rtlCol="0">
            <a:spAutoFit/>
          </a:bodyPr>
          <a:lstStyle/>
          <a:p>
            <a:pPr algn="ctr"/>
            <a:r>
              <a:rPr lang="en-US" sz="3200" b="1" dirty="0">
                <a:solidFill>
                  <a:schemeClr val="tx1"/>
                </a:solidFill>
                <a:cs typeface="Arial" panose="020B0604020202020204" pitchFamily="34" charset="0"/>
              </a:rPr>
              <a:t>Thank you!</a:t>
            </a:r>
          </a:p>
        </p:txBody>
      </p:sp>
      <p:sp>
        <p:nvSpPr>
          <p:cNvPr id="7" name="Rectangle 6">
            <a:extLst>
              <a:ext uri="{FF2B5EF4-FFF2-40B4-BE49-F238E27FC236}">
                <a16:creationId xmlns:a16="http://schemas.microsoft.com/office/drawing/2014/main" id="{D95BEDD7-9550-46FC-AAD4-3BCDC60161D9}"/>
              </a:ext>
            </a:extLst>
          </p:cNvPr>
          <p:cNvSpPr/>
          <p:nvPr userDrawn="1"/>
        </p:nvSpPr>
        <p:spPr>
          <a:xfrm>
            <a:off x="0" y="6115986"/>
            <a:ext cx="12192000" cy="742013"/>
          </a:xfrm>
          <a:prstGeom prst="rect">
            <a:avLst/>
          </a:prstGeom>
          <a:solidFill>
            <a:srgbClr val="F5FAF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009CD6"/>
              </a:solidFill>
            </a:endParaRPr>
          </a:p>
        </p:txBody>
      </p:sp>
    </p:spTree>
    <p:extLst>
      <p:ext uri="{BB962C8B-B14F-4D97-AF65-F5344CB8AC3E}">
        <p14:creationId xmlns:p14="http://schemas.microsoft.com/office/powerpoint/2010/main" val="697607840"/>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userDrawn="1">
  <p:cSld name="3_Title and Content">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7CD000AF-B921-43E9-B432-355A07B6E46E}"/>
              </a:ext>
            </a:extLst>
          </p:cNvPr>
          <p:cNvSpPr/>
          <p:nvPr userDrawn="1"/>
        </p:nvSpPr>
        <p:spPr>
          <a:xfrm>
            <a:off x="0" y="6115986"/>
            <a:ext cx="10028420" cy="742013"/>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689536496"/>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userDrawn="1">
  <p:cSld name="Big text aligned right + Italic">
    <p:spTree>
      <p:nvGrpSpPr>
        <p:cNvPr id="1" name=""/>
        <p:cNvGrpSpPr/>
        <p:nvPr/>
      </p:nvGrpSpPr>
      <p:grpSpPr>
        <a:xfrm>
          <a:off x="0" y="0"/>
          <a:ext cx="0" cy="0"/>
          <a:chOff x="0" y="0"/>
          <a:chExt cx="0" cy="0"/>
        </a:xfrm>
      </p:grpSpPr>
      <p:cxnSp>
        <p:nvCxnSpPr>
          <p:cNvPr id="9" name="Straight Connector 8">
            <a:extLst>
              <a:ext uri="{FF2B5EF4-FFF2-40B4-BE49-F238E27FC236}">
                <a16:creationId xmlns:a16="http://schemas.microsoft.com/office/drawing/2014/main" id="{1D7316B5-C57D-4BFE-9E05-E402A449FF88}"/>
              </a:ext>
            </a:extLst>
          </p:cNvPr>
          <p:cNvCxnSpPr/>
          <p:nvPr userDrawn="1"/>
        </p:nvCxnSpPr>
        <p:spPr>
          <a:xfrm>
            <a:off x="614785"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0" name="Text Placeholder 3">
            <a:extLst>
              <a:ext uri="{FF2B5EF4-FFF2-40B4-BE49-F238E27FC236}">
                <a16:creationId xmlns:a16="http://schemas.microsoft.com/office/drawing/2014/main" id="{B8F92057-32FC-4FC9-AF35-02473A8E4978}"/>
              </a:ext>
            </a:extLst>
          </p:cNvPr>
          <p:cNvSpPr>
            <a:spLocks noGrp="1"/>
          </p:cNvSpPr>
          <p:nvPr>
            <p:ph type="body" sz="quarter" idx="10" hasCustomPrompt="1"/>
          </p:nvPr>
        </p:nvSpPr>
        <p:spPr>
          <a:xfrm>
            <a:off x="614785" y="313371"/>
            <a:ext cx="4554538" cy="308803"/>
          </a:xfrm>
        </p:spPr>
        <p:txBody>
          <a:bodyPr anchor="ctr"/>
          <a:lstStyle>
            <a:lvl1pPr marL="91440" indent="0">
              <a:buNone/>
              <a:defRPr sz="1600">
                <a:solidFill>
                  <a:schemeClr val="accent2"/>
                </a:solidFill>
              </a:defRPr>
            </a:lvl1pPr>
          </a:lstStyle>
          <a:p>
            <a:pPr lvl="0"/>
            <a:r>
              <a:rPr lang="en-US"/>
              <a:t>Click to edit section name</a:t>
            </a:r>
            <a:endParaRPr lang="en-US" dirty="0"/>
          </a:p>
        </p:txBody>
      </p:sp>
      <p:sp>
        <p:nvSpPr>
          <p:cNvPr id="6" name="Shape 610" hidden="1">
            <a:extLst>
              <a:ext uri="{FF2B5EF4-FFF2-40B4-BE49-F238E27FC236}">
                <a16:creationId xmlns:a16="http://schemas.microsoft.com/office/drawing/2014/main" id="{C5B068B2-AEB9-41E6-AB3C-EA87FFB0FE76}"/>
              </a:ext>
            </a:extLst>
          </p:cNvPr>
          <p:cNvSpPr/>
          <p:nvPr userDrawn="1"/>
        </p:nvSpPr>
        <p:spPr>
          <a:xfrm>
            <a:off x="510238" y="2132869"/>
            <a:ext cx="6303518" cy="3103212"/>
          </a:xfrm>
          <a:prstGeom prst="rect">
            <a:avLst/>
          </a:prstGeom>
          <a:noFill/>
          <a:ln>
            <a:noFill/>
          </a:ln>
        </p:spPr>
        <p:txBody>
          <a:bodyPr lIns="91412" tIns="45700" rIns="91412" bIns="45700" anchor="t" anchorCtr="0">
            <a:noAutofit/>
          </a:bodyPr>
          <a:lstStyle/>
          <a:p>
            <a:pPr algn="r">
              <a:buSzPct val="25000"/>
            </a:pPr>
            <a:r>
              <a:rPr lang="en-GB" sz="2800" dirty="0">
                <a:latin typeface="Arial" panose="020B0604020202020204" pitchFamily="34" charset="0"/>
                <a:ea typeface="Roboto"/>
                <a:cs typeface="Arial" panose="020B0604020202020204" pitchFamily="34" charset="0"/>
                <a:sym typeface="Roboto"/>
              </a:rPr>
              <a:t>We have focused on </a:t>
            </a:r>
            <a:r>
              <a:rPr lang="en-GB" sz="2800" b="1" dirty="0">
                <a:latin typeface="Arial" panose="020B0604020202020204" pitchFamily="34" charset="0"/>
                <a:ea typeface="Roboto"/>
                <a:cs typeface="Arial" panose="020B0604020202020204" pitchFamily="34" charset="0"/>
                <a:sym typeface="Roboto"/>
              </a:rPr>
              <a:t>preparing and empowering BDT staff</a:t>
            </a:r>
            <a:r>
              <a:rPr lang="en-GB" sz="2800" dirty="0">
                <a:latin typeface="Arial" panose="020B0604020202020204" pitchFamily="34" charset="0"/>
                <a:ea typeface="Roboto"/>
                <a:cs typeface="Arial" panose="020B0604020202020204" pitchFamily="34" charset="0"/>
                <a:sym typeface="Roboto"/>
              </a:rPr>
              <a:t> with the tools and resources to deliver value and impact, with performance management related objectives being adjusted accordingly</a:t>
            </a:r>
          </a:p>
        </p:txBody>
      </p:sp>
      <p:sp>
        <p:nvSpPr>
          <p:cNvPr id="7" name="Subtitle 8">
            <a:extLst>
              <a:ext uri="{FF2B5EF4-FFF2-40B4-BE49-F238E27FC236}">
                <a16:creationId xmlns:a16="http://schemas.microsoft.com/office/drawing/2014/main" id="{A4620858-2872-44F6-B072-7E678A260322}"/>
              </a:ext>
            </a:extLst>
          </p:cNvPr>
          <p:cNvSpPr txBox="1">
            <a:spLocks/>
          </p:cNvSpPr>
          <p:nvPr userDrawn="1"/>
        </p:nvSpPr>
        <p:spPr>
          <a:xfrm>
            <a:off x="7295839" y="2132869"/>
            <a:ext cx="4663323" cy="4303496"/>
          </a:xfrm>
          <a:prstGeom prst="rect">
            <a:avLst/>
          </a:prstGeom>
        </p:spPr>
        <p:txBody>
          <a:bodyPr>
            <a:no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Arial" panose="020B0604020202020204" pitchFamily="34" charset="0"/>
                <a:ea typeface="+mn-ea"/>
                <a:cs typeface="Arial" panose="020B0604020202020204" pitchFamily="34" charset="0"/>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l">
              <a:lnSpc>
                <a:spcPct val="100000"/>
              </a:lnSpc>
              <a:spcBef>
                <a:spcPts val="1800"/>
              </a:spcBef>
            </a:pPr>
            <a:endParaRPr lang="en-US" i="1" dirty="0">
              <a:solidFill>
                <a:schemeClr val="bg2">
                  <a:lumMod val="25000"/>
                </a:schemeClr>
              </a:solidFill>
              <a:latin typeface="Georgia" panose="02040502050405020303" pitchFamily="18" charset="0"/>
            </a:endParaRPr>
          </a:p>
        </p:txBody>
      </p:sp>
      <p:cxnSp>
        <p:nvCxnSpPr>
          <p:cNvPr id="11" name="Straight Connector 10">
            <a:extLst>
              <a:ext uri="{FF2B5EF4-FFF2-40B4-BE49-F238E27FC236}">
                <a16:creationId xmlns:a16="http://schemas.microsoft.com/office/drawing/2014/main" id="{BE0E510D-A28B-40D0-90A9-897A15E93F85}"/>
              </a:ext>
            </a:extLst>
          </p:cNvPr>
          <p:cNvCxnSpPr>
            <a:cxnSpLocks/>
          </p:cNvCxnSpPr>
          <p:nvPr userDrawn="1"/>
        </p:nvCxnSpPr>
        <p:spPr>
          <a:xfrm>
            <a:off x="7069545" y="2248302"/>
            <a:ext cx="0" cy="3133725"/>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
        <p:nvSpPr>
          <p:cNvPr id="4" name="Text Placeholder 3">
            <a:extLst>
              <a:ext uri="{FF2B5EF4-FFF2-40B4-BE49-F238E27FC236}">
                <a16:creationId xmlns:a16="http://schemas.microsoft.com/office/drawing/2014/main" id="{5B885EC5-B7E9-4FBB-A4AE-A260C8DCB031}"/>
              </a:ext>
            </a:extLst>
          </p:cNvPr>
          <p:cNvSpPr>
            <a:spLocks noGrp="1"/>
          </p:cNvSpPr>
          <p:nvPr>
            <p:ph type="body" sz="quarter" idx="11" hasCustomPrompt="1"/>
          </p:nvPr>
        </p:nvSpPr>
        <p:spPr>
          <a:xfrm>
            <a:off x="503238" y="2133600"/>
            <a:ext cx="6297612" cy="3079750"/>
          </a:xfrm>
        </p:spPr>
        <p:txBody>
          <a:bodyPr/>
          <a:lstStyle>
            <a:lvl1pPr marL="0" marR="0" indent="0" algn="r" defTabSz="914400" rtl="0" eaLnBrk="1" fontAlgn="auto" latinLnBrk="0" hangingPunct="1">
              <a:lnSpc>
                <a:spcPct val="100000"/>
              </a:lnSpc>
              <a:spcBef>
                <a:spcPts val="0"/>
              </a:spcBef>
              <a:spcAft>
                <a:spcPts val="0"/>
              </a:spcAft>
              <a:buClrTx/>
              <a:buSzPct val="25000"/>
              <a:buFontTx/>
              <a:buNone/>
              <a:tabLst/>
              <a:defRPr/>
            </a:lvl1pPr>
          </a:lstStyle>
          <a:p>
            <a:pPr marL="0" marR="0" lvl="0" indent="0" algn="r" defTabSz="914400" rtl="0" eaLnBrk="1" fontAlgn="auto" latinLnBrk="0" hangingPunct="1">
              <a:lnSpc>
                <a:spcPct val="100000"/>
              </a:lnSpc>
              <a:spcBef>
                <a:spcPts val="0"/>
              </a:spcBef>
              <a:spcAft>
                <a:spcPts val="0"/>
              </a:spcAft>
              <a:buClrTx/>
              <a:buSzPct val="25000"/>
              <a:buFontTx/>
              <a:buNone/>
              <a:tabLst/>
              <a:defRPr/>
            </a:pPr>
            <a:r>
              <a:rPr kumimoji="0" lang="en-GB" sz="2800" b="0" i="0" u="none" strike="noStrike" kern="1200" cap="none" spc="0" normalizeH="0" baseline="0" noProof="0" dirty="0">
                <a:ln>
                  <a:noFill/>
                </a:ln>
                <a:solidFill>
                  <a:prstClr val="black"/>
                </a:solidFill>
                <a:effectLst/>
                <a:uLnTx/>
                <a:uFillTx/>
                <a:latin typeface="Arial" panose="020B0604020202020204" pitchFamily="34" charset="0"/>
                <a:ea typeface="Roboto"/>
                <a:cs typeface="Arial" panose="020B0604020202020204" pitchFamily="34" charset="0"/>
                <a:sym typeface="Roboto"/>
              </a:rPr>
              <a:t>We have focused on </a:t>
            </a:r>
            <a:r>
              <a:rPr kumimoji="0" lang="en-GB" sz="2800" b="1" i="0" u="none" strike="noStrike" kern="1200" cap="none" spc="0" normalizeH="0" baseline="0" noProof="0" dirty="0">
                <a:ln>
                  <a:noFill/>
                </a:ln>
                <a:solidFill>
                  <a:prstClr val="black"/>
                </a:solidFill>
                <a:effectLst/>
                <a:uLnTx/>
                <a:uFillTx/>
                <a:latin typeface="Arial" panose="020B0604020202020204" pitchFamily="34" charset="0"/>
                <a:ea typeface="Roboto"/>
                <a:cs typeface="Arial" panose="020B0604020202020204" pitchFamily="34" charset="0"/>
                <a:sym typeface="Roboto"/>
              </a:rPr>
              <a:t>preparing and empowering BDT staff</a:t>
            </a:r>
            <a:r>
              <a:rPr kumimoji="0" lang="en-GB" sz="2800" b="0" i="0" u="none" strike="noStrike" kern="1200" cap="none" spc="0" normalizeH="0" baseline="0" noProof="0" dirty="0">
                <a:ln>
                  <a:noFill/>
                </a:ln>
                <a:solidFill>
                  <a:prstClr val="black"/>
                </a:solidFill>
                <a:effectLst/>
                <a:uLnTx/>
                <a:uFillTx/>
                <a:latin typeface="Arial" panose="020B0604020202020204" pitchFamily="34" charset="0"/>
                <a:ea typeface="Roboto"/>
                <a:cs typeface="Arial" panose="020B0604020202020204" pitchFamily="34" charset="0"/>
                <a:sym typeface="Roboto"/>
              </a:rPr>
              <a:t> with the tools and resources to deliver value and impact, with performance management related objectives being adjusted accordingly</a:t>
            </a:r>
          </a:p>
          <a:p>
            <a:pPr lvl="0"/>
            <a:endParaRPr lang="en-US" dirty="0"/>
          </a:p>
        </p:txBody>
      </p:sp>
      <p:sp>
        <p:nvSpPr>
          <p:cNvPr id="12" name="Text Placeholder 11">
            <a:extLst>
              <a:ext uri="{FF2B5EF4-FFF2-40B4-BE49-F238E27FC236}">
                <a16:creationId xmlns:a16="http://schemas.microsoft.com/office/drawing/2014/main" id="{2EFC6EC8-B366-4C1C-9E18-04E70FF727B4}"/>
              </a:ext>
            </a:extLst>
          </p:cNvPr>
          <p:cNvSpPr>
            <a:spLocks noGrp="1"/>
          </p:cNvSpPr>
          <p:nvPr>
            <p:ph type="body" sz="quarter" idx="12" hasCustomPrompt="1"/>
          </p:nvPr>
        </p:nvSpPr>
        <p:spPr>
          <a:xfrm>
            <a:off x="7296150" y="2133600"/>
            <a:ext cx="4683125" cy="3856038"/>
          </a:xfrm>
        </p:spPr>
        <p:txBody>
          <a:bodyPr/>
          <a:lstStyle>
            <a:lvl1pPr marL="0" marR="0" indent="0" algn="l" defTabSz="914400" rtl="0" eaLnBrk="1" fontAlgn="auto" latinLnBrk="0" hangingPunct="1">
              <a:lnSpc>
                <a:spcPct val="100000"/>
              </a:lnSpc>
              <a:spcBef>
                <a:spcPts val="1800"/>
              </a:spcBef>
              <a:spcAft>
                <a:spcPts val="0"/>
              </a:spcAft>
              <a:buClrTx/>
              <a:buSzTx/>
              <a:buFontTx/>
              <a:buNone/>
              <a:tabLst/>
              <a:defRPr sz="2400">
                <a:solidFill>
                  <a:schemeClr val="bg2">
                    <a:lumMod val="25000"/>
                  </a:schemeClr>
                </a:solidFill>
              </a:defRPr>
            </a:lvl1pPr>
          </a:lstStyle>
          <a:p>
            <a:pPr algn="l">
              <a:lnSpc>
                <a:spcPct val="100000"/>
              </a:lnSpc>
              <a:spcBef>
                <a:spcPts val="1800"/>
              </a:spcBef>
            </a:pPr>
            <a:r>
              <a:rPr lang="en-GB" i="1" dirty="0">
                <a:solidFill>
                  <a:schemeClr val="bg2">
                    <a:lumMod val="25000"/>
                  </a:schemeClr>
                </a:solidFill>
                <a:latin typeface="Georgia" panose="02040502050405020303" pitchFamily="18" charset="0"/>
              </a:rPr>
              <a:t>Multiple RBM workshops for</a:t>
            </a:r>
            <a:br>
              <a:rPr lang="en-GB" i="1" dirty="0">
                <a:solidFill>
                  <a:schemeClr val="bg2">
                    <a:lumMod val="25000"/>
                  </a:schemeClr>
                </a:solidFill>
                <a:latin typeface="Georgia" panose="02040502050405020303" pitchFamily="18" charset="0"/>
              </a:rPr>
            </a:br>
            <a:r>
              <a:rPr lang="en-GB" i="1" dirty="0">
                <a:solidFill>
                  <a:schemeClr val="bg2">
                    <a:lumMod val="25000"/>
                  </a:schemeClr>
                </a:solidFill>
                <a:latin typeface="Georgia" panose="02040502050405020303" pitchFamily="18" charset="0"/>
              </a:rPr>
              <a:t>all HQ-based teams and Regional Offices </a:t>
            </a:r>
          </a:p>
          <a:p>
            <a:pPr algn="l">
              <a:lnSpc>
                <a:spcPct val="100000"/>
              </a:lnSpc>
              <a:spcBef>
                <a:spcPts val="1800"/>
              </a:spcBef>
            </a:pPr>
            <a:r>
              <a:rPr lang="en-GB" i="1" dirty="0">
                <a:solidFill>
                  <a:schemeClr val="bg2">
                    <a:lumMod val="25000"/>
                  </a:schemeClr>
                </a:solidFill>
                <a:latin typeface="Georgia" panose="02040502050405020303" pitchFamily="18" charset="0"/>
              </a:rPr>
              <a:t>Project Management training</a:t>
            </a:r>
          </a:p>
          <a:p>
            <a:pPr algn="l">
              <a:lnSpc>
                <a:spcPct val="100000"/>
              </a:lnSpc>
              <a:spcBef>
                <a:spcPts val="1800"/>
              </a:spcBef>
            </a:pPr>
            <a:r>
              <a:rPr lang="en-GB" i="1" dirty="0">
                <a:solidFill>
                  <a:schemeClr val="bg2">
                    <a:lumMod val="25000"/>
                  </a:schemeClr>
                </a:solidFill>
                <a:latin typeface="Georgia" panose="02040502050405020303" pitchFamily="18" charset="0"/>
              </a:rPr>
              <a:t>Communication for Development training</a:t>
            </a:r>
          </a:p>
          <a:p>
            <a:pPr algn="l">
              <a:lnSpc>
                <a:spcPct val="100000"/>
              </a:lnSpc>
              <a:spcBef>
                <a:spcPts val="1800"/>
              </a:spcBef>
            </a:pPr>
            <a:r>
              <a:rPr lang="en-GB" i="1" dirty="0">
                <a:solidFill>
                  <a:schemeClr val="bg2">
                    <a:lumMod val="25000"/>
                  </a:schemeClr>
                </a:solidFill>
                <a:latin typeface="Georgia" panose="02040502050405020303" pitchFamily="18" charset="0"/>
              </a:rPr>
              <a:t>Procurement training</a:t>
            </a:r>
            <a:endParaRPr lang="en-US" i="1" dirty="0">
              <a:solidFill>
                <a:schemeClr val="bg2">
                  <a:lumMod val="25000"/>
                </a:schemeClr>
              </a:solidFill>
              <a:latin typeface="Georgia" panose="02040502050405020303" pitchFamily="18" charset="0"/>
            </a:endParaRPr>
          </a:p>
          <a:p>
            <a:pPr lvl="0"/>
            <a:endParaRPr lang="en-US" dirty="0"/>
          </a:p>
        </p:txBody>
      </p:sp>
    </p:spTree>
    <p:extLst>
      <p:ext uri="{BB962C8B-B14F-4D97-AF65-F5344CB8AC3E}">
        <p14:creationId xmlns:p14="http://schemas.microsoft.com/office/powerpoint/2010/main" val="244508481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Lst>
  </p:timing>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Big text two columns">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B31A647C-A7BD-47C9-962C-55289EF4CD84}"/>
              </a:ext>
            </a:extLst>
          </p:cNvPr>
          <p:cNvSpPr>
            <a:spLocks noGrp="1"/>
          </p:cNvSpPr>
          <p:nvPr>
            <p:ph idx="1" hasCustomPrompt="1"/>
          </p:nvPr>
        </p:nvSpPr>
        <p:spPr>
          <a:xfrm>
            <a:off x="725414" y="2033625"/>
            <a:ext cx="8999926" cy="4067251"/>
          </a:xfrm>
        </p:spPr>
        <p:txBody>
          <a:bodyPr numCol="2" spcCol="274320">
            <a:noAutofit/>
          </a:bodyPr>
          <a:lstStyle>
            <a:lvl1pPr marL="91440" marR="0" indent="0" algn="l" defTabSz="914400" rtl="0" eaLnBrk="1" fontAlgn="auto" latinLnBrk="0" hangingPunct="1">
              <a:lnSpc>
                <a:spcPct val="100000"/>
              </a:lnSpc>
              <a:spcBef>
                <a:spcPts val="1000"/>
              </a:spcBef>
              <a:spcAft>
                <a:spcPts val="0"/>
              </a:spcAft>
              <a:buClr>
                <a:srgbClr val="009CD6"/>
              </a:buClr>
              <a:buSzPct val="110000"/>
              <a:buFontTx/>
              <a:buNone/>
              <a:tabLst/>
              <a:defRPr sz="2400" spc="20"/>
            </a:lvl1pPr>
            <a:lvl2pPr marL="548640" indent="0">
              <a:lnSpc>
                <a:spcPts val="2400"/>
              </a:lnSpc>
              <a:buClr>
                <a:srgbClr val="009CD6"/>
              </a:buClr>
              <a:buFontTx/>
              <a:buNone/>
              <a:defRPr sz="1800" spc="20"/>
            </a:lvl2pPr>
            <a:lvl3pPr marL="1005840" indent="0">
              <a:lnSpc>
                <a:spcPts val="2400"/>
              </a:lnSpc>
              <a:buClr>
                <a:srgbClr val="009CD6"/>
              </a:buClr>
              <a:buFontTx/>
              <a:buNone/>
              <a:defRPr sz="1800" spc="20"/>
            </a:lvl3pPr>
            <a:lvl4pPr marL="1463040" indent="0">
              <a:lnSpc>
                <a:spcPts val="2400"/>
              </a:lnSpc>
              <a:buClr>
                <a:srgbClr val="009CD6"/>
              </a:buClr>
              <a:buFontTx/>
              <a:buNone/>
              <a:defRPr sz="1800" spc="20"/>
            </a:lvl4pPr>
            <a:lvl5pPr>
              <a:buClr>
                <a:srgbClr val="5B9BD5"/>
              </a:buClr>
              <a:defRPr/>
            </a:lvl5pPr>
          </a:lstStyle>
          <a:p>
            <a:pPr lvl="0"/>
            <a:r>
              <a:rPr lang="en-US" dirty="0"/>
              <a:t>Lorem ipsum dolor sit </a:t>
            </a:r>
            <a:r>
              <a:rPr lang="en-US" dirty="0" err="1"/>
              <a:t>amet</a:t>
            </a:r>
            <a:r>
              <a:rPr lang="en-US" dirty="0"/>
              <a:t>, </a:t>
            </a:r>
            <a:r>
              <a:rPr lang="en-US" dirty="0" err="1"/>
              <a:t>consectetuer</a:t>
            </a:r>
            <a:r>
              <a:rPr lang="en-US" dirty="0"/>
              <a:t> </a:t>
            </a:r>
            <a:r>
              <a:rPr lang="en-US" dirty="0" err="1"/>
              <a:t>adipiscing</a:t>
            </a:r>
            <a:r>
              <a:rPr lang="en-US" dirty="0"/>
              <a:t> </a:t>
            </a:r>
            <a:r>
              <a:rPr lang="en-US" dirty="0" err="1"/>
              <a:t>elit</a:t>
            </a:r>
            <a:r>
              <a:rPr lang="en-US" dirty="0"/>
              <a:t>. Aenean </a:t>
            </a:r>
            <a:r>
              <a:rPr lang="en-US" dirty="0" err="1"/>
              <a:t>commodo</a:t>
            </a:r>
            <a:r>
              <a:rPr lang="en-US" dirty="0"/>
              <a:t> ligula </a:t>
            </a:r>
            <a:r>
              <a:rPr lang="en-US" dirty="0" err="1"/>
              <a:t>eget</a:t>
            </a:r>
            <a:r>
              <a:rPr lang="en-US" dirty="0"/>
              <a:t> dolor. Aenean </a:t>
            </a:r>
            <a:r>
              <a:rPr lang="en-US" dirty="0" err="1"/>
              <a:t>massa</a:t>
            </a:r>
            <a:r>
              <a:rPr lang="en-US" dirty="0"/>
              <a:t>. Cum sociis </a:t>
            </a:r>
            <a:r>
              <a:rPr lang="en-US" dirty="0" err="1"/>
              <a:t>natoque</a:t>
            </a:r>
            <a:r>
              <a:rPr lang="en-US" dirty="0"/>
              <a:t> </a:t>
            </a:r>
            <a:r>
              <a:rPr lang="en-US" dirty="0" err="1"/>
              <a:t>penatibus</a:t>
            </a:r>
            <a:r>
              <a:rPr lang="en-US" dirty="0"/>
              <a:t> et </a:t>
            </a:r>
            <a:r>
              <a:rPr lang="en-US" dirty="0" err="1"/>
              <a:t>magnis</a:t>
            </a:r>
            <a:r>
              <a:rPr lang="en-US" dirty="0"/>
              <a:t> dis parturient </a:t>
            </a:r>
            <a:r>
              <a:rPr lang="en-US" dirty="0" err="1"/>
              <a:t>montes</a:t>
            </a:r>
            <a:r>
              <a:rPr lang="en-US" dirty="0"/>
              <a:t>, </a:t>
            </a:r>
            <a:r>
              <a:rPr lang="en-US" dirty="0" err="1"/>
              <a:t>nascetur</a:t>
            </a:r>
            <a:r>
              <a:rPr lang="en-US" dirty="0"/>
              <a:t> </a:t>
            </a:r>
            <a:r>
              <a:rPr lang="en-US" dirty="0" err="1"/>
              <a:t>ridiculus</a:t>
            </a:r>
            <a:r>
              <a:rPr lang="en-US" dirty="0"/>
              <a:t> mus. Donec </a:t>
            </a:r>
            <a:r>
              <a:rPr lang="en-US" dirty="0" err="1"/>
              <a:t>quam</a:t>
            </a:r>
            <a:r>
              <a:rPr lang="en-US" dirty="0"/>
              <a:t> </a:t>
            </a:r>
            <a:r>
              <a:rPr lang="en-US" dirty="0" err="1"/>
              <a:t>felis</a:t>
            </a:r>
            <a:r>
              <a:rPr lang="en-US" dirty="0"/>
              <a:t>, </a:t>
            </a:r>
            <a:r>
              <a:rPr lang="en-US" dirty="0" err="1"/>
              <a:t>ultricies</a:t>
            </a:r>
            <a:r>
              <a:rPr lang="en-US" dirty="0"/>
              <a:t> </a:t>
            </a:r>
            <a:r>
              <a:rPr lang="en-US" dirty="0" err="1"/>
              <a:t>nec</a:t>
            </a:r>
            <a:r>
              <a:rPr lang="en-US" dirty="0"/>
              <a:t>, </a:t>
            </a:r>
            <a:r>
              <a:rPr lang="en-US" dirty="0" err="1"/>
              <a:t>pellentesque</a:t>
            </a:r>
            <a:r>
              <a:rPr lang="en-US" dirty="0"/>
              <a:t> </a:t>
            </a:r>
            <a:r>
              <a:rPr lang="en-US" dirty="0" err="1"/>
              <a:t>eu</a:t>
            </a:r>
            <a:r>
              <a:rPr lang="en-US" dirty="0"/>
              <a:t>, </a:t>
            </a:r>
            <a:r>
              <a:rPr lang="en-US" dirty="0" err="1"/>
              <a:t>pretium</a:t>
            </a:r>
            <a:r>
              <a:rPr lang="en-US" dirty="0"/>
              <a:t> </a:t>
            </a:r>
            <a:r>
              <a:rPr lang="en-US" dirty="0" err="1"/>
              <a:t>quis</a:t>
            </a:r>
            <a:r>
              <a:rPr lang="en-US" dirty="0"/>
              <a:t>, sem. </a:t>
            </a:r>
          </a:p>
          <a:p>
            <a:pPr lvl="0"/>
            <a:r>
              <a:rPr lang="en-US" dirty="0" err="1"/>
              <a:t>Nulla</a:t>
            </a:r>
            <a:r>
              <a:rPr lang="en-US" dirty="0"/>
              <a:t> </a:t>
            </a:r>
            <a:r>
              <a:rPr lang="en-US" dirty="0" err="1"/>
              <a:t>consequat</a:t>
            </a:r>
            <a:r>
              <a:rPr lang="en-US" dirty="0"/>
              <a:t> </a:t>
            </a:r>
            <a:r>
              <a:rPr lang="en-US" dirty="0" err="1"/>
              <a:t>massa</a:t>
            </a:r>
            <a:r>
              <a:rPr lang="en-US" dirty="0"/>
              <a:t> </a:t>
            </a:r>
            <a:r>
              <a:rPr lang="en-US" dirty="0" err="1"/>
              <a:t>quis</a:t>
            </a:r>
            <a:r>
              <a:rPr lang="en-US" dirty="0"/>
              <a:t> </a:t>
            </a:r>
            <a:r>
              <a:rPr lang="en-US" dirty="0" err="1"/>
              <a:t>enim</a:t>
            </a:r>
            <a:r>
              <a:rPr lang="en-US" dirty="0"/>
              <a:t>. Donec </a:t>
            </a:r>
            <a:r>
              <a:rPr lang="en-US" dirty="0" err="1"/>
              <a:t>pede</a:t>
            </a:r>
            <a:r>
              <a:rPr lang="en-US" dirty="0"/>
              <a:t> </a:t>
            </a:r>
            <a:r>
              <a:rPr lang="en-US" dirty="0" err="1"/>
              <a:t>justo</a:t>
            </a:r>
            <a:r>
              <a:rPr lang="en-US" dirty="0"/>
              <a:t>, </a:t>
            </a:r>
            <a:r>
              <a:rPr lang="en-US" dirty="0" err="1"/>
              <a:t>fringilla</a:t>
            </a:r>
            <a:r>
              <a:rPr lang="en-US" dirty="0"/>
              <a:t> vel, </a:t>
            </a:r>
            <a:r>
              <a:rPr lang="en-US" dirty="0" err="1"/>
              <a:t>aliquet</a:t>
            </a:r>
            <a:r>
              <a:rPr lang="en-US" dirty="0"/>
              <a:t> </a:t>
            </a:r>
            <a:r>
              <a:rPr lang="en-US" dirty="0" err="1"/>
              <a:t>nec</a:t>
            </a:r>
            <a:r>
              <a:rPr lang="en-US" dirty="0"/>
              <a:t>.</a:t>
            </a:r>
          </a:p>
          <a:p>
            <a:pPr marL="91440" marR="0" lvl="0" indent="0" algn="l" defTabSz="914400" rtl="0" eaLnBrk="1" fontAlgn="auto" latinLnBrk="0" hangingPunct="1">
              <a:lnSpc>
                <a:spcPct val="100000"/>
              </a:lnSpc>
              <a:spcBef>
                <a:spcPts val="1000"/>
              </a:spcBef>
              <a:spcAft>
                <a:spcPts val="0"/>
              </a:spcAft>
              <a:buClr>
                <a:srgbClr val="009CD6"/>
              </a:buClr>
              <a:buSzPct val="110000"/>
              <a:buFontTx/>
              <a:buNone/>
              <a:tabLst/>
              <a:defRPr/>
            </a:pPr>
            <a:r>
              <a:rPr lang="en-US" dirty="0"/>
              <a:t>Cum sociis </a:t>
            </a:r>
            <a:r>
              <a:rPr lang="en-US" dirty="0" err="1"/>
              <a:t>natoque</a:t>
            </a:r>
            <a:r>
              <a:rPr lang="en-US" dirty="0"/>
              <a:t> </a:t>
            </a:r>
            <a:r>
              <a:rPr lang="en-US" dirty="0" err="1"/>
              <a:t>penatibus</a:t>
            </a:r>
            <a:r>
              <a:rPr lang="en-US" dirty="0"/>
              <a:t> et </a:t>
            </a:r>
            <a:r>
              <a:rPr lang="en-US" dirty="0" err="1"/>
              <a:t>magnis</a:t>
            </a:r>
            <a:r>
              <a:rPr lang="en-US" dirty="0"/>
              <a:t> dis parturient </a:t>
            </a:r>
            <a:r>
              <a:rPr lang="en-US" dirty="0" err="1"/>
              <a:t>montes</a:t>
            </a:r>
            <a:r>
              <a:rPr lang="en-US" dirty="0"/>
              <a:t>, </a:t>
            </a:r>
            <a:r>
              <a:rPr lang="en-US" dirty="0" err="1"/>
              <a:t>nascetur</a:t>
            </a:r>
            <a:r>
              <a:rPr lang="en-US" dirty="0"/>
              <a:t> </a:t>
            </a:r>
            <a:r>
              <a:rPr lang="en-US" dirty="0" err="1"/>
              <a:t>ridiculus</a:t>
            </a:r>
            <a:r>
              <a:rPr lang="en-US" dirty="0"/>
              <a:t> mus. Donec </a:t>
            </a:r>
            <a:r>
              <a:rPr lang="en-US" dirty="0" err="1"/>
              <a:t>quam</a:t>
            </a:r>
            <a:r>
              <a:rPr lang="en-US" dirty="0"/>
              <a:t> </a:t>
            </a:r>
            <a:r>
              <a:rPr lang="en-US" dirty="0" err="1"/>
              <a:t>felis</a:t>
            </a:r>
            <a:r>
              <a:rPr lang="en-US" dirty="0"/>
              <a:t>, </a:t>
            </a:r>
            <a:r>
              <a:rPr lang="en-US" dirty="0" err="1"/>
              <a:t>ultricies</a:t>
            </a:r>
            <a:r>
              <a:rPr lang="en-US" dirty="0"/>
              <a:t> </a:t>
            </a:r>
            <a:r>
              <a:rPr lang="en-US" dirty="0" err="1"/>
              <a:t>nec</a:t>
            </a:r>
            <a:r>
              <a:rPr lang="en-US" dirty="0"/>
              <a:t>, </a:t>
            </a:r>
            <a:r>
              <a:rPr lang="en-US" dirty="0" err="1"/>
              <a:t>pellentesque</a:t>
            </a:r>
            <a:r>
              <a:rPr lang="en-US" dirty="0"/>
              <a:t> </a:t>
            </a:r>
            <a:r>
              <a:rPr lang="en-US" dirty="0" err="1"/>
              <a:t>eu</a:t>
            </a:r>
            <a:r>
              <a:rPr lang="en-US" dirty="0"/>
              <a:t>, </a:t>
            </a:r>
            <a:r>
              <a:rPr lang="en-US" dirty="0" err="1"/>
              <a:t>pretium</a:t>
            </a:r>
            <a:r>
              <a:rPr lang="en-US" dirty="0"/>
              <a:t> </a:t>
            </a:r>
            <a:r>
              <a:rPr lang="en-US" dirty="0" err="1"/>
              <a:t>quis</a:t>
            </a:r>
            <a:r>
              <a:rPr lang="en-US" dirty="0"/>
              <a:t>, sem.</a:t>
            </a:r>
          </a:p>
        </p:txBody>
      </p:sp>
      <p:sp>
        <p:nvSpPr>
          <p:cNvPr id="8" name="Title 1">
            <a:extLst>
              <a:ext uri="{FF2B5EF4-FFF2-40B4-BE49-F238E27FC236}">
                <a16:creationId xmlns:a16="http://schemas.microsoft.com/office/drawing/2014/main" id="{2068AA50-AAA8-4842-ABF3-40CA7CFE97D8}"/>
              </a:ext>
            </a:extLst>
          </p:cNvPr>
          <p:cNvSpPr>
            <a:spLocks noGrp="1"/>
          </p:cNvSpPr>
          <p:nvPr>
            <p:ph type="title" hasCustomPrompt="1"/>
          </p:nvPr>
        </p:nvSpPr>
        <p:spPr>
          <a:xfrm>
            <a:off x="719358" y="685156"/>
            <a:ext cx="8999926" cy="597012"/>
          </a:xfrm>
          <a:prstGeom prst="rect">
            <a:avLst/>
          </a:prstGeom>
        </p:spPr>
        <p:txBody>
          <a:bodyPr>
            <a:noAutofit/>
          </a:bodyPr>
          <a:lstStyle>
            <a:lvl1pPr>
              <a:defRPr sz="2800"/>
            </a:lvl1pPr>
          </a:lstStyle>
          <a:p>
            <a:pPr lvl="0"/>
            <a:r>
              <a:rPr lang="en-US" dirty="0"/>
              <a:t>Click to edit Master text styles</a:t>
            </a:r>
          </a:p>
        </p:txBody>
      </p:sp>
      <p:cxnSp>
        <p:nvCxnSpPr>
          <p:cNvPr id="9" name="Straight Connector 8">
            <a:extLst>
              <a:ext uri="{FF2B5EF4-FFF2-40B4-BE49-F238E27FC236}">
                <a16:creationId xmlns:a16="http://schemas.microsoft.com/office/drawing/2014/main" id="{1D7316B5-C57D-4BFE-9E05-E402A449FF88}"/>
              </a:ext>
            </a:extLst>
          </p:cNvPr>
          <p:cNvCxnSpPr/>
          <p:nvPr userDrawn="1"/>
        </p:nvCxnSpPr>
        <p:spPr>
          <a:xfrm>
            <a:off x="614785"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0" name="Text Placeholder 3">
            <a:extLst>
              <a:ext uri="{FF2B5EF4-FFF2-40B4-BE49-F238E27FC236}">
                <a16:creationId xmlns:a16="http://schemas.microsoft.com/office/drawing/2014/main" id="{B8F92057-32FC-4FC9-AF35-02473A8E4978}"/>
              </a:ext>
            </a:extLst>
          </p:cNvPr>
          <p:cNvSpPr>
            <a:spLocks noGrp="1"/>
          </p:cNvSpPr>
          <p:nvPr>
            <p:ph type="body" sz="quarter" idx="10" hasCustomPrompt="1"/>
          </p:nvPr>
        </p:nvSpPr>
        <p:spPr>
          <a:xfrm>
            <a:off x="614785"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506702601"/>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Big text 1 column">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B31A647C-A7BD-47C9-962C-55289EF4CD84}"/>
              </a:ext>
            </a:extLst>
          </p:cNvPr>
          <p:cNvSpPr>
            <a:spLocks noGrp="1"/>
          </p:cNvSpPr>
          <p:nvPr>
            <p:ph idx="1" hasCustomPrompt="1"/>
          </p:nvPr>
        </p:nvSpPr>
        <p:spPr>
          <a:xfrm>
            <a:off x="725414" y="2033625"/>
            <a:ext cx="6297178" cy="4067251"/>
          </a:xfrm>
        </p:spPr>
        <p:txBody>
          <a:bodyPr numCol="1" spcCol="274320">
            <a:noAutofit/>
          </a:bodyPr>
          <a:lstStyle>
            <a:lvl1pPr marL="91440" marR="0" indent="0" algn="l" defTabSz="914400" rtl="0" eaLnBrk="1" fontAlgn="auto" latinLnBrk="0" hangingPunct="1">
              <a:lnSpc>
                <a:spcPct val="100000"/>
              </a:lnSpc>
              <a:spcBef>
                <a:spcPts val="1000"/>
              </a:spcBef>
              <a:spcAft>
                <a:spcPts val="0"/>
              </a:spcAft>
              <a:buClr>
                <a:srgbClr val="009CD6"/>
              </a:buClr>
              <a:buSzPct val="110000"/>
              <a:buFontTx/>
              <a:buNone/>
              <a:tabLst/>
              <a:defRPr sz="2400" spc="20"/>
            </a:lvl1pPr>
            <a:lvl2pPr marL="548640" indent="0">
              <a:lnSpc>
                <a:spcPts val="2400"/>
              </a:lnSpc>
              <a:buClr>
                <a:srgbClr val="009CD6"/>
              </a:buClr>
              <a:buFontTx/>
              <a:buNone/>
              <a:defRPr sz="1800" spc="20"/>
            </a:lvl2pPr>
            <a:lvl3pPr marL="1005840" indent="0">
              <a:lnSpc>
                <a:spcPts val="2400"/>
              </a:lnSpc>
              <a:buClr>
                <a:srgbClr val="009CD6"/>
              </a:buClr>
              <a:buFontTx/>
              <a:buNone/>
              <a:defRPr sz="1800" spc="20"/>
            </a:lvl3pPr>
            <a:lvl4pPr marL="1463040" indent="0">
              <a:lnSpc>
                <a:spcPts val="2400"/>
              </a:lnSpc>
              <a:buClr>
                <a:srgbClr val="009CD6"/>
              </a:buClr>
              <a:buFontTx/>
              <a:buNone/>
              <a:defRPr sz="1800" spc="20"/>
            </a:lvl4pPr>
            <a:lvl5pPr>
              <a:buClr>
                <a:srgbClr val="5B9BD5"/>
              </a:buClr>
              <a:defRPr/>
            </a:lvl5pPr>
          </a:lstStyle>
          <a:p>
            <a:pPr lvl="0"/>
            <a:r>
              <a:rPr lang="en-US" dirty="0"/>
              <a:t>Lorem ipsum dolor sit </a:t>
            </a:r>
            <a:r>
              <a:rPr lang="en-US" dirty="0" err="1"/>
              <a:t>amet</a:t>
            </a:r>
            <a:r>
              <a:rPr lang="en-US" dirty="0"/>
              <a:t>, </a:t>
            </a:r>
            <a:r>
              <a:rPr lang="en-US" dirty="0" err="1"/>
              <a:t>consectetuer</a:t>
            </a:r>
            <a:r>
              <a:rPr lang="en-US" dirty="0"/>
              <a:t> </a:t>
            </a:r>
            <a:r>
              <a:rPr lang="en-US" dirty="0" err="1"/>
              <a:t>adipiscing</a:t>
            </a:r>
            <a:r>
              <a:rPr lang="en-US" dirty="0"/>
              <a:t> </a:t>
            </a:r>
            <a:r>
              <a:rPr lang="en-US" dirty="0" err="1"/>
              <a:t>elit</a:t>
            </a:r>
            <a:r>
              <a:rPr lang="en-US" dirty="0"/>
              <a:t>. Aenean </a:t>
            </a:r>
            <a:r>
              <a:rPr lang="en-US" dirty="0" err="1"/>
              <a:t>commodo</a:t>
            </a:r>
            <a:r>
              <a:rPr lang="en-US" dirty="0"/>
              <a:t> ligula </a:t>
            </a:r>
            <a:r>
              <a:rPr lang="en-US" dirty="0" err="1"/>
              <a:t>eget</a:t>
            </a:r>
            <a:r>
              <a:rPr lang="en-US" dirty="0"/>
              <a:t> dolor. Aenean </a:t>
            </a:r>
            <a:r>
              <a:rPr lang="en-US" dirty="0" err="1"/>
              <a:t>massa</a:t>
            </a:r>
            <a:r>
              <a:rPr lang="en-US" dirty="0"/>
              <a:t>. Cum sociis </a:t>
            </a:r>
            <a:r>
              <a:rPr lang="en-US" dirty="0" err="1"/>
              <a:t>natoque</a:t>
            </a:r>
            <a:r>
              <a:rPr lang="en-US" dirty="0"/>
              <a:t> </a:t>
            </a:r>
            <a:r>
              <a:rPr lang="en-US" dirty="0" err="1"/>
              <a:t>penatibus</a:t>
            </a:r>
            <a:r>
              <a:rPr lang="en-US" dirty="0"/>
              <a:t> et </a:t>
            </a:r>
            <a:r>
              <a:rPr lang="en-US" dirty="0" err="1"/>
              <a:t>magnis</a:t>
            </a:r>
            <a:r>
              <a:rPr lang="en-US" dirty="0"/>
              <a:t> dis parturient </a:t>
            </a:r>
            <a:r>
              <a:rPr lang="en-US" dirty="0" err="1"/>
              <a:t>montes</a:t>
            </a:r>
            <a:r>
              <a:rPr lang="en-US" dirty="0"/>
              <a:t>, </a:t>
            </a:r>
            <a:r>
              <a:rPr lang="en-US" dirty="0" err="1"/>
              <a:t>nascetur</a:t>
            </a:r>
            <a:r>
              <a:rPr lang="en-US" dirty="0"/>
              <a:t> </a:t>
            </a:r>
            <a:r>
              <a:rPr lang="en-US" dirty="0" err="1"/>
              <a:t>ridiculus</a:t>
            </a:r>
            <a:r>
              <a:rPr lang="en-US" dirty="0"/>
              <a:t> mus. Donec </a:t>
            </a:r>
            <a:r>
              <a:rPr lang="en-US" dirty="0" err="1"/>
              <a:t>quam</a:t>
            </a:r>
            <a:r>
              <a:rPr lang="en-US" dirty="0"/>
              <a:t> </a:t>
            </a:r>
            <a:r>
              <a:rPr lang="en-US" dirty="0" err="1"/>
              <a:t>felis</a:t>
            </a:r>
            <a:r>
              <a:rPr lang="en-US" dirty="0"/>
              <a:t>, </a:t>
            </a:r>
            <a:r>
              <a:rPr lang="en-US" dirty="0" err="1"/>
              <a:t>ultricies</a:t>
            </a:r>
            <a:r>
              <a:rPr lang="en-US" dirty="0"/>
              <a:t> </a:t>
            </a:r>
            <a:r>
              <a:rPr lang="en-US" dirty="0" err="1"/>
              <a:t>nec</a:t>
            </a:r>
            <a:r>
              <a:rPr lang="en-US" dirty="0"/>
              <a:t>, </a:t>
            </a:r>
            <a:r>
              <a:rPr lang="en-US" dirty="0" err="1"/>
              <a:t>pellentesque</a:t>
            </a:r>
            <a:r>
              <a:rPr lang="en-US" dirty="0"/>
              <a:t> </a:t>
            </a:r>
            <a:r>
              <a:rPr lang="en-US" dirty="0" err="1"/>
              <a:t>eu</a:t>
            </a:r>
            <a:r>
              <a:rPr lang="en-US" dirty="0"/>
              <a:t>, </a:t>
            </a:r>
            <a:r>
              <a:rPr lang="en-US" dirty="0" err="1"/>
              <a:t>pretium</a:t>
            </a:r>
            <a:r>
              <a:rPr lang="en-US" dirty="0"/>
              <a:t> </a:t>
            </a:r>
            <a:r>
              <a:rPr lang="en-US" dirty="0" err="1"/>
              <a:t>quis</a:t>
            </a:r>
            <a:r>
              <a:rPr lang="en-US" dirty="0"/>
              <a:t>, sem. </a:t>
            </a:r>
          </a:p>
        </p:txBody>
      </p:sp>
      <p:sp>
        <p:nvSpPr>
          <p:cNvPr id="8" name="Title 1">
            <a:extLst>
              <a:ext uri="{FF2B5EF4-FFF2-40B4-BE49-F238E27FC236}">
                <a16:creationId xmlns:a16="http://schemas.microsoft.com/office/drawing/2014/main" id="{2068AA50-AAA8-4842-ABF3-40CA7CFE97D8}"/>
              </a:ext>
            </a:extLst>
          </p:cNvPr>
          <p:cNvSpPr>
            <a:spLocks noGrp="1"/>
          </p:cNvSpPr>
          <p:nvPr>
            <p:ph type="title" hasCustomPrompt="1"/>
          </p:nvPr>
        </p:nvSpPr>
        <p:spPr>
          <a:xfrm>
            <a:off x="719358" y="685156"/>
            <a:ext cx="8999926" cy="597012"/>
          </a:xfrm>
          <a:prstGeom prst="rect">
            <a:avLst/>
          </a:prstGeom>
        </p:spPr>
        <p:txBody>
          <a:bodyPr>
            <a:noAutofit/>
          </a:bodyPr>
          <a:lstStyle>
            <a:lvl1pPr>
              <a:defRPr sz="2800"/>
            </a:lvl1pPr>
          </a:lstStyle>
          <a:p>
            <a:pPr lvl="0"/>
            <a:r>
              <a:rPr lang="en-US" dirty="0"/>
              <a:t>Click to edit Master text styles</a:t>
            </a:r>
          </a:p>
        </p:txBody>
      </p:sp>
      <p:cxnSp>
        <p:nvCxnSpPr>
          <p:cNvPr id="9" name="Straight Connector 8">
            <a:extLst>
              <a:ext uri="{FF2B5EF4-FFF2-40B4-BE49-F238E27FC236}">
                <a16:creationId xmlns:a16="http://schemas.microsoft.com/office/drawing/2014/main" id="{1D7316B5-C57D-4BFE-9E05-E402A449FF88}"/>
              </a:ext>
            </a:extLst>
          </p:cNvPr>
          <p:cNvCxnSpPr/>
          <p:nvPr userDrawn="1"/>
        </p:nvCxnSpPr>
        <p:spPr>
          <a:xfrm>
            <a:off x="614785"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0" name="Text Placeholder 3">
            <a:extLst>
              <a:ext uri="{FF2B5EF4-FFF2-40B4-BE49-F238E27FC236}">
                <a16:creationId xmlns:a16="http://schemas.microsoft.com/office/drawing/2014/main" id="{B8F92057-32FC-4FC9-AF35-02473A8E4978}"/>
              </a:ext>
            </a:extLst>
          </p:cNvPr>
          <p:cNvSpPr>
            <a:spLocks noGrp="1"/>
          </p:cNvSpPr>
          <p:nvPr>
            <p:ph type="body" sz="quarter" idx="10" hasCustomPrompt="1"/>
          </p:nvPr>
        </p:nvSpPr>
        <p:spPr>
          <a:xfrm>
            <a:off x="614785"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1564074321"/>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Big text aligned right + Italic">
    <p:spTree>
      <p:nvGrpSpPr>
        <p:cNvPr id="1" name=""/>
        <p:cNvGrpSpPr/>
        <p:nvPr/>
      </p:nvGrpSpPr>
      <p:grpSpPr>
        <a:xfrm>
          <a:off x="0" y="0"/>
          <a:ext cx="0" cy="0"/>
          <a:chOff x="0" y="0"/>
          <a:chExt cx="0" cy="0"/>
        </a:xfrm>
      </p:grpSpPr>
      <p:cxnSp>
        <p:nvCxnSpPr>
          <p:cNvPr id="9" name="Straight Connector 8">
            <a:extLst>
              <a:ext uri="{FF2B5EF4-FFF2-40B4-BE49-F238E27FC236}">
                <a16:creationId xmlns:a16="http://schemas.microsoft.com/office/drawing/2014/main" id="{1D7316B5-C57D-4BFE-9E05-E402A449FF88}"/>
              </a:ext>
            </a:extLst>
          </p:cNvPr>
          <p:cNvCxnSpPr/>
          <p:nvPr userDrawn="1"/>
        </p:nvCxnSpPr>
        <p:spPr>
          <a:xfrm>
            <a:off x="614785"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0" name="Text Placeholder 3">
            <a:extLst>
              <a:ext uri="{FF2B5EF4-FFF2-40B4-BE49-F238E27FC236}">
                <a16:creationId xmlns:a16="http://schemas.microsoft.com/office/drawing/2014/main" id="{B8F92057-32FC-4FC9-AF35-02473A8E4978}"/>
              </a:ext>
            </a:extLst>
          </p:cNvPr>
          <p:cNvSpPr>
            <a:spLocks noGrp="1"/>
          </p:cNvSpPr>
          <p:nvPr>
            <p:ph type="body" sz="quarter" idx="10" hasCustomPrompt="1"/>
          </p:nvPr>
        </p:nvSpPr>
        <p:spPr>
          <a:xfrm>
            <a:off x="614785" y="313371"/>
            <a:ext cx="4554538" cy="308803"/>
          </a:xfrm>
        </p:spPr>
        <p:txBody>
          <a:bodyPr anchor="ctr"/>
          <a:lstStyle>
            <a:lvl1pPr marL="91440" indent="0">
              <a:buNone/>
              <a:defRPr sz="1600">
                <a:solidFill>
                  <a:schemeClr val="accent2"/>
                </a:solidFill>
              </a:defRPr>
            </a:lvl1pPr>
          </a:lstStyle>
          <a:p>
            <a:pPr lvl="0"/>
            <a:r>
              <a:rPr lang="en-US"/>
              <a:t>Click to edit section name</a:t>
            </a:r>
            <a:endParaRPr lang="en-US" dirty="0"/>
          </a:p>
        </p:txBody>
      </p:sp>
      <p:sp>
        <p:nvSpPr>
          <p:cNvPr id="6" name="Shape 610" hidden="1">
            <a:extLst>
              <a:ext uri="{FF2B5EF4-FFF2-40B4-BE49-F238E27FC236}">
                <a16:creationId xmlns:a16="http://schemas.microsoft.com/office/drawing/2014/main" id="{C5B068B2-AEB9-41E6-AB3C-EA87FFB0FE76}"/>
              </a:ext>
            </a:extLst>
          </p:cNvPr>
          <p:cNvSpPr/>
          <p:nvPr userDrawn="1"/>
        </p:nvSpPr>
        <p:spPr>
          <a:xfrm>
            <a:off x="510238" y="2132869"/>
            <a:ext cx="6303518" cy="3103212"/>
          </a:xfrm>
          <a:prstGeom prst="rect">
            <a:avLst/>
          </a:prstGeom>
          <a:noFill/>
          <a:ln>
            <a:noFill/>
          </a:ln>
        </p:spPr>
        <p:txBody>
          <a:bodyPr lIns="91412" tIns="45700" rIns="91412" bIns="45700" anchor="t" anchorCtr="0">
            <a:noAutofit/>
          </a:bodyPr>
          <a:lstStyle/>
          <a:p>
            <a:pPr algn="r">
              <a:buSzPct val="25000"/>
            </a:pPr>
            <a:r>
              <a:rPr lang="en-GB" sz="2800" dirty="0">
                <a:latin typeface="Arial" panose="020B0604020202020204" pitchFamily="34" charset="0"/>
                <a:ea typeface="Roboto"/>
                <a:cs typeface="Arial" panose="020B0604020202020204" pitchFamily="34" charset="0"/>
                <a:sym typeface="Roboto"/>
              </a:rPr>
              <a:t>We have focused on </a:t>
            </a:r>
            <a:r>
              <a:rPr lang="en-GB" sz="2800" b="1" dirty="0">
                <a:latin typeface="Arial" panose="020B0604020202020204" pitchFamily="34" charset="0"/>
                <a:ea typeface="Roboto"/>
                <a:cs typeface="Arial" panose="020B0604020202020204" pitchFamily="34" charset="0"/>
                <a:sym typeface="Roboto"/>
              </a:rPr>
              <a:t>preparing and empowering BDT staff</a:t>
            </a:r>
            <a:r>
              <a:rPr lang="en-GB" sz="2800" dirty="0">
                <a:latin typeface="Arial" panose="020B0604020202020204" pitchFamily="34" charset="0"/>
                <a:ea typeface="Roboto"/>
                <a:cs typeface="Arial" panose="020B0604020202020204" pitchFamily="34" charset="0"/>
                <a:sym typeface="Roboto"/>
              </a:rPr>
              <a:t> with the tools and resources to deliver value and impact, with performance management related objectives being adjusted accordingly</a:t>
            </a:r>
          </a:p>
        </p:txBody>
      </p:sp>
      <p:sp>
        <p:nvSpPr>
          <p:cNvPr id="7" name="Subtitle 8">
            <a:extLst>
              <a:ext uri="{FF2B5EF4-FFF2-40B4-BE49-F238E27FC236}">
                <a16:creationId xmlns:a16="http://schemas.microsoft.com/office/drawing/2014/main" id="{A4620858-2872-44F6-B072-7E678A260322}"/>
              </a:ext>
            </a:extLst>
          </p:cNvPr>
          <p:cNvSpPr txBox="1">
            <a:spLocks/>
          </p:cNvSpPr>
          <p:nvPr userDrawn="1"/>
        </p:nvSpPr>
        <p:spPr>
          <a:xfrm>
            <a:off x="7295839" y="2132869"/>
            <a:ext cx="4663323" cy="4303496"/>
          </a:xfrm>
          <a:prstGeom prst="rect">
            <a:avLst/>
          </a:prstGeom>
        </p:spPr>
        <p:txBody>
          <a:bodyPr>
            <a:no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Arial" panose="020B0604020202020204" pitchFamily="34" charset="0"/>
                <a:ea typeface="+mn-ea"/>
                <a:cs typeface="Arial" panose="020B0604020202020204" pitchFamily="34" charset="0"/>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l">
              <a:lnSpc>
                <a:spcPct val="100000"/>
              </a:lnSpc>
              <a:spcBef>
                <a:spcPts val="1800"/>
              </a:spcBef>
            </a:pPr>
            <a:endParaRPr lang="en-US" i="1" dirty="0">
              <a:solidFill>
                <a:schemeClr val="bg2">
                  <a:lumMod val="25000"/>
                </a:schemeClr>
              </a:solidFill>
              <a:latin typeface="Georgia" panose="02040502050405020303" pitchFamily="18" charset="0"/>
            </a:endParaRPr>
          </a:p>
        </p:txBody>
      </p:sp>
      <p:cxnSp>
        <p:nvCxnSpPr>
          <p:cNvPr id="11" name="Straight Connector 10">
            <a:extLst>
              <a:ext uri="{FF2B5EF4-FFF2-40B4-BE49-F238E27FC236}">
                <a16:creationId xmlns:a16="http://schemas.microsoft.com/office/drawing/2014/main" id="{BE0E510D-A28B-40D0-90A9-897A15E93F85}"/>
              </a:ext>
            </a:extLst>
          </p:cNvPr>
          <p:cNvCxnSpPr>
            <a:cxnSpLocks/>
          </p:cNvCxnSpPr>
          <p:nvPr userDrawn="1"/>
        </p:nvCxnSpPr>
        <p:spPr>
          <a:xfrm>
            <a:off x="7069545" y="2248302"/>
            <a:ext cx="0" cy="3133725"/>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
        <p:nvSpPr>
          <p:cNvPr id="4" name="Text Placeholder 3">
            <a:extLst>
              <a:ext uri="{FF2B5EF4-FFF2-40B4-BE49-F238E27FC236}">
                <a16:creationId xmlns:a16="http://schemas.microsoft.com/office/drawing/2014/main" id="{5B885EC5-B7E9-4FBB-A4AE-A260C8DCB031}"/>
              </a:ext>
            </a:extLst>
          </p:cNvPr>
          <p:cNvSpPr>
            <a:spLocks noGrp="1"/>
          </p:cNvSpPr>
          <p:nvPr>
            <p:ph type="body" sz="quarter" idx="11" hasCustomPrompt="1"/>
          </p:nvPr>
        </p:nvSpPr>
        <p:spPr>
          <a:xfrm>
            <a:off x="503238" y="2133600"/>
            <a:ext cx="6297612" cy="3079750"/>
          </a:xfrm>
        </p:spPr>
        <p:txBody>
          <a:bodyPr/>
          <a:lstStyle>
            <a:lvl1pPr marL="0" marR="0" indent="0" algn="r" defTabSz="914400" rtl="0" eaLnBrk="1" fontAlgn="auto" latinLnBrk="0" hangingPunct="1">
              <a:lnSpc>
                <a:spcPct val="100000"/>
              </a:lnSpc>
              <a:spcBef>
                <a:spcPts val="0"/>
              </a:spcBef>
              <a:spcAft>
                <a:spcPts val="0"/>
              </a:spcAft>
              <a:buClrTx/>
              <a:buSzPct val="25000"/>
              <a:buFontTx/>
              <a:buNone/>
              <a:tabLst/>
              <a:defRPr/>
            </a:lvl1pPr>
          </a:lstStyle>
          <a:p>
            <a:pPr marL="0" marR="0" lvl="0" indent="0" algn="r" defTabSz="914400" rtl="0" eaLnBrk="1" fontAlgn="auto" latinLnBrk="0" hangingPunct="1">
              <a:lnSpc>
                <a:spcPct val="100000"/>
              </a:lnSpc>
              <a:spcBef>
                <a:spcPts val="0"/>
              </a:spcBef>
              <a:spcAft>
                <a:spcPts val="0"/>
              </a:spcAft>
              <a:buClrTx/>
              <a:buSzPct val="25000"/>
              <a:buFontTx/>
              <a:buNone/>
              <a:tabLst/>
              <a:defRPr/>
            </a:pPr>
            <a:r>
              <a:rPr kumimoji="0" lang="en-GB" sz="2800" b="0" i="0" u="none" strike="noStrike" kern="1200" cap="none" spc="0" normalizeH="0" baseline="0" noProof="0" dirty="0">
                <a:ln>
                  <a:noFill/>
                </a:ln>
                <a:solidFill>
                  <a:prstClr val="black"/>
                </a:solidFill>
                <a:effectLst/>
                <a:uLnTx/>
                <a:uFillTx/>
                <a:latin typeface="Arial" panose="020B0604020202020204" pitchFamily="34" charset="0"/>
                <a:ea typeface="Roboto"/>
                <a:cs typeface="Arial" panose="020B0604020202020204" pitchFamily="34" charset="0"/>
                <a:sym typeface="Roboto"/>
              </a:rPr>
              <a:t>We have focused on </a:t>
            </a:r>
            <a:r>
              <a:rPr kumimoji="0" lang="en-GB" sz="2800" b="1" i="0" u="none" strike="noStrike" kern="1200" cap="none" spc="0" normalizeH="0" baseline="0" noProof="0" dirty="0">
                <a:ln>
                  <a:noFill/>
                </a:ln>
                <a:solidFill>
                  <a:prstClr val="black"/>
                </a:solidFill>
                <a:effectLst/>
                <a:uLnTx/>
                <a:uFillTx/>
                <a:latin typeface="Arial" panose="020B0604020202020204" pitchFamily="34" charset="0"/>
                <a:ea typeface="Roboto"/>
                <a:cs typeface="Arial" panose="020B0604020202020204" pitchFamily="34" charset="0"/>
                <a:sym typeface="Roboto"/>
              </a:rPr>
              <a:t>preparing and empowering BDT staff</a:t>
            </a:r>
            <a:r>
              <a:rPr kumimoji="0" lang="en-GB" sz="2800" b="0" i="0" u="none" strike="noStrike" kern="1200" cap="none" spc="0" normalizeH="0" baseline="0" noProof="0" dirty="0">
                <a:ln>
                  <a:noFill/>
                </a:ln>
                <a:solidFill>
                  <a:prstClr val="black"/>
                </a:solidFill>
                <a:effectLst/>
                <a:uLnTx/>
                <a:uFillTx/>
                <a:latin typeface="Arial" panose="020B0604020202020204" pitchFamily="34" charset="0"/>
                <a:ea typeface="Roboto"/>
                <a:cs typeface="Arial" panose="020B0604020202020204" pitchFamily="34" charset="0"/>
                <a:sym typeface="Roboto"/>
              </a:rPr>
              <a:t> with the tools and resources to deliver value and impact, with performance management related objectives being adjusted accordingly</a:t>
            </a:r>
          </a:p>
          <a:p>
            <a:pPr lvl="0"/>
            <a:endParaRPr lang="en-US" dirty="0"/>
          </a:p>
        </p:txBody>
      </p:sp>
      <p:sp>
        <p:nvSpPr>
          <p:cNvPr id="12" name="Text Placeholder 11">
            <a:extLst>
              <a:ext uri="{FF2B5EF4-FFF2-40B4-BE49-F238E27FC236}">
                <a16:creationId xmlns:a16="http://schemas.microsoft.com/office/drawing/2014/main" id="{2EFC6EC8-B366-4C1C-9E18-04E70FF727B4}"/>
              </a:ext>
            </a:extLst>
          </p:cNvPr>
          <p:cNvSpPr>
            <a:spLocks noGrp="1"/>
          </p:cNvSpPr>
          <p:nvPr>
            <p:ph type="body" sz="quarter" idx="12" hasCustomPrompt="1"/>
          </p:nvPr>
        </p:nvSpPr>
        <p:spPr>
          <a:xfrm>
            <a:off x="7296150" y="2133600"/>
            <a:ext cx="4683125" cy="3856038"/>
          </a:xfrm>
        </p:spPr>
        <p:txBody>
          <a:bodyPr/>
          <a:lstStyle>
            <a:lvl1pPr marL="0" marR="0" indent="0" algn="l" defTabSz="914400" rtl="0" eaLnBrk="1" fontAlgn="auto" latinLnBrk="0" hangingPunct="1">
              <a:lnSpc>
                <a:spcPct val="100000"/>
              </a:lnSpc>
              <a:spcBef>
                <a:spcPts val="1800"/>
              </a:spcBef>
              <a:spcAft>
                <a:spcPts val="0"/>
              </a:spcAft>
              <a:buClrTx/>
              <a:buSzTx/>
              <a:buFontTx/>
              <a:buNone/>
              <a:tabLst/>
              <a:defRPr sz="2400">
                <a:solidFill>
                  <a:schemeClr val="bg2">
                    <a:lumMod val="25000"/>
                  </a:schemeClr>
                </a:solidFill>
              </a:defRPr>
            </a:lvl1pPr>
          </a:lstStyle>
          <a:p>
            <a:pPr algn="l">
              <a:lnSpc>
                <a:spcPct val="100000"/>
              </a:lnSpc>
              <a:spcBef>
                <a:spcPts val="1800"/>
              </a:spcBef>
            </a:pPr>
            <a:r>
              <a:rPr lang="en-GB" i="1" dirty="0">
                <a:solidFill>
                  <a:schemeClr val="bg2">
                    <a:lumMod val="25000"/>
                  </a:schemeClr>
                </a:solidFill>
                <a:latin typeface="Georgia" panose="02040502050405020303" pitchFamily="18" charset="0"/>
              </a:rPr>
              <a:t>Multiple RBM workshops for</a:t>
            </a:r>
            <a:br>
              <a:rPr lang="en-GB" i="1" dirty="0">
                <a:solidFill>
                  <a:schemeClr val="bg2">
                    <a:lumMod val="25000"/>
                  </a:schemeClr>
                </a:solidFill>
                <a:latin typeface="Georgia" panose="02040502050405020303" pitchFamily="18" charset="0"/>
              </a:rPr>
            </a:br>
            <a:r>
              <a:rPr lang="en-GB" i="1" dirty="0">
                <a:solidFill>
                  <a:schemeClr val="bg2">
                    <a:lumMod val="25000"/>
                  </a:schemeClr>
                </a:solidFill>
                <a:latin typeface="Georgia" panose="02040502050405020303" pitchFamily="18" charset="0"/>
              </a:rPr>
              <a:t>all HQ-based teams and Regional Offices </a:t>
            </a:r>
          </a:p>
          <a:p>
            <a:pPr algn="l">
              <a:lnSpc>
                <a:spcPct val="100000"/>
              </a:lnSpc>
              <a:spcBef>
                <a:spcPts val="1800"/>
              </a:spcBef>
            </a:pPr>
            <a:r>
              <a:rPr lang="en-GB" i="1" dirty="0">
                <a:solidFill>
                  <a:schemeClr val="bg2">
                    <a:lumMod val="25000"/>
                  </a:schemeClr>
                </a:solidFill>
                <a:latin typeface="Georgia" panose="02040502050405020303" pitchFamily="18" charset="0"/>
              </a:rPr>
              <a:t>Project Management training</a:t>
            </a:r>
          </a:p>
          <a:p>
            <a:pPr algn="l">
              <a:lnSpc>
                <a:spcPct val="100000"/>
              </a:lnSpc>
              <a:spcBef>
                <a:spcPts val="1800"/>
              </a:spcBef>
            </a:pPr>
            <a:r>
              <a:rPr lang="en-GB" i="1" dirty="0">
                <a:solidFill>
                  <a:schemeClr val="bg2">
                    <a:lumMod val="25000"/>
                  </a:schemeClr>
                </a:solidFill>
                <a:latin typeface="Georgia" panose="02040502050405020303" pitchFamily="18" charset="0"/>
              </a:rPr>
              <a:t>Communication for Development training</a:t>
            </a:r>
          </a:p>
          <a:p>
            <a:pPr algn="l">
              <a:lnSpc>
                <a:spcPct val="100000"/>
              </a:lnSpc>
              <a:spcBef>
                <a:spcPts val="1800"/>
              </a:spcBef>
            </a:pPr>
            <a:r>
              <a:rPr lang="en-GB" i="1" dirty="0">
                <a:solidFill>
                  <a:schemeClr val="bg2">
                    <a:lumMod val="25000"/>
                  </a:schemeClr>
                </a:solidFill>
                <a:latin typeface="Georgia" panose="02040502050405020303" pitchFamily="18" charset="0"/>
              </a:rPr>
              <a:t>Procurement training</a:t>
            </a:r>
            <a:endParaRPr lang="en-US" i="1" dirty="0">
              <a:solidFill>
                <a:schemeClr val="bg2">
                  <a:lumMod val="25000"/>
                </a:schemeClr>
              </a:solidFill>
              <a:latin typeface="Georgia" panose="02040502050405020303" pitchFamily="18" charset="0"/>
            </a:endParaRPr>
          </a:p>
          <a:p>
            <a:pPr lvl="0"/>
            <a:endParaRPr lang="en-US" dirty="0"/>
          </a:p>
        </p:txBody>
      </p:sp>
    </p:spTree>
    <p:extLst>
      <p:ext uri="{BB962C8B-B14F-4D97-AF65-F5344CB8AC3E}">
        <p14:creationId xmlns:p14="http://schemas.microsoft.com/office/powerpoint/2010/main" val="346337627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Lst>
  </p:timing>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Quote with big quote marks">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B31A647C-A7BD-47C9-962C-55289EF4CD84}"/>
              </a:ext>
            </a:extLst>
          </p:cNvPr>
          <p:cNvSpPr>
            <a:spLocks noGrp="1"/>
          </p:cNvSpPr>
          <p:nvPr>
            <p:ph idx="1" hasCustomPrompt="1"/>
          </p:nvPr>
        </p:nvSpPr>
        <p:spPr>
          <a:xfrm>
            <a:off x="1520946" y="2336800"/>
            <a:ext cx="9150108" cy="3764076"/>
          </a:xfrm>
        </p:spPr>
        <p:txBody>
          <a:bodyPr numCol="1" spcCol="274320">
            <a:noAutofit/>
          </a:bodyPr>
          <a:lstStyle>
            <a:lvl1pPr marL="91440" indent="0">
              <a:lnSpc>
                <a:spcPct val="100000"/>
              </a:lnSpc>
              <a:buClr>
                <a:srgbClr val="009CD6"/>
              </a:buClr>
              <a:buFontTx/>
              <a:buNone/>
              <a:defRPr sz="3200" i="1" spc="20">
                <a:latin typeface="Georgia" panose="02040502050405020303" pitchFamily="18" charset="0"/>
              </a:defRPr>
            </a:lvl1pPr>
            <a:lvl2pPr marL="548640" indent="0">
              <a:lnSpc>
                <a:spcPts val="2400"/>
              </a:lnSpc>
              <a:buClr>
                <a:srgbClr val="009CD6"/>
              </a:buClr>
              <a:buFontTx/>
              <a:buNone/>
              <a:defRPr sz="1800" spc="20"/>
            </a:lvl2pPr>
            <a:lvl3pPr marL="1005840" indent="0">
              <a:lnSpc>
                <a:spcPts val="2400"/>
              </a:lnSpc>
              <a:buClr>
                <a:srgbClr val="009CD6"/>
              </a:buClr>
              <a:buFontTx/>
              <a:buNone/>
              <a:defRPr sz="1800" spc="20"/>
            </a:lvl3pPr>
            <a:lvl4pPr marL="1463040" indent="0">
              <a:lnSpc>
                <a:spcPts val="2400"/>
              </a:lnSpc>
              <a:buClr>
                <a:srgbClr val="009CD6"/>
              </a:buClr>
              <a:buFontTx/>
              <a:buNone/>
              <a:defRPr sz="1800" spc="20"/>
            </a:lvl4pPr>
            <a:lvl5pPr>
              <a:buClr>
                <a:srgbClr val="5B9BD5"/>
              </a:buClr>
              <a:defRPr/>
            </a:lvl5pPr>
          </a:lstStyle>
          <a:p>
            <a:pPr lvl="0"/>
            <a:r>
              <a:rPr lang="en-US" dirty="0"/>
              <a:t>Lorem ipsum dolor sit </a:t>
            </a:r>
            <a:r>
              <a:rPr lang="en-US" dirty="0" err="1"/>
              <a:t>amet</a:t>
            </a:r>
            <a:r>
              <a:rPr lang="en-US" dirty="0"/>
              <a:t>, </a:t>
            </a:r>
            <a:r>
              <a:rPr lang="en-US" dirty="0" err="1"/>
              <a:t>consectetuer</a:t>
            </a:r>
            <a:r>
              <a:rPr lang="en-US" dirty="0"/>
              <a:t> </a:t>
            </a:r>
            <a:r>
              <a:rPr lang="en-US" dirty="0" err="1"/>
              <a:t>adipiscing</a:t>
            </a:r>
            <a:r>
              <a:rPr lang="en-US" dirty="0"/>
              <a:t> </a:t>
            </a:r>
            <a:r>
              <a:rPr lang="en-US" dirty="0" err="1"/>
              <a:t>elit</a:t>
            </a:r>
            <a:r>
              <a:rPr lang="en-US" dirty="0"/>
              <a:t>. Aenean </a:t>
            </a:r>
            <a:r>
              <a:rPr lang="en-US" dirty="0" err="1"/>
              <a:t>commodo</a:t>
            </a:r>
            <a:r>
              <a:rPr lang="en-US" dirty="0"/>
              <a:t> ligula </a:t>
            </a:r>
            <a:r>
              <a:rPr lang="en-US" dirty="0" err="1"/>
              <a:t>eget</a:t>
            </a:r>
            <a:r>
              <a:rPr lang="en-US" dirty="0"/>
              <a:t> dolor. Aenean </a:t>
            </a:r>
            <a:r>
              <a:rPr lang="en-US" dirty="0" err="1"/>
              <a:t>massa</a:t>
            </a:r>
            <a:r>
              <a:rPr lang="en-US" dirty="0"/>
              <a:t>. Cum sociis </a:t>
            </a:r>
            <a:r>
              <a:rPr lang="en-US" dirty="0" err="1"/>
              <a:t>natoque</a:t>
            </a:r>
            <a:r>
              <a:rPr lang="en-US" dirty="0"/>
              <a:t> </a:t>
            </a:r>
            <a:r>
              <a:rPr lang="en-US" dirty="0" err="1"/>
              <a:t>penatibus</a:t>
            </a:r>
            <a:r>
              <a:rPr lang="en-US" dirty="0"/>
              <a:t> et </a:t>
            </a:r>
            <a:r>
              <a:rPr lang="en-US" dirty="0" err="1"/>
              <a:t>magnis</a:t>
            </a:r>
            <a:r>
              <a:rPr lang="en-US" dirty="0"/>
              <a:t> dis parturient </a:t>
            </a:r>
            <a:r>
              <a:rPr lang="en-US" dirty="0" err="1"/>
              <a:t>montes</a:t>
            </a:r>
            <a:r>
              <a:rPr lang="en-US" dirty="0"/>
              <a:t>, </a:t>
            </a:r>
            <a:r>
              <a:rPr lang="en-US" dirty="0" err="1"/>
              <a:t>nascetur</a:t>
            </a:r>
            <a:r>
              <a:rPr lang="en-US" dirty="0"/>
              <a:t> </a:t>
            </a:r>
            <a:r>
              <a:rPr lang="en-US" dirty="0" err="1"/>
              <a:t>ridiculus</a:t>
            </a:r>
            <a:r>
              <a:rPr lang="en-US" dirty="0"/>
              <a:t> mus. </a:t>
            </a:r>
          </a:p>
        </p:txBody>
      </p:sp>
      <p:cxnSp>
        <p:nvCxnSpPr>
          <p:cNvPr id="9" name="Straight Connector 8">
            <a:extLst>
              <a:ext uri="{FF2B5EF4-FFF2-40B4-BE49-F238E27FC236}">
                <a16:creationId xmlns:a16="http://schemas.microsoft.com/office/drawing/2014/main" id="{1D7316B5-C57D-4BFE-9E05-E402A449FF88}"/>
              </a:ext>
            </a:extLst>
          </p:cNvPr>
          <p:cNvCxnSpPr/>
          <p:nvPr userDrawn="1"/>
        </p:nvCxnSpPr>
        <p:spPr>
          <a:xfrm>
            <a:off x="614785"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0" name="Text Placeholder 3">
            <a:extLst>
              <a:ext uri="{FF2B5EF4-FFF2-40B4-BE49-F238E27FC236}">
                <a16:creationId xmlns:a16="http://schemas.microsoft.com/office/drawing/2014/main" id="{B8F92057-32FC-4FC9-AF35-02473A8E4978}"/>
              </a:ext>
            </a:extLst>
          </p:cNvPr>
          <p:cNvSpPr>
            <a:spLocks noGrp="1"/>
          </p:cNvSpPr>
          <p:nvPr>
            <p:ph type="body" sz="quarter" idx="10" hasCustomPrompt="1"/>
          </p:nvPr>
        </p:nvSpPr>
        <p:spPr>
          <a:xfrm>
            <a:off x="614785" y="313371"/>
            <a:ext cx="4554538" cy="308803"/>
          </a:xfrm>
        </p:spPr>
        <p:txBody>
          <a:bodyPr anchor="ctr"/>
          <a:lstStyle>
            <a:lvl1pPr marL="91440" indent="0" algn="l">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1987959152"/>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Quote with photo">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B31A647C-A7BD-47C9-962C-55289EF4CD84}"/>
              </a:ext>
            </a:extLst>
          </p:cNvPr>
          <p:cNvSpPr>
            <a:spLocks noGrp="1"/>
          </p:cNvSpPr>
          <p:nvPr>
            <p:ph idx="1" hasCustomPrompt="1"/>
          </p:nvPr>
        </p:nvSpPr>
        <p:spPr>
          <a:xfrm>
            <a:off x="1520946" y="2658534"/>
            <a:ext cx="9150108" cy="3764076"/>
          </a:xfrm>
        </p:spPr>
        <p:txBody>
          <a:bodyPr numCol="1" spcCol="274320">
            <a:noAutofit/>
          </a:bodyPr>
          <a:lstStyle>
            <a:lvl1pPr marL="91440" indent="0">
              <a:lnSpc>
                <a:spcPct val="100000"/>
              </a:lnSpc>
              <a:buClr>
                <a:srgbClr val="009CD6"/>
              </a:buClr>
              <a:buFontTx/>
              <a:buNone/>
              <a:defRPr sz="3200" i="1" spc="20">
                <a:latin typeface="Georgia" panose="02040502050405020303" pitchFamily="18" charset="0"/>
              </a:defRPr>
            </a:lvl1pPr>
            <a:lvl2pPr marL="548640" indent="0">
              <a:lnSpc>
                <a:spcPts val="2400"/>
              </a:lnSpc>
              <a:buClr>
                <a:srgbClr val="009CD6"/>
              </a:buClr>
              <a:buFontTx/>
              <a:buNone/>
              <a:defRPr sz="1800" spc="20"/>
            </a:lvl2pPr>
            <a:lvl3pPr marL="1005840" indent="0">
              <a:lnSpc>
                <a:spcPts val="2400"/>
              </a:lnSpc>
              <a:buClr>
                <a:srgbClr val="009CD6"/>
              </a:buClr>
              <a:buFontTx/>
              <a:buNone/>
              <a:defRPr sz="1800" spc="20"/>
            </a:lvl3pPr>
            <a:lvl4pPr marL="1463040" indent="0">
              <a:lnSpc>
                <a:spcPts val="2400"/>
              </a:lnSpc>
              <a:buClr>
                <a:srgbClr val="009CD6"/>
              </a:buClr>
              <a:buFontTx/>
              <a:buNone/>
              <a:defRPr sz="1800" spc="20"/>
            </a:lvl4pPr>
            <a:lvl5pPr>
              <a:buClr>
                <a:srgbClr val="5B9BD5"/>
              </a:buClr>
              <a:defRPr/>
            </a:lvl5pPr>
          </a:lstStyle>
          <a:p>
            <a:pPr lvl="0"/>
            <a:r>
              <a:rPr lang="en-US" dirty="0"/>
              <a:t>“Lorem ipsum dolor sit </a:t>
            </a:r>
            <a:r>
              <a:rPr lang="en-US" dirty="0" err="1"/>
              <a:t>amet</a:t>
            </a:r>
            <a:r>
              <a:rPr lang="en-US" dirty="0"/>
              <a:t>, </a:t>
            </a:r>
            <a:r>
              <a:rPr lang="en-US" dirty="0" err="1"/>
              <a:t>consectetuer</a:t>
            </a:r>
            <a:r>
              <a:rPr lang="en-US" dirty="0"/>
              <a:t> </a:t>
            </a:r>
            <a:r>
              <a:rPr lang="en-US" dirty="0" err="1"/>
              <a:t>adipiscing</a:t>
            </a:r>
            <a:r>
              <a:rPr lang="en-US" dirty="0"/>
              <a:t> </a:t>
            </a:r>
            <a:r>
              <a:rPr lang="en-US" dirty="0" err="1"/>
              <a:t>elit</a:t>
            </a:r>
            <a:r>
              <a:rPr lang="en-US" dirty="0"/>
              <a:t>. Aenean </a:t>
            </a:r>
            <a:r>
              <a:rPr lang="en-US" dirty="0" err="1"/>
              <a:t>commodo</a:t>
            </a:r>
            <a:r>
              <a:rPr lang="en-US" dirty="0"/>
              <a:t> ligula </a:t>
            </a:r>
            <a:r>
              <a:rPr lang="en-US" dirty="0" err="1"/>
              <a:t>eget</a:t>
            </a:r>
            <a:r>
              <a:rPr lang="en-US" dirty="0"/>
              <a:t> dolor. Aenean </a:t>
            </a:r>
            <a:r>
              <a:rPr lang="en-US" dirty="0" err="1"/>
              <a:t>massa</a:t>
            </a:r>
            <a:r>
              <a:rPr lang="en-US" dirty="0"/>
              <a:t>. Cum sociis </a:t>
            </a:r>
            <a:r>
              <a:rPr lang="en-US" dirty="0" err="1"/>
              <a:t>natoque</a:t>
            </a:r>
            <a:r>
              <a:rPr lang="en-US" dirty="0"/>
              <a:t> </a:t>
            </a:r>
            <a:r>
              <a:rPr lang="en-US" dirty="0" err="1"/>
              <a:t>penatibus</a:t>
            </a:r>
            <a:r>
              <a:rPr lang="en-US" dirty="0"/>
              <a:t> et </a:t>
            </a:r>
            <a:r>
              <a:rPr lang="en-US" dirty="0" err="1"/>
              <a:t>magnis</a:t>
            </a:r>
            <a:r>
              <a:rPr lang="en-US" dirty="0"/>
              <a:t> dis parturient </a:t>
            </a:r>
            <a:r>
              <a:rPr lang="en-US" dirty="0" err="1"/>
              <a:t>montes</a:t>
            </a:r>
            <a:r>
              <a:rPr lang="en-US" dirty="0"/>
              <a:t>, </a:t>
            </a:r>
            <a:r>
              <a:rPr lang="en-US" dirty="0" err="1"/>
              <a:t>nascetur</a:t>
            </a:r>
            <a:r>
              <a:rPr lang="en-US" dirty="0"/>
              <a:t> </a:t>
            </a:r>
            <a:r>
              <a:rPr lang="en-US" dirty="0" err="1"/>
              <a:t>ridiculus</a:t>
            </a:r>
            <a:r>
              <a:rPr lang="en-US" dirty="0"/>
              <a:t> mus.” </a:t>
            </a:r>
          </a:p>
        </p:txBody>
      </p:sp>
      <p:cxnSp>
        <p:nvCxnSpPr>
          <p:cNvPr id="9" name="Straight Connector 8">
            <a:extLst>
              <a:ext uri="{FF2B5EF4-FFF2-40B4-BE49-F238E27FC236}">
                <a16:creationId xmlns:a16="http://schemas.microsoft.com/office/drawing/2014/main" id="{1D7316B5-C57D-4BFE-9E05-E402A449FF88}"/>
              </a:ext>
            </a:extLst>
          </p:cNvPr>
          <p:cNvCxnSpPr/>
          <p:nvPr userDrawn="1"/>
        </p:nvCxnSpPr>
        <p:spPr>
          <a:xfrm>
            <a:off x="614785"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0" name="Text Placeholder 3">
            <a:extLst>
              <a:ext uri="{FF2B5EF4-FFF2-40B4-BE49-F238E27FC236}">
                <a16:creationId xmlns:a16="http://schemas.microsoft.com/office/drawing/2014/main" id="{B8F92057-32FC-4FC9-AF35-02473A8E4978}"/>
              </a:ext>
            </a:extLst>
          </p:cNvPr>
          <p:cNvSpPr>
            <a:spLocks noGrp="1"/>
          </p:cNvSpPr>
          <p:nvPr>
            <p:ph type="body" sz="quarter" idx="10" hasCustomPrompt="1"/>
          </p:nvPr>
        </p:nvSpPr>
        <p:spPr>
          <a:xfrm>
            <a:off x="614785" y="313371"/>
            <a:ext cx="4554538" cy="308803"/>
          </a:xfrm>
        </p:spPr>
        <p:txBody>
          <a:bodyPr anchor="ctr"/>
          <a:lstStyle>
            <a:lvl1pPr marL="91440" indent="0" algn="l">
              <a:buNone/>
              <a:defRPr sz="1600">
                <a:solidFill>
                  <a:schemeClr val="accent2"/>
                </a:solidFill>
              </a:defRPr>
            </a:lvl1pPr>
          </a:lstStyle>
          <a:p>
            <a:pPr lvl="0"/>
            <a:r>
              <a:rPr lang="en-US" dirty="0"/>
              <a:t>Click to edit section name</a:t>
            </a:r>
          </a:p>
        </p:txBody>
      </p:sp>
      <p:sp>
        <p:nvSpPr>
          <p:cNvPr id="6" name="Picture Placeholder 5">
            <a:extLst>
              <a:ext uri="{FF2B5EF4-FFF2-40B4-BE49-F238E27FC236}">
                <a16:creationId xmlns:a16="http://schemas.microsoft.com/office/drawing/2014/main" id="{BE0DB947-B9BF-4F5D-BCB3-A4E551A7C958}"/>
              </a:ext>
            </a:extLst>
          </p:cNvPr>
          <p:cNvSpPr>
            <a:spLocks noGrp="1"/>
          </p:cNvSpPr>
          <p:nvPr>
            <p:ph type="pic" sz="quarter" idx="11" hasCustomPrompt="1"/>
          </p:nvPr>
        </p:nvSpPr>
        <p:spPr>
          <a:xfrm>
            <a:off x="5473700" y="1215232"/>
            <a:ext cx="1244600" cy="1244600"/>
          </a:xfrm>
          <a:prstGeom prst="flowChartConnector">
            <a:avLst/>
          </a:prstGeom>
          <a:solidFill>
            <a:schemeClr val="bg1">
              <a:lumMod val="85000"/>
            </a:schemeClr>
          </a:solidFill>
        </p:spPr>
        <p:txBody>
          <a:bodyPr anchor="ctr"/>
          <a:lstStyle>
            <a:lvl1pPr>
              <a:defRPr sz="1400" b="0"/>
            </a:lvl1pPr>
          </a:lstStyle>
          <a:p>
            <a:r>
              <a:rPr lang="en-US" dirty="0"/>
              <a:t>Insert</a:t>
            </a:r>
            <a:br>
              <a:rPr lang="en-US" dirty="0"/>
            </a:br>
            <a:r>
              <a:rPr lang="en-US" dirty="0"/>
              <a:t>Photo</a:t>
            </a:r>
          </a:p>
        </p:txBody>
      </p:sp>
    </p:spTree>
    <p:extLst>
      <p:ext uri="{BB962C8B-B14F-4D97-AF65-F5344CB8AC3E}">
        <p14:creationId xmlns:p14="http://schemas.microsoft.com/office/powerpoint/2010/main" val="106831931"/>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Title + large image (light blue bg) 2">
    <p:spTree>
      <p:nvGrpSpPr>
        <p:cNvPr id="1" name=""/>
        <p:cNvGrpSpPr/>
        <p:nvPr/>
      </p:nvGrpSpPr>
      <p:grpSpPr>
        <a:xfrm>
          <a:off x="0" y="0"/>
          <a:ext cx="0" cy="0"/>
          <a:chOff x="0" y="0"/>
          <a:chExt cx="0" cy="0"/>
        </a:xfrm>
      </p:grpSpPr>
      <p:sp>
        <p:nvSpPr>
          <p:cNvPr id="14" name="Picture Placeholder 2">
            <a:extLst>
              <a:ext uri="{FF2B5EF4-FFF2-40B4-BE49-F238E27FC236}">
                <a16:creationId xmlns:a16="http://schemas.microsoft.com/office/drawing/2014/main" id="{5ED55E9E-BFC6-411F-90A8-B7CC917CD1B5}"/>
              </a:ext>
            </a:extLst>
          </p:cNvPr>
          <p:cNvSpPr>
            <a:spLocks noGrp="1"/>
          </p:cNvSpPr>
          <p:nvPr>
            <p:ph type="pic" idx="1" hasCustomPrompt="1"/>
          </p:nvPr>
        </p:nvSpPr>
        <p:spPr>
          <a:xfrm>
            <a:off x="698526" y="1881427"/>
            <a:ext cx="10976290" cy="3985973"/>
          </a:xfrm>
        </p:spPr>
        <p:txBody>
          <a:bodyPr anchor="ctr">
            <a:normAutofit/>
          </a:bodyPr>
          <a:lstStyle>
            <a:lvl1pPr marL="0" indent="0" algn="ctr">
              <a:buNone/>
              <a:defRPr sz="4000" i="1">
                <a:solidFill>
                  <a:schemeClr val="bg1">
                    <a:lumMod val="75000"/>
                  </a:schemeClr>
                </a:solidFill>
                <a:latin typeface="Arial" panose="020B0604020202020204" pitchFamily="34" charset="0"/>
                <a:cs typeface="Arial" panose="020B0604020202020204"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Insert image here</a:t>
            </a:r>
          </a:p>
        </p:txBody>
      </p:sp>
      <p:cxnSp>
        <p:nvCxnSpPr>
          <p:cNvPr id="6" name="Straight Connector 5">
            <a:extLst>
              <a:ext uri="{FF2B5EF4-FFF2-40B4-BE49-F238E27FC236}">
                <a16:creationId xmlns:a16="http://schemas.microsoft.com/office/drawing/2014/main" id="{E7FA0E66-7846-4BCB-AE09-F966602C759F}"/>
              </a:ext>
            </a:extLst>
          </p:cNvPr>
          <p:cNvCxnSpPr/>
          <p:nvPr userDrawn="1"/>
        </p:nvCxnSpPr>
        <p:spPr>
          <a:xfrm>
            <a:off x="607468"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9" name="Text Placeholder 3">
            <a:extLst>
              <a:ext uri="{FF2B5EF4-FFF2-40B4-BE49-F238E27FC236}">
                <a16:creationId xmlns:a16="http://schemas.microsoft.com/office/drawing/2014/main" id="{CF0B2556-6FCF-4306-988D-12A70352A48D}"/>
              </a:ext>
            </a:extLst>
          </p:cNvPr>
          <p:cNvSpPr>
            <a:spLocks noGrp="1"/>
          </p:cNvSpPr>
          <p:nvPr>
            <p:ph type="body" sz="quarter" idx="10"/>
          </p:nvPr>
        </p:nvSpPr>
        <p:spPr>
          <a:xfrm>
            <a:off x="607468" y="313371"/>
            <a:ext cx="4554538" cy="308803"/>
          </a:xfrm>
        </p:spPr>
        <p:txBody>
          <a:bodyPr anchor="ctr"/>
          <a:lstStyle>
            <a:lvl1pPr marL="91440" indent="0">
              <a:buNone/>
              <a:defRPr sz="1600">
                <a:solidFill>
                  <a:schemeClr val="accent2"/>
                </a:solidFill>
              </a:defRPr>
            </a:lvl1pPr>
          </a:lstStyle>
          <a:p>
            <a:pPr lvl="0"/>
            <a:r>
              <a:rPr lang="en-US" dirty="0"/>
              <a:t>Click to edit Master text styles</a:t>
            </a:r>
          </a:p>
        </p:txBody>
      </p:sp>
      <p:sp>
        <p:nvSpPr>
          <p:cNvPr id="10" name="Title Placeholder 1">
            <a:extLst>
              <a:ext uri="{FF2B5EF4-FFF2-40B4-BE49-F238E27FC236}">
                <a16:creationId xmlns:a16="http://schemas.microsoft.com/office/drawing/2014/main" id="{B0DA0626-8521-4B9A-A854-E817A6A1230B}"/>
              </a:ext>
            </a:extLst>
          </p:cNvPr>
          <p:cNvSpPr>
            <a:spLocks noGrp="1"/>
          </p:cNvSpPr>
          <p:nvPr>
            <p:ph type="title"/>
          </p:nvPr>
        </p:nvSpPr>
        <p:spPr>
          <a:xfrm>
            <a:off x="688392" y="1231105"/>
            <a:ext cx="10515600" cy="568434"/>
          </a:xfrm>
          <a:prstGeom prst="rect">
            <a:avLst/>
          </a:prstGeom>
        </p:spPr>
        <p:txBody>
          <a:bodyPr vert="horz" lIns="91440" tIns="45720" rIns="91440" bIns="45720" rtlCol="0" anchor="t">
            <a:noAutofit/>
          </a:bodyPr>
          <a:lstStyle/>
          <a:p>
            <a:r>
              <a:rPr lang="en-US" dirty="0"/>
              <a:t>Click to edit Master title style</a:t>
            </a:r>
          </a:p>
        </p:txBody>
      </p:sp>
    </p:spTree>
    <p:extLst>
      <p:ext uri="{BB962C8B-B14F-4D97-AF65-F5344CB8AC3E}">
        <p14:creationId xmlns:p14="http://schemas.microsoft.com/office/powerpoint/2010/main" val="2362081594"/>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Blank (light blue)">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055F4467-8115-4C34-B39A-8E571F625EA9}"/>
              </a:ext>
            </a:extLst>
          </p:cNvPr>
          <p:cNvSpPr/>
          <p:nvPr userDrawn="1"/>
        </p:nvSpPr>
        <p:spPr>
          <a:xfrm>
            <a:off x="-30161" y="0"/>
            <a:ext cx="12222161" cy="6858000"/>
          </a:xfrm>
          <a:prstGeom prst="rect">
            <a:avLst/>
          </a:prstGeom>
          <a:solidFill>
            <a:srgbClr val="F5FAF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 </a:t>
            </a:r>
          </a:p>
        </p:txBody>
      </p:sp>
    </p:spTree>
    <p:extLst>
      <p:ext uri="{BB962C8B-B14F-4D97-AF65-F5344CB8AC3E}">
        <p14:creationId xmlns:p14="http://schemas.microsoft.com/office/powerpoint/2010/main" val="3067180665"/>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blank">
  <p:cSld name="Blank (white bg) ">
    <p:bg>
      <p:bgPr>
        <a:solidFill>
          <a:schemeClr val="bg1"/>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336622E0-A137-429D-BE75-779E322CE694}"/>
              </a:ext>
            </a:extLst>
          </p:cNvPr>
          <p:cNvSpPr/>
          <p:nvPr userDrawn="1"/>
        </p:nvSpPr>
        <p:spPr>
          <a:xfrm>
            <a:off x="-30161" y="0"/>
            <a:ext cx="12222161"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latin typeface="Avenir Next LT Pro" panose="020B0504020202020204" pitchFamily="34" charset="0"/>
              </a:rPr>
              <a:t> </a:t>
            </a:r>
          </a:p>
        </p:txBody>
      </p:sp>
    </p:spTree>
    <p:extLst>
      <p:ext uri="{BB962C8B-B14F-4D97-AF65-F5344CB8AC3E}">
        <p14:creationId xmlns:p14="http://schemas.microsoft.com/office/powerpoint/2010/main" val="105035650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slideLayout" Target="../slideLayouts/slideLayout12.xml"/><Relationship Id="rId13" Type="http://schemas.openxmlformats.org/officeDocument/2006/relationships/slideLayout" Target="../slideLayouts/slideLayout13.xml"/><Relationship Id="rId14" Type="http://schemas.openxmlformats.org/officeDocument/2006/relationships/slideLayout" Target="../slideLayouts/slideLayout14.xml"/><Relationship Id="rId15" Type="http://schemas.openxmlformats.org/officeDocument/2006/relationships/slideLayout" Target="../slideLayouts/slideLayout15.xml"/><Relationship Id="rId16" Type="http://schemas.openxmlformats.org/officeDocument/2006/relationships/slideLayout" Target="../slideLayouts/slideLayout16.xml"/><Relationship Id="rId17" Type="http://schemas.openxmlformats.org/officeDocument/2006/relationships/slideLayout" Target="../slideLayouts/slideLayout17.xml"/><Relationship Id="rId18" Type="http://schemas.openxmlformats.org/officeDocument/2006/relationships/theme" Target="../theme/theme1.xml"/></Relationships>
</file>

<file path=ppt/slideMasters/_rels/slideMaster2.xml.rels><?xml version='1.0' encoding='UTF-8' standalone='yes'?>
<Relationships xmlns="http://schemas.openxmlformats.org/package/2006/relationships"><Relationship Id="rId1" Type="http://schemas.openxmlformats.org/officeDocument/2006/relationships/slideLayout" Target="../slideLayouts/slideLayout18.xml"/><Relationship Id="rId2" Type="http://schemas.openxmlformats.org/officeDocument/2006/relationships/slideLayout" Target="../slideLayouts/slideLayout19.xml"/><Relationship Id="rId3" Type="http://schemas.openxmlformats.org/officeDocument/2006/relationships/slideLayout" Target="../slideLayouts/slideLayout20.xml"/><Relationship Id="rId4" Type="http://schemas.openxmlformats.org/officeDocument/2006/relationships/theme" Target="../theme/theme2.xml"/></Relationships>
</file>

<file path=ppt/slideMasters/_rels/slideMaster3.xml.rels><?xml version='1.0' encoding='UTF-8' standalone='yes'?>
<Relationships xmlns="http://schemas.openxmlformats.org/package/2006/relationships"><Relationship Id="rId1" Type="http://schemas.openxmlformats.org/officeDocument/2006/relationships/slideLayout" Target="../slideLayouts/slideLayout21.xml"/><Relationship Id="rId2" Type="http://schemas.openxmlformats.org/officeDocument/2006/relationships/slideLayout" Target="../slideLayouts/slideLayout22.xml"/><Relationship Id="rId3" Type="http://schemas.openxmlformats.org/officeDocument/2006/relationships/theme" Target="../theme/theme3.xml"/></Relationships>
</file>

<file path=ppt/slideMasters/_rels/slideMaster4.xml.rels><?xml version='1.0' encoding='UTF-8' standalone='yes'?>
<Relationships xmlns="http://schemas.openxmlformats.org/package/2006/relationships"><Relationship Id="rId1" Type="http://schemas.openxmlformats.org/officeDocument/2006/relationships/slideLayout" Target="../slideLayouts/slideLayout23.xml"/><Relationship Id="rId2" Type="http://schemas.openxmlformats.org/officeDocument/2006/relationships/slideLayout" Target="../slideLayouts/slideLayout24.xml"/><Relationship Id="rId3" Type="http://schemas.openxmlformats.org/officeDocument/2006/relationships/slideLayout" Target="../slideLayouts/slideLayout25.xml"/><Relationship Id="rId4" Type="http://schemas.openxmlformats.org/officeDocument/2006/relationships/theme" Target="../theme/theme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C6C4518C-C369-4BCE-93F6-ACF7A0A4563A}"/>
              </a:ext>
            </a:extLst>
          </p:cNvPr>
          <p:cNvSpPr>
            <a:spLocks noGrp="1"/>
          </p:cNvSpPr>
          <p:nvPr>
            <p:ph type="title"/>
          </p:nvPr>
        </p:nvSpPr>
        <p:spPr>
          <a:xfrm>
            <a:off x="688392" y="879975"/>
            <a:ext cx="10515600" cy="746442"/>
          </a:xfrm>
          <a:prstGeom prst="rect">
            <a:avLst/>
          </a:prstGeom>
        </p:spPr>
        <p:txBody>
          <a:bodyPr vert="horz" lIns="91440" tIns="45720" rIns="91440" bIns="45720" rtlCol="0" anchor="t">
            <a:noAutofit/>
          </a:body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6328A0EE-5A32-42C1-8C1D-EA2BEF099C17}"/>
              </a:ext>
            </a:extLst>
          </p:cNvPr>
          <p:cNvSpPr>
            <a:spLocks noGrp="1"/>
          </p:cNvSpPr>
          <p:nvPr>
            <p:ph type="body" idx="1"/>
          </p:nvPr>
        </p:nvSpPr>
        <p:spPr>
          <a:xfrm>
            <a:off x="688392" y="1804342"/>
            <a:ext cx="10515600" cy="4351338"/>
          </a:xfrm>
          <a:prstGeom prst="rect">
            <a:avLst/>
          </a:prstGeom>
        </p:spPr>
        <p:txBody>
          <a:bodyPr vert="horz" lIns="91440" tIns="45720" rIns="91440" bIns="45720" rtlCol="0">
            <a:noAutofit/>
          </a:bodyPr>
          <a:lstStyle/>
          <a:p>
            <a:pPr lvl="0"/>
            <a:r>
              <a:rPr lang="en-US" dirty="0"/>
              <a:t>Second level</a:t>
            </a:r>
          </a:p>
          <a:p>
            <a:pPr lvl="1"/>
            <a:r>
              <a:rPr lang="en-US" dirty="0"/>
              <a:t>Third level</a:t>
            </a:r>
          </a:p>
          <a:p>
            <a:pPr lvl="2"/>
            <a:r>
              <a:rPr lang="en-US" dirty="0"/>
              <a:t>Fourth level</a:t>
            </a:r>
          </a:p>
          <a:p>
            <a:pPr lvl="3"/>
            <a:r>
              <a:rPr lang="en-US" dirty="0"/>
              <a:t>Fifth level</a:t>
            </a:r>
          </a:p>
        </p:txBody>
      </p:sp>
      <p:sp>
        <p:nvSpPr>
          <p:cNvPr id="8" name="TextBox 7">
            <a:extLst>
              <a:ext uri="{FF2B5EF4-FFF2-40B4-BE49-F238E27FC236}">
                <a16:creationId xmlns:a16="http://schemas.microsoft.com/office/drawing/2014/main" id="{69A5A063-7EAA-4705-81BD-73270FF5BA28}"/>
              </a:ext>
            </a:extLst>
          </p:cNvPr>
          <p:cNvSpPr txBox="1"/>
          <p:nvPr userDrawn="1"/>
        </p:nvSpPr>
        <p:spPr>
          <a:xfrm>
            <a:off x="9182937" y="6343130"/>
            <a:ext cx="2499360" cy="307777"/>
          </a:xfrm>
          <a:prstGeom prst="rect">
            <a:avLst/>
          </a:prstGeom>
          <a:noFill/>
        </p:spPr>
        <p:txBody>
          <a:bodyPr wrap="square" rtlCol="0">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US" sz="1400" spc="50" baseline="0" dirty="0">
                <a:solidFill>
                  <a:schemeClr val="accent2"/>
                </a:solidFill>
                <a:latin typeface="Arial" panose="020B0604020202020204" pitchFamily="34" charset="0"/>
                <a:cs typeface="Arial" panose="020B0604020202020204" pitchFamily="34" charset="0"/>
              </a:rPr>
              <a:t>www.itu.int</a:t>
            </a:r>
          </a:p>
        </p:txBody>
      </p:sp>
      <p:sp>
        <p:nvSpPr>
          <p:cNvPr id="9" name="TextBox 8">
            <a:extLst>
              <a:ext uri="{FF2B5EF4-FFF2-40B4-BE49-F238E27FC236}">
                <a16:creationId xmlns:a16="http://schemas.microsoft.com/office/drawing/2014/main" id="{F4ED357C-3FA0-42D4-850C-879BB0BE1875}"/>
              </a:ext>
            </a:extLst>
          </p:cNvPr>
          <p:cNvSpPr txBox="1"/>
          <p:nvPr userDrawn="1"/>
        </p:nvSpPr>
        <p:spPr>
          <a:xfrm>
            <a:off x="11420070" y="6345034"/>
            <a:ext cx="553720" cy="292388"/>
          </a:xfrm>
          <a:prstGeom prst="rect">
            <a:avLst/>
          </a:prstGeom>
          <a:noFill/>
        </p:spPr>
        <p:txBody>
          <a:bodyPr wrap="square" rtlCol="0">
            <a:spAutoFit/>
          </a:bodyPr>
          <a:lstStyle/>
          <a:p>
            <a:pPr algn="r"/>
            <a:fld id="{D88FE18D-1554-4525-B2E9-CBAFE9755A5A}" type="slidenum">
              <a:rPr lang="en-US" sz="1300" smtClean="0">
                <a:solidFill>
                  <a:schemeClr val="tx1"/>
                </a:solidFill>
              </a:rPr>
              <a:t>‹#›</a:t>
            </a:fld>
            <a:endParaRPr lang="en-US" sz="1300" dirty="0">
              <a:solidFill>
                <a:schemeClr val="tx1"/>
              </a:solidFill>
            </a:endParaRPr>
          </a:p>
        </p:txBody>
      </p:sp>
    </p:spTree>
    <p:extLst>
      <p:ext uri="{BB962C8B-B14F-4D97-AF65-F5344CB8AC3E}">
        <p14:creationId xmlns:p14="http://schemas.microsoft.com/office/powerpoint/2010/main" val="3452108936"/>
      </p:ext>
    </p:extLst>
  </p:cSld>
  <p:clrMap bg1="lt1" tx1="dk1" bg2="lt2" tx2="dk2" accent1="accent1" accent2="accent2" accent3="accent3" accent4="accent4" accent5="accent5" accent6="accent6" hlink="hlink" folHlink="folHlink"/>
  <p:sldLayoutIdLst>
    <p:sldLayoutId id="2147483656" r:id="rId1"/>
    <p:sldLayoutId id="2147483653" r:id="rId2"/>
    <p:sldLayoutId id="2147483652" r:id="rId3"/>
    <p:sldLayoutId id="2147483675" r:id="rId4"/>
    <p:sldLayoutId id="2147483676" r:id="rId5"/>
    <p:sldLayoutId id="2147483674" r:id="rId6"/>
    <p:sldLayoutId id="2147483672" r:id="rId7"/>
    <p:sldLayoutId id="2147483657" r:id="rId8"/>
    <p:sldLayoutId id="2147483717" r:id="rId9"/>
    <p:sldLayoutId id="2147483718" r:id="rId10"/>
    <p:sldLayoutId id="2147483719" r:id="rId11"/>
    <p:sldLayoutId id="2147483670" r:id="rId12"/>
    <p:sldLayoutId id="2147483660" r:id="rId13"/>
    <p:sldLayoutId id="2147483687" r:id="rId14"/>
    <p:sldLayoutId id="2147483707" r:id="rId15"/>
    <p:sldLayoutId id="2147483712" r:id="rId16"/>
    <p:sldLayoutId id="2147483721" r:id="rId17"/>
  </p:sldLayoutIdLst>
  <p:hf hdr="0" ftr="0" dt="0"/>
  <p:txStyles>
    <p:titleStyle>
      <a:lvl1pPr algn="l" defTabSz="914400" rtl="0" eaLnBrk="1" latinLnBrk="0" hangingPunct="1">
        <a:lnSpc>
          <a:spcPct val="90000"/>
        </a:lnSpc>
        <a:spcBef>
          <a:spcPct val="0"/>
        </a:spcBef>
        <a:buNone/>
        <a:defRPr sz="2800" b="1" kern="1200">
          <a:solidFill>
            <a:schemeClr val="tx1"/>
          </a:solidFill>
          <a:latin typeface="Arial" panose="020B0604020202020204" pitchFamily="34" charset="0"/>
          <a:ea typeface="+mj-ea"/>
          <a:cs typeface="Arial" panose="020B0604020202020204" pitchFamily="34" charset="0"/>
        </a:defRPr>
      </a:lvl1pPr>
    </p:titleStyle>
    <p:bodyStyle>
      <a:lvl1pPr marL="228600" indent="-137160" algn="l" defTabSz="914400" rtl="0" eaLnBrk="1" latinLnBrk="0" hangingPunct="1">
        <a:lnSpc>
          <a:spcPts val="2200"/>
        </a:lnSpc>
        <a:spcBef>
          <a:spcPts val="1000"/>
        </a:spcBef>
        <a:buClr>
          <a:srgbClr val="009CD6"/>
        </a:buClr>
        <a:buSzPct val="110000"/>
        <a:buFont typeface="Arial" panose="020B0604020202020204" pitchFamily="34" charset="0"/>
        <a:buChar char="•"/>
        <a:defRPr sz="1800" kern="1200" spc="0">
          <a:solidFill>
            <a:schemeClr val="tx1"/>
          </a:solidFill>
          <a:latin typeface="Arial" panose="020B0604020202020204" pitchFamily="34" charset="0"/>
          <a:ea typeface="+mn-ea"/>
          <a:cs typeface="Arial" panose="020B0604020202020204" pitchFamily="34" charset="0"/>
        </a:defRPr>
      </a:lvl1pPr>
      <a:lvl2pPr marL="685800" indent="-137160" algn="l" defTabSz="914400" rtl="0" eaLnBrk="1" latinLnBrk="0" hangingPunct="1">
        <a:lnSpc>
          <a:spcPts val="2200"/>
        </a:lnSpc>
        <a:spcBef>
          <a:spcPts val="500"/>
        </a:spcBef>
        <a:buClr>
          <a:srgbClr val="009CD6"/>
        </a:buClr>
        <a:buSzPct val="110000"/>
        <a:buFont typeface="Arial" panose="020B0604020202020204" pitchFamily="34" charset="0"/>
        <a:buChar char="•"/>
        <a:defRPr sz="1800" kern="1200" spc="0">
          <a:solidFill>
            <a:schemeClr val="tx1"/>
          </a:solidFill>
          <a:latin typeface="Arial" panose="020B0604020202020204" pitchFamily="34" charset="0"/>
          <a:ea typeface="+mn-ea"/>
          <a:cs typeface="Arial" panose="020B0604020202020204" pitchFamily="34" charset="0"/>
        </a:defRPr>
      </a:lvl2pPr>
      <a:lvl3pPr marL="1143000" indent="-137160" algn="l" defTabSz="914400" rtl="0" eaLnBrk="1" latinLnBrk="0" hangingPunct="1">
        <a:lnSpc>
          <a:spcPts val="2200"/>
        </a:lnSpc>
        <a:spcBef>
          <a:spcPts val="500"/>
        </a:spcBef>
        <a:buClr>
          <a:srgbClr val="009CD6"/>
        </a:buClr>
        <a:buSzPct val="110000"/>
        <a:buFont typeface="Arial" panose="020B0604020202020204" pitchFamily="34" charset="0"/>
        <a:buChar char="•"/>
        <a:defRPr sz="1800" kern="1200" spc="0" baseline="0">
          <a:solidFill>
            <a:schemeClr val="tx1"/>
          </a:solidFill>
          <a:latin typeface="Arial" panose="020B0604020202020204" pitchFamily="34" charset="0"/>
          <a:ea typeface="+mn-ea"/>
          <a:cs typeface="Arial" panose="020B0604020202020204" pitchFamily="34" charset="0"/>
        </a:defRPr>
      </a:lvl3pPr>
      <a:lvl4pPr marL="1600200" indent="-137160" algn="l" defTabSz="914400" rtl="0" eaLnBrk="1" latinLnBrk="0" hangingPunct="1">
        <a:lnSpc>
          <a:spcPts val="2200"/>
        </a:lnSpc>
        <a:spcBef>
          <a:spcPts val="500"/>
        </a:spcBef>
        <a:buClr>
          <a:srgbClr val="009CD6"/>
        </a:buClr>
        <a:buSzPct val="110000"/>
        <a:buFont typeface="Arial" panose="020B0604020202020204" pitchFamily="34" charset="0"/>
        <a:buChar char="•"/>
        <a:defRPr sz="1800" kern="1200" spc="0" baseline="0">
          <a:solidFill>
            <a:schemeClr val="tx1"/>
          </a:solidFill>
          <a:latin typeface="Arial" panose="020B0604020202020204" pitchFamily="34" charset="0"/>
          <a:ea typeface="+mn-ea"/>
          <a:cs typeface="Arial" panose="020B0604020202020204" pitchFamily="34" charset="0"/>
        </a:defRPr>
      </a:lvl4pPr>
      <a:lvl5pPr marL="2057400" indent="-228600" algn="l" defTabSz="914400" rtl="0" eaLnBrk="1" latinLnBrk="0" hangingPunct="1">
        <a:lnSpc>
          <a:spcPts val="2200"/>
        </a:lnSpc>
        <a:spcBef>
          <a:spcPts val="500"/>
        </a:spcBef>
        <a:buClr>
          <a:srgbClr val="00B0F0"/>
        </a:buClr>
        <a:buFont typeface="Arial" panose="020B0604020202020204" pitchFamily="34" charset="0"/>
        <a:buChar char="•"/>
        <a:defRPr sz="1800" kern="1200" spc="30" baseline="0">
          <a:solidFill>
            <a:schemeClr val="tx1"/>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C6C4518C-C369-4BCE-93F6-ACF7A0A4563A}"/>
              </a:ext>
            </a:extLst>
          </p:cNvPr>
          <p:cNvSpPr>
            <a:spLocks noGrp="1"/>
          </p:cNvSpPr>
          <p:nvPr>
            <p:ph type="title"/>
          </p:nvPr>
        </p:nvSpPr>
        <p:spPr>
          <a:xfrm>
            <a:off x="688392" y="879975"/>
            <a:ext cx="10515600" cy="746442"/>
          </a:xfrm>
          <a:prstGeom prst="rect">
            <a:avLst/>
          </a:prstGeom>
        </p:spPr>
        <p:txBody>
          <a:bodyPr vert="horz" lIns="91440" tIns="45720" rIns="91440" bIns="45720" rtlCol="0" anchor="t">
            <a:noAutofit/>
          </a:bodyPr>
          <a:lstStyle/>
          <a:p>
            <a:r>
              <a:rPr lang="en-US" dirty="0"/>
              <a:t>Click to edit Master title style</a:t>
            </a:r>
          </a:p>
        </p:txBody>
      </p:sp>
      <p:sp>
        <p:nvSpPr>
          <p:cNvPr id="3" name="Text Placeholder 2">
            <a:extLst>
              <a:ext uri="{FF2B5EF4-FFF2-40B4-BE49-F238E27FC236}">
                <a16:creationId xmlns:a16="http://schemas.microsoft.com/office/drawing/2014/main" id="{6328A0EE-5A32-42C1-8C1D-EA2BEF099C17}"/>
              </a:ext>
            </a:extLst>
          </p:cNvPr>
          <p:cNvSpPr>
            <a:spLocks noGrp="1"/>
          </p:cNvSpPr>
          <p:nvPr>
            <p:ph type="body" idx="1"/>
          </p:nvPr>
        </p:nvSpPr>
        <p:spPr>
          <a:xfrm>
            <a:off x="688392" y="1804342"/>
            <a:ext cx="10515600" cy="4351338"/>
          </a:xfrm>
          <a:prstGeom prst="rect">
            <a:avLst/>
          </a:prstGeom>
        </p:spPr>
        <p:txBody>
          <a:bodyPr vert="horz" lIns="91440" tIns="45720" rIns="91440" bIns="45720" rtlCol="0">
            <a:noAutofit/>
          </a:bodyPr>
          <a:lstStyle/>
          <a:p>
            <a:pPr lvl="0"/>
            <a:r>
              <a:rPr lang="en-US" dirty="0"/>
              <a:t>Second level</a:t>
            </a:r>
          </a:p>
          <a:p>
            <a:pPr lvl="1"/>
            <a:r>
              <a:rPr lang="en-US" dirty="0"/>
              <a:t>Third level</a:t>
            </a:r>
          </a:p>
          <a:p>
            <a:pPr lvl="2"/>
            <a:r>
              <a:rPr lang="en-US" dirty="0"/>
              <a:t>Fourth level</a:t>
            </a:r>
          </a:p>
          <a:p>
            <a:pPr lvl="3"/>
            <a:r>
              <a:rPr lang="en-US" dirty="0"/>
              <a:t>Fifth level</a:t>
            </a:r>
          </a:p>
        </p:txBody>
      </p:sp>
      <p:sp>
        <p:nvSpPr>
          <p:cNvPr id="6" name="TextBox 5">
            <a:extLst>
              <a:ext uri="{FF2B5EF4-FFF2-40B4-BE49-F238E27FC236}">
                <a16:creationId xmlns:a16="http://schemas.microsoft.com/office/drawing/2014/main" id="{693ABCAB-1B02-4C7B-89B1-A5BB0E479D06}"/>
              </a:ext>
            </a:extLst>
          </p:cNvPr>
          <p:cNvSpPr txBox="1"/>
          <p:nvPr userDrawn="1"/>
        </p:nvSpPr>
        <p:spPr>
          <a:xfrm>
            <a:off x="9182937" y="6343130"/>
            <a:ext cx="2499360" cy="307777"/>
          </a:xfrm>
          <a:prstGeom prst="rect">
            <a:avLst/>
          </a:prstGeom>
          <a:noFill/>
        </p:spPr>
        <p:txBody>
          <a:bodyPr wrap="square" rtlCol="0">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US" sz="1400" spc="50" baseline="0" dirty="0">
                <a:solidFill>
                  <a:schemeClr val="accent2"/>
                </a:solidFill>
                <a:latin typeface="Arial" panose="020B0604020202020204" pitchFamily="34" charset="0"/>
                <a:cs typeface="Arial" panose="020B0604020202020204" pitchFamily="34" charset="0"/>
              </a:rPr>
              <a:t>www.itu.int</a:t>
            </a:r>
          </a:p>
        </p:txBody>
      </p:sp>
      <p:sp>
        <p:nvSpPr>
          <p:cNvPr id="7" name="TextBox 6">
            <a:extLst>
              <a:ext uri="{FF2B5EF4-FFF2-40B4-BE49-F238E27FC236}">
                <a16:creationId xmlns:a16="http://schemas.microsoft.com/office/drawing/2014/main" id="{77662A7B-D8AC-460A-9C3E-1872390023D8}"/>
              </a:ext>
            </a:extLst>
          </p:cNvPr>
          <p:cNvSpPr txBox="1"/>
          <p:nvPr userDrawn="1"/>
        </p:nvSpPr>
        <p:spPr>
          <a:xfrm>
            <a:off x="11420070" y="6345034"/>
            <a:ext cx="553720" cy="292388"/>
          </a:xfrm>
          <a:prstGeom prst="rect">
            <a:avLst/>
          </a:prstGeom>
          <a:noFill/>
        </p:spPr>
        <p:txBody>
          <a:bodyPr wrap="square" rtlCol="0">
            <a:spAutoFit/>
          </a:bodyPr>
          <a:lstStyle/>
          <a:p>
            <a:pPr algn="r"/>
            <a:fld id="{D88FE18D-1554-4525-B2E9-CBAFE9755A5A}" type="slidenum">
              <a:rPr lang="en-US" sz="1300" smtClean="0">
                <a:solidFill>
                  <a:schemeClr val="tx1"/>
                </a:solidFill>
              </a:rPr>
              <a:t>‹#›</a:t>
            </a:fld>
            <a:endParaRPr lang="en-US" sz="1300" dirty="0">
              <a:solidFill>
                <a:schemeClr val="tx1"/>
              </a:solidFill>
            </a:endParaRPr>
          </a:p>
        </p:txBody>
      </p:sp>
    </p:spTree>
    <p:extLst>
      <p:ext uri="{BB962C8B-B14F-4D97-AF65-F5344CB8AC3E}">
        <p14:creationId xmlns:p14="http://schemas.microsoft.com/office/powerpoint/2010/main" val="1497039940"/>
      </p:ext>
    </p:extLst>
  </p:cSld>
  <p:clrMap bg1="lt1" tx1="dk1" bg2="lt2" tx2="dk2" accent1="accent1" accent2="accent2" accent3="accent3" accent4="accent4" accent5="accent5" accent6="accent6" hlink="hlink" folHlink="folHlink"/>
  <p:sldLayoutIdLst>
    <p:sldLayoutId id="2147483710" r:id="rId1"/>
    <p:sldLayoutId id="2147483716" r:id="rId2"/>
    <p:sldLayoutId id="2147483711" r:id="rId3"/>
  </p:sldLayoutIdLst>
  <p:txStyles>
    <p:titleStyle>
      <a:lvl1pPr algn="l" defTabSz="914400" rtl="0" eaLnBrk="1" latinLnBrk="0" hangingPunct="1">
        <a:lnSpc>
          <a:spcPct val="90000"/>
        </a:lnSpc>
        <a:spcBef>
          <a:spcPct val="0"/>
        </a:spcBef>
        <a:buNone/>
        <a:defRPr sz="2800" b="1" kern="1200">
          <a:solidFill>
            <a:schemeClr val="tx1"/>
          </a:solidFill>
          <a:latin typeface="Arial" panose="020B0604020202020204" pitchFamily="34" charset="0"/>
          <a:ea typeface="+mj-ea"/>
          <a:cs typeface="Arial" panose="020B0604020202020204" pitchFamily="34" charset="0"/>
        </a:defRPr>
      </a:lvl1pPr>
    </p:titleStyle>
    <p:bodyStyle>
      <a:lvl1pPr marL="228600" indent="-137160" algn="l" defTabSz="914400" rtl="0" eaLnBrk="1" latinLnBrk="0" hangingPunct="1">
        <a:lnSpc>
          <a:spcPct val="100000"/>
        </a:lnSpc>
        <a:spcBef>
          <a:spcPts val="1000"/>
        </a:spcBef>
        <a:buClr>
          <a:srgbClr val="009CD6"/>
        </a:buClr>
        <a:buSzPct val="110000"/>
        <a:buFont typeface="Arial" panose="020B0604020202020204" pitchFamily="34" charset="0"/>
        <a:buChar char="•"/>
        <a:defRPr sz="2800" kern="1200" spc="0">
          <a:solidFill>
            <a:schemeClr val="tx1"/>
          </a:solidFill>
          <a:latin typeface="Arial" panose="020B0604020202020204" pitchFamily="34" charset="0"/>
          <a:ea typeface="+mn-ea"/>
          <a:cs typeface="Arial" panose="020B0604020202020204" pitchFamily="34" charset="0"/>
        </a:defRPr>
      </a:lvl1pPr>
      <a:lvl2pPr marL="685800" indent="-137160" algn="l" defTabSz="914400" rtl="0" eaLnBrk="1" latinLnBrk="0" hangingPunct="1">
        <a:lnSpc>
          <a:spcPct val="100000"/>
        </a:lnSpc>
        <a:spcBef>
          <a:spcPts val="500"/>
        </a:spcBef>
        <a:buClr>
          <a:srgbClr val="009CD6"/>
        </a:buClr>
        <a:buSzPct val="110000"/>
        <a:buFont typeface="Arial" panose="020B0604020202020204" pitchFamily="34" charset="0"/>
        <a:buChar char="•"/>
        <a:defRPr sz="2800" kern="1200" spc="0">
          <a:solidFill>
            <a:schemeClr val="tx1"/>
          </a:solidFill>
          <a:latin typeface="Arial" panose="020B0604020202020204" pitchFamily="34" charset="0"/>
          <a:ea typeface="+mn-ea"/>
          <a:cs typeface="Arial" panose="020B0604020202020204" pitchFamily="34" charset="0"/>
        </a:defRPr>
      </a:lvl2pPr>
      <a:lvl3pPr marL="1143000" indent="-137160" algn="l" defTabSz="914400" rtl="0" eaLnBrk="1" latinLnBrk="0" hangingPunct="1">
        <a:lnSpc>
          <a:spcPct val="100000"/>
        </a:lnSpc>
        <a:spcBef>
          <a:spcPts val="500"/>
        </a:spcBef>
        <a:buClr>
          <a:srgbClr val="009CD6"/>
        </a:buClr>
        <a:buSzPct val="110000"/>
        <a:buFont typeface="Arial" panose="020B0604020202020204" pitchFamily="34" charset="0"/>
        <a:buChar char="•"/>
        <a:defRPr sz="2800" kern="1200" spc="0" baseline="0">
          <a:solidFill>
            <a:schemeClr val="tx1"/>
          </a:solidFill>
          <a:latin typeface="Arial" panose="020B0604020202020204" pitchFamily="34" charset="0"/>
          <a:ea typeface="+mn-ea"/>
          <a:cs typeface="Arial" panose="020B0604020202020204" pitchFamily="34" charset="0"/>
        </a:defRPr>
      </a:lvl3pPr>
      <a:lvl4pPr marL="1600200" indent="-137160" algn="l" defTabSz="914400" rtl="0" eaLnBrk="1" latinLnBrk="0" hangingPunct="1">
        <a:lnSpc>
          <a:spcPct val="100000"/>
        </a:lnSpc>
        <a:spcBef>
          <a:spcPts val="500"/>
        </a:spcBef>
        <a:buClr>
          <a:srgbClr val="009CD6"/>
        </a:buClr>
        <a:buSzPct val="110000"/>
        <a:buFont typeface="Arial" panose="020B0604020202020204" pitchFamily="34" charset="0"/>
        <a:buChar char="•"/>
        <a:defRPr sz="2800" kern="1200" spc="0" baseline="0">
          <a:solidFill>
            <a:schemeClr val="tx1"/>
          </a:solidFill>
          <a:latin typeface="Arial" panose="020B0604020202020204" pitchFamily="34" charset="0"/>
          <a:ea typeface="+mn-ea"/>
          <a:cs typeface="Arial" panose="020B0604020202020204" pitchFamily="34" charset="0"/>
        </a:defRPr>
      </a:lvl4pPr>
      <a:lvl5pPr marL="2057400" indent="-228600" algn="l" defTabSz="914400" rtl="0" eaLnBrk="1" latinLnBrk="0" hangingPunct="1">
        <a:lnSpc>
          <a:spcPts val="2200"/>
        </a:lnSpc>
        <a:spcBef>
          <a:spcPts val="500"/>
        </a:spcBef>
        <a:buClr>
          <a:srgbClr val="00B0F0"/>
        </a:buClr>
        <a:buFont typeface="Arial" panose="020B0604020202020204" pitchFamily="34" charset="0"/>
        <a:buChar char="•"/>
        <a:defRPr sz="1800" kern="1200" spc="30" baseline="0">
          <a:solidFill>
            <a:schemeClr val="tx1"/>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6328A0EE-5A32-42C1-8C1D-EA2BEF099C17}"/>
              </a:ext>
            </a:extLst>
          </p:cNvPr>
          <p:cNvSpPr>
            <a:spLocks noGrp="1"/>
          </p:cNvSpPr>
          <p:nvPr>
            <p:ph type="body" idx="1"/>
          </p:nvPr>
        </p:nvSpPr>
        <p:spPr>
          <a:xfrm>
            <a:off x="1816313" y="2209801"/>
            <a:ext cx="8559373" cy="3793066"/>
          </a:xfrm>
          <a:prstGeom prst="rect">
            <a:avLst/>
          </a:prstGeom>
        </p:spPr>
        <p:txBody>
          <a:bodyPr vert="horz" lIns="91440" tIns="45720" rIns="91440" bIns="45720" rtlCol="0">
            <a:noAutofit/>
          </a:bodyPr>
          <a:lstStyle/>
          <a:p>
            <a:pPr algn="ctr"/>
            <a:r>
              <a:rPr lang="en-US" sz="2800" i="1" dirty="0">
                <a:latin typeface="Georgia" panose="02040502050405020303" pitchFamily="18" charset="0"/>
              </a:rPr>
              <a:t>We grew up with the internet. </a:t>
            </a:r>
            <a:br>
              <a:rPr lang="en-US" sz="2800" i="1" dirty="0">
                <a:latin typeface="Georgia" panose="02040502050405020303" pitchFamily="18" charset="0"/>
              </a:rPr>
            </a:br>
            <a:r>
              <a:rPr lang="en-US" sz="2800" i="1" dirty="0">
                <a:latin typeface="Georgia" panose="02040502050405020303" pitchFamily="18" charset="0"/>
              </a:rPr>
              <a:t>I mean, the internet has always been here with us. The grown-ups are like ‘Wow the internet appeared’, while it is perfectly normal for us.” </a:t>
            </a:r>
          </a:p>
        </p:txBody>
      </p:sp>
      <p:sp>
        <p:nvSpPr>
          <p:cNvPr id="8" name="TextBox 7">
            <a:extLst>
              <a:ext uri="{FF2B5EF4-FFF2-40B4-BE49-F238E27FC236}">
                <a16:creationId xmlns:a16="http://schemas.microsoft.com/office/drawing/2014/main" id="{43FB8933-3AE5-487A-8B03-0B68C8923CB0}"/>
              </a:ext>
            </a:extLst>
          </p:cNvPr>
          <p:cNvSpPr txBox="1"/>
          <p:nvPr userDrawn="1"/>
        </p:nvSpPr>
        <p:spPr>
          <a:xfrm>
            <a:off x="9182937" y="6343130"/>
            <a:ext cx="2499360" cy="307777"/>
          </a:xfrm>
          <a:prstGeom prst="rect">
            <a:avLst/>
          </a:prstGeom>
          <a:noFill/>
        </p:spPr>
        <p:txBody>
          <a:bodyPr wrap="square" rtlCol="0">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US" sz="1400" spc="50" baseline="0" dirty="0">
                <a:solidFill>
                  <a:schemeClr val="accent2"/>
                </a:solidFill>
                <a:latin typeface="Arial" panose="020B0604020202020204" pitchFamily="34" charset="0"/>
                <a:cs typeface="Arial" panose="020B0604020202020204" pitchFamily="34" charset="0"/>
              </a:rPr>
              <a:t>www.itu.int</a:t>
            </a:r>
          </a:p>
        </p:txBody>
      </p:sp>
      <p:sp>
        <p:nvSpPr>
          <p:cNvPr id="9" name="TextBox 8">
            <a:extLst>
              <a:ext uri="{FF2B5EF4-FFF2-40B4-BE49-F238E27FC236}">
                <a16:creationId xmlns:a16="http://schemas.microsoft.com/office/drawing/2014/main" id="{CD9BF5BD-2163-4157-A2AF-C24DDF31C8DA}"/>
              </a:ext>
            </a:extLst>
          </p:cNvPr>
          <p:cNvSpPr txBox="1"/>
          <p:nvPr userDrawn="1"/>
        </p:nvSpPr>
        <p:spPr>
          <a:xfrm>
            <a:off x="11420070" y="6345034"/>
            <a:ext cx="553720" cy="292388"/>
          </a:xfrm>
          <a:prstGeom prst="rect">
            <a:avLst/>
          </a:prstGeom>
          <a:noFill/>
        </p:spPr>
        <p:txBody>
          <a:bodyPr wrap="square" rtlCol="0">
            <a:spAutoFit/>
          </a:bodyPr>
          <a:lstStyle/>
          <a:p>
            <a:pPr algn="r"/>
            <a:fld id="{D88FE18D-1554-4525-B2E9-CBAFE9755A5A}" type="slidenum">
              <a:rPr lang="en-US" sz="1300" smtClean="0">
                <a:solidFill>
                  <a:schemeClr val="tx1"/>
                </a:solidFill>
              </a:rPr>
              <a:t>‹#›</a:t>
            </a:fld>
            <a:endParaRPr lang="en-US" sz="1300" dirty="0">
              <a:solidFill>
                <a:schemeClr val="tx1"/>
              </a:solidFill>
            </a:endParaRPr>
          </a:p>
        </p:txBody>
      </p:sp>
    </p:spTree>
    <p:extLst>
      <p:ext uri="{BB962C8B-B14F-4D97-AF65-F5344CB8AC3E}">
        <p14:creationId xmlns:p14="http://schemas.microsoft.com/office/powerpoint/2010/main" val="157613210"/>
      </p:ext>
    </p:extLst>
  </p:cSld>
  <p:clrMap bg1="lt1" tx1="dk1" bg2="lt2" tx2="dk2" accent1="accent1" accent2="accent2" accent3="accent3" accent4="accent4" accent5="accent5" accent6="accent6" hlink="hlink" folHlink="folHlink"/>
  <p:sldLayoutIdLst>
    <p:sldLayoutId id="2147483714" r:id="rId1"/>
    <p:sldLayoutId id="2147483715" r:id="rId2"/>
  </p:sldLayoutIdLst>
  <p:txStyles>
    <p:titleStyle>
      <a:lvl1pPr algn="l" defTabSz="914400" rtl="0" eaLnBrk="1" latinLnBrk="0" hangingPunct="1">
        <a:lnSpc>
          <a:spcPct val="90000"/>
        </a:lnSpc>
        <a:spcBef>
          <a:spcPct val="0"/>
        </a:spcBef>
        <a:buNone/>
        <a:defRPr sz="2800" b="1" kern="1200">
          <a:solidFill>
            <a:schemeClr val="tx1"/>
          </a:solidFill>
          <a:latin typeface="Arial" panose="020B0604020202020204" pitchFamily="34" charset="0"/>
          <a:ea typeface="+mj-ea"/>
          <a:cs typeface="Arial" panose="020B0604020202020204" pitchFamily="34" charset="0"/>
        </a:defRPr>
      </a:lvl1pPr>
    </p:titleStyle>
    <p:bodyStyle>
      <a:lvl1pPr marL="91440" indent="0" algn="ctr" defTabSz="914400" rtl="0" eaLnBrk="1" latinLnBrk="0" hangingPunct="1">
        <a:lnSpc>
          <a:spcPct val="100000"/>
        </a:lnSpc>
        <a:spcBef>
          <a:spcPts val="1000"/>
        </a:spcBef>
        <a:buClr>
          <a:srgbClr val="009CD6"/>
        </a:buClr>
        <a:buSzPct val="110000"/>
        <a:buFontTx/>
        <a:buNone/>
        <a:defRPr sz="3600" kern="1200" spc="0">
          <a:solidFill>
            <a:schemeClr val="tx1"/>
          </a:solidFill>
          <a:latin typeface="Arial" panose="020B0604020202020204" pitchFamily="34" charset="0"/>
          <a:ea typeface="+mn-ea"/>
          <a:cs typeface="Arial" panose="020B0604020202020204" pitchFamily="34" charset="0"/>
        </a:defRPr>
      </a:lvl1pPr>
      <a:lvl2pPr marL="548640" indent="0" algn="l" defTabSz="914400" rtl="0" eaLnBrk="1" latinLnBrk="0" hangingPunct="1">
        <a:lnSpc>
          <a:spcPct val="100000"/>
        </a:lnSpc>
        <a:spcBef>
          <a:spcPts val="500"/>
        </a:spcBef>
        <a:buClr>
          <a:srgbClr val="009CD6"/>
        </a:buClr>
        <a:buSzPct val="110000"/>
        <a:buFontTx/>
        <a:buNone/>
        <a:defRPr sz="2800" kern="1200" spc="0">
          <a:solidFill>
            <a:schemeClr val="tx1"/>
          </a:solidFill>
          <a:latin typeface="Arial" panose="020B0604020202020204" pitchFamily="34" charset="0"/>
          <a:ea typeface="+mn-ea"/>
          <a:cs typeface="Arial" panose="020B0604020202020204" pitchFamily="34" charset="0"/>
        </a:defRPr>
      </a:lvl2pPr>
      <a:lvl3pPr marL="1005840" indent="0" algn="l" defTabSz="914400" rtl="0" eaLnBrk="1" latinLnBrk="0" hangingPunct="1">
        <a:lnSpc>
          <a:spcPct val="100000"/>
        </a:lnSpc>
        <a:spcBef>
          <a:spcPts val="500"/>
        </a:spcBef>
        <a:buClr>
          <a:srgbClr val="009CD6"/>
        </a:buClr>
        <a:buSzPct val="110000"/>
        <a:buFontTx/>
        <a:buNone/>
        <a:defRPr sz="2800" kern="1200" spc="0" baseline="0">
          <a:solidFill>
            <a:schemeClr val="tx1"/>
          </a:solidFill>
          <a:latin typeface="Arial" panose="020B0604020202020204" pitchFamily="34" charset="0"/>
          <a:ea typeface="+mn-ea"/>
          <a:cs typeface="Arial" panose="020B0604020202020204" pitchFamily="34" charset="0"/>
        </a:defRPr>
      </a:lvl3pPr>
      <a:lvl4pPr marL="1463040" indent="0" algn="l" defTabSz="914400" rtl="0" eaLnBrk="1" latinLnBrk="0" hangingPunct="1">
        <a:lnSpc>
          <a:spcPct val="100000"/>
        </a:lnSpc>
        <a:spcBef>
          <a:spcPts val="500"/>
        </a:spcBef>
        <a:buClr>
          <a:srgbClr val="009CD6"/>
        </a:buClr>
        <a:buSzPct val="110000"/>
        <a:buFontTx/>
        <a:buNone/>
        <a:defRPr sz="2800" kern="1200" spc="0" baseline="0">
          <a:solidFill>
            <a:schemeClr val="tx1"/>
          </a:solidFill>
          <a:latin typeface="Arial" panose="020B0604020202020204" pitchFamily="34" charset="0"/>
          <a:ea typeface="+mn-ea"/>
          <a:cs typeface="Arial" panose="020B0604020202020204" pitchFamily="34" charset="0"/>
        </a:defRPr>
      </a:lvl4pPr>
      <a:lvl5pPr marL="2057400" indent="-228600" algn="l" defTabSz="914400" rtl="0" eaLnBrk="1" latinLnBrk="0" hangingPunct="1">
        <a:lnSpc>
          <a:spcPts val="2200"/>
        </a:lnSpc>
        <a:spcBef>
          <a:spcPts val="500"/>
        </a:spcBef>
        <a:buClr>
          <a:srgbClr val="00B0F0"/>
        </a:buClr>
        <a:buFont typeface="Arial" panose="020B0604020202020204" pitchFamily="34" charset="0"/>
        <a:buChar char="•"/>
        <a:defRPr sz="1800" kern="1200" spc="30" baseline="0">
          <a:solidFill>
            <a:schemeClr val="tx1"/>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cSld>
    <p:bg>
      <p:bgPr>
        <a:solidFill>
          <a:srgbClr val="F5FAFC"/>
        </a:soli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F3903303-232A-4935-AFB3-F7B88DD729A5}"/>
              </a:ext>
            </a:extLst>
          </p:cNvPr>
          <p:cNvSpPr>
            <a:spLocks noGrp="1"/>
          </p:cNvSpPr>
          <p:nvPr>
            <p:ph type="title"/>
          </p:nvPr>
        </p:nvSpPr>
        <p:spPr>
          <a:xfrm>
            <a:off x="685893" y="879975"/>
            <a:ext cx="10515600" cy="746442"/>
          </a:xfrm>
          <a:prstGeom prst="rect">
            <a:avLst/>
          </a:prstGeom>
        </p:spPr>
        <p:txBody>
          <a:bodyPr vert="horz" lIns="91440" tIns="45720" rIns="91440" bIns="45720" rtlCol="0" anchor="t">
            <a:noAutofit/>
          </a:bodyPr>
          <a:lstStyle/>
          <a:p>
            <a:r>
              <a:rPr lang="en-US" dirty="0"/>
              <a:t>Click to edit Master title style</a:t>
            </a:r>
          </a:p>
        </p:txBody>
      </p:sp>
      <p:sp>
        <p:nvSpPr>
          <p:cNvPr id="3" name="Text Placeholder 2">
            <a:extLst>
              <a:ext uri="{FF2B5EF4-FFF2-40B4-BE49-F238E27FC236}">
                <a16:creationId xmlns:a16="http://schemas.microsoft.com/office/drawing/2014/main" id="{C8383453-70D1-44FB-B9C3-2EEFC15545D7}"/>
              </a:ext>
            </a:extLst>
          </p:cNvPr>
          <p:cNvSpPr>
            <a:spLocks noGrp="1"/>
          </p:cNvSpPr>
          <p:nvPr>
            <p:ph type="body" idx="1"/>
          </p:nvPr>
        </p:nvSpPr>
        <p:spPr>
          <a:xfrm>
            <a:off x="688392" y="1804342"/>
            <a:ext cx="10515600" cy="4351338"/>
          </a:xfrm>
          <a:prstGeom prst="rect">
            <a:avLst/>
          </a:prstGeom>
        </p:spPr>
        <p:txBody>
          <a:bodyPr vert="horz" lIns="91440" tIns="45720" rIns="91440" bIns="45720" rtlCol="0">
            <a:noAutofit/>
          </a:bodyPr>
          <a:lstStyle/>
          <a:p>
            <a:pPr marL="228600" marR="0" lvl="0" indent="-137160" algn="l" defTabSz="914400" rtl="0" eaLnBrk="1" fontAlgn="auto" latinLnBrk="0" hangingPunct="1">
              <a:lnSpc>
                <a:spcPts val="2200"/>
              </a:lnSpc>
              <a:spcBef>
                <a:spcPts val="1000"/>
              </a:spcBef>
              <a:spcAft>
                <a:spcPts val="0"/>
              </a:spcAft>
              <a:buClr>
                <a:srgbClr val="009CD6"/>
              </a:buClr>
              <a:buSzPct val="110000"/>
              <a:buFont typeface="Arial" panose="020B0604020202020204" pitchFamily="34" charset="0"/>
              <a:buChar char="•"/>
              <a:tabLst/>
              <a:defRPr/>
            </a:pPr>
            <a:r>
              <a:rPr kumimoji="0" lang="en-US" sz="18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Second level</a:t>
            </a:r>
          </a:p>
          <a:p>
            <a:pPr marL="685800" marR="0" lvl="1" indent="-137160" algn="l" defTabSz="914400" rtl="0" eaLnBrk="1" fontAlgn="auto" latinLnBrk="0" hangingPunct="1">
              <a:lnSpc>
                <a:spcPts val="2200"/>
              </a:lnSpc>
              <a:spcBef>
                <a:spcPts val="500"/>
              </a:spcBef>
              <a:spcAft>
                <a:spcPts val="0"/>
              </a:spcAft>
              <a:buClr>
                <a:srgbClr val="009CD6"/>
              </a:buClr>
              <a:buSzPct val="110000"/>
              <a:buFont typeface="Arial" panose="020B0604020202020204" pitchFamily="34" charset="0"/>
              <a:buChar char="•"/>
              <a:tabLst/>
              <a:defRPr/>
            </a:pPr>
            <a:r>
              <a:rPr kumimoji="0" lang="en-US" sz="18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Third level</a:t>
            </a:r>
          </a:p>
          <a:p>
            <a:pPr marL="1143000" marR="0" lvl="2" indent="-137160" algn="l" defTabSz="914400" rtl="0" eaLnBrk="1" fontAlgn="auto" latinLnBrk="0" hangingPunct="1">
              <a:lnSpc>
                <a:spcPts val="2200"/>
              </a:lnSpc>
              <a:spcBef>
                <a:spcPts val="500"/>
              </a:spcBef>
              <a:spcAft>
                <a:spcPts val="0"/>
              </a:spcAft>
              <a:buClr>
                <a:srgbClr val="009CD6"/>
              </a:buClr>
              <a:buSzPct val="110000"/>
              <a:buFont typeface="Arial" panose="020B0604020202020204" pitchFamily="34" charset="0"/>
              <a:buChar char="•"/>
              <a:tabLst/>
              <a:defRPr/>
            </a:pPr>
            <a:r>
              <a:rPr kumimoji="0" lang="en-US" sz="18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Fourth level</a:t>
            </a:r>
          </a:p>
          <a:p>
            <a:pPr marL="1600200" marR="0" lvl="3" indent="-137160" algn="l" defTabSz="914400" rtl="0" eaLnBrk="1" fontAlgn="auto" latinLnBrk="0" hangingPunct="1">
              <a:lnSpc>
                <a:spcPts val="2200"/>
              </a:lnSpc>
              <a:spcBef>
                <a:spcPts val="500"/>
              </a:spcBef>
              <a:spcAft>
                <a:spcPts val="0"/>
              </a:spcAft>
              <a:buClr>
                <a:srgbClr val="009CD6"/>
              </a:buClr>
              <a:buSzPct val="110000"/>
              <a:buFont typeface="Arial" panose="020B0604020202020204" pitchFamily="34" charset="0"/>
              <a:buChar char="•"/>
              <a:tabLst/>
              <a:defRPr/>
            </a:pPr>
            <a:r>
              <a:rPr kumimoji="0" lang="en-US" sz="18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Fifth level</a:t>
            </a:r>
          </a:p>
        </p:txBody>
      </p:sp>
      <p:sp>
        <p:nvSpPr>
          <p:cNvPr id="7" name="TextBox 6">
            <a:extLst>
              <a:ext uri="{FF2B5EF4-FFF2-40B4-BE49-F238E27FC236}">
                <a16:creationId xmlns:a16="http://schemas.microsoft.com/office/drawing/2014/main" id="{E9BFC052-984C-4106-B990-03A1EB3873C1}"/>
              </a:ext>
            </a:extLst>
          </p:cNvPr>
          <p:cNvSpPr txBox="1"/>
          <p:nvPr userDrawn="1"/>
        </p:nvSpPr>
        <p:spPr>
          <a:xfrm>
            <a:off x="9182937" y="6343130"/>
            <a:ext cx="2499360" cy="307777"/>
          </a:xfrm>
          <a:prstGeom prst="rect">
            <a:avLst/>
          </a:prstGeom>
          <a:noFill/>
        </p:spPr>
        <p:txBody>
          <a:bodyPr wrap="square" rtlCol="0">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US" sz="1400" spc="50" baseline="0" dirty="0">
                <a:solidFill>
                  <a:schemeClr val="accent2"/>
                </a:solidFill>
                <a:latin typeface="Arial" panose="020B0604020202020204" pitchFamily="34" charset="0"/>
                <a:cs typeface="Arial" panose="020B0604020202020204" pitchFamily="34" charset="0"/>
              </a:rPr>
              <a:t>www.itu.int</a:t>
            </a:r>
          </a:p>
        </p:txBody>
      </p:sp>
      <p:sp>
        <p:nvSpPr>
          <p:cNvPr id="8" name="TextBox 7">
            <a:extLst>
              <a:ext uri="{FF2B5EF4-FFF2-40B4-BE49-F238E27FC236}">
                <a16:creationId xmlns:a16="http://schemas.microsoft.com/office/drawing/2014/main" id="{DB202A0A-9127-4C98-B796-7DD30E32B3B1}"/>
              </a:ext>
            </a:extLst>
          </p:cNvPr>
          <p:cNvSpPr txBox="1"/>
          <p:nvPr userDrawn="1"/>
        </p:nvSpPr>
        <p:spPr>
          <a:xfrm>
            <a:off x="11420070" y="6345034"/>
            <a:ext cx="553720" cy="292388"/>
          </a:xfrm>
          <a:prstGeom prst="rect">
            <a:avLst/>
          </a:prstGeom>
          <a:noFill/>
        </p:spPr>
        <p:txBody>
          <a:bodyPr wrap="square" rtlCol="0">
            <a:spAutoFit/>
          </a:bodyPr>
          <a:lstStyle/>
          <a:p>
            <a:pPr algn="r"/>
            <a:fld id="{D88FE18D-1554-4525-B2E9-CBAFE9755A5A}" type="slidenum">
              <a:rPr lang="en-US" sz="1300" smtClean="0">
                <a:solidFill>
                  <a:schemeClr val="tx1"/>
                </a:solidFill>
              </a:rPr>
              <a:t>‹#›</a:t>
            </a:fld>
            <a:endParaRPr lang="en-US" sz="1300" dirty="0">
              <a:solidFill>
                <a:schemeClr val="tx1"/>
              </a:solidFill>
            </a:endParaRPr>
          </a:p>
        </p:txBody>
      </p:sp>
    </p:spTree>
    <p:extLst>
      <p:ext uri="{BB962C8B-B14F-4D97-AF65-F5344CB8AC3E}">
        <p14:creationId xmlns:p14="http://schemas.microsoft.com/office/powerpoint/2010/main" val="186103942"/>
      </p:ext>
    </p:extLst>
  </p:cSld>
  <p:clrMap bg1="lt1" tx1="dk1" bg2="lt2" tx2="dk2" accent1="accent1" accent2="accent2" accent3="accent3" accent4="accent4" accent5="accent5" accent6="accent6" hlink="hlink" folHlink="folHlink"/>
  <p:sldLayoutIdLst>
    <p:sldLayoutId id="2147483696" r:id="rId1"/>
    <p:sldLayoutId id="2147483678" r:id="rId2"/>
    <p:sldLayoutId id="2147483720" r:id="rId3"/>
  </p:sldLayoutIdLst>
  <p:txStyles>
    <p:titleStyle>
      <a:lvl1pPr algn="l" defTabSz="914400" rtl="0" eaLnBrk="1" latinLnBrk="0" hangingPunct="1">
        <a:lnSpc>
          <a:spcPct val="90000"/>
        </a:lnSpc>
        <a:spcBef>
          <a:spcPct val="0"/>
        </a:spcBef>
        <a:buNone/>
        <a:defRPr sz="2800" b="1"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image" Target="../media/image1.png"/><Relationship Id="rId3" Type="http://schemas.openxmlformats.org/officeDocument/2006/relationships/image" Target="../media/image2.jpeg"/><Relationship Id="rId4" Type="http://schemas.openxmlformats.org/officeDocument/2006/relationships/image" Target="../media/image3.svg"/><Relationship Id="rId5" Type="http://schemas.openxmlformats.org/officeDocument/2006/relationships/notesSlide" Target="../notesSlides/notesSlide2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7.xml"/><Relationship Id="rId2" Type="http://schemas.openxmlformats.org/officeDocument/2006/relationships/notesSlide" Target="../notesSlides/notesSlide2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49.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11" name="Straight Connector 10">
            <a:extLst>
              <a:ext uri="{FF2B5EF4-FFF2-40B4-BE49-F238E27FC236}">
                <a16:creationId xmlns:a16="http://schemas.microsoft.com/office/drawing/2014/main" id="{D9AD66F2-F7C0-4D03-9150-D28F17AC561D}"/>
              </a:ext>
            </a:extLst>
          </p:cNvPr>
          <p:cNvCxnSpPr>
            <a:cxnSpLocks/>
          </p:cNvCxnSpPr>
          <p:nvPr/>
        </p:nvCxnSpPr>
        <p:spPr>
          <a:xfrm>
            <a:off x="373021" y="2198718"/>
            <a:ext cx="6843567" cy="0"/>
          </a:xfrm>
          <a:prstGeom prst="line">
            <a:avLst/>
          </a:prstGeom>
          <a:ln w="12700">
            <a:solidFill>
              <a:srgbClr val="009CD6"/>
            </a:solidFill>
          </a:ln>
        </p:spPr>
        <p:style>
          <a:lnRef idx="1">
            <a:schemeClr val="accent1"/>
          </a:lnRef>
          <a:fillRef idx="0">
            <a:schemeClr val="accent1"/>
          </a:fillRef>
          <a:effectRef idx="0">
            <a:schemeClr val="accent1"/>
          </a:effectRef>
          <a:fontRef idx="minor">
            <a:schemeClr val="tx1"/>
          </a:fontRef>
        </p:style>
      </p:cxnSp>
      <p:sp>
        <p:nvSpPr>
          <p:cNvPr id="12" name="Title 9">
            <a:extLst>
              <a:ext uri="{FF2B5EF4-FFF2-40B4-BE49-F238E27FC236}">
                <a16:creationId xmlns:a16="http://schemas.microsoft.com/office/drawing/2014/main" id="{EEB08032-CE0E-4986-AEDF-A41026C0E8B9}"/>
              </a:ext>
            </a:extLst>
          </p:cNvPr>
          <p:cNvSpPr txBox="1">
            <a:spLocks/>
          </p:cNvSpPr>
          <p:nvPr/>
        </p:nvSpPr>
        <p:spPr>
          <a:xfrm>
            <a:off x="237734" y="702833"/>
            <a:ext cx="6432007" cy="1218817"/>
          </a:xfrm>
          <a:prstGeom prst="rect">
            <a:avLst/>
          </a:prstGeom>
        </p:spPr>
        <p:txBody>
          <a:bodyPr anchor="b">
            <a:noAutofit/>
          </a:bodyPr>
          <a:lstStyle>
            <a:lvl1pPr algn="l" defTabSz="914400" rtl="0" eaLnBrk="1" latinLnBrk="0" hangingPunct="1">
              <a:lnSpc>
                <a:spcPct val="90000"/>
              </a:lnSpc>
              <a:spcBef>
                <a:spcPct val="0"/>
              </a:spcBef>
              <a:buNone/>
              <a:defRPr sz="4000" kern="1200">
                <a:solidFill>
                  <a:schemeClr val="bg1"/>
                </a:solidFill>
                <a:latin typeface="Arial" panose="020B0604020202020204" pitchFamily="34" charset="0"/>
                <a:ea typeface="+mj-ea"/>
                <a:cs typeface="Arial" panose="020B0604020202020204" pitchFamily="34" charset="0"/>
              </a:defRPr>
            </a:lvl1pPr>
          </a:lstStyle>
          <a:p>
            <a:r>
              <a:rPr sz="3000" b="1" i="0">
                <a:solidFill>
                  <a:srgbClr val="1A1A1A"/>
                </a:solidFill>
                <a:latin typeface="Arial"/>
              </a:rPr>
              <a:t>The case for a national
Enterprise Architecture</a:t>
            </a:r>
          </a:p>
        </p:txBody>
      </p:sp>
      <p:pic>
        <p:nvPicPr>
          <p:cNvPr id="7" name="Picture 6">
            <a:extLst>
              <a:ext uri="{FF2B5EF4-FFF2-40B4-BE49-F238E27FC236}">
                <a16:creationId xmlns:a16="http://schemas.microsoft.com/office/drawing/2014/main" id="{A2066351-C569-4C4C-A096-308777FCDC32}"/>
              </a:ext>
            </a:extLst>
          </p:cNvPr>
          <p:cNvPicPr>
            <a:picLocks noChangeAspect="1"/>
          </p:cNvPicPr>
          <p:nvPr/>
        </p:nvPicPr>
        <p:blipFill>
          <a:blip r:embed="rId2">
            <a:extLst>
              <a:ext uri="{28A0092B-C50C-407E-A947-70E740481C1C}">
                <a14:useLocalDpi xmlns:a14="http://schemas.microsoft.com/office/drawing/2010/main" val="0"/>
              </a:ext>
            </a:extLst>
          </a:blip>
          <a:srcRect t="20219" b="14729"/>
          <a:stretch>
            <a:fillRect/>
          </a:stretch>
        </p:blipFill>
        <p:spPr>
          <a:xfrm>
            <a:off x="0" y="5620871"/>
            <a:ext cx="1323975" cy="1218816"/>
          </a:xfrm>
          <a:prstGeom prst="rect">
            <a:avLst/>
          </a:prstGeom>
        </p:spPr>
      </p:pic>
      <p:sp>
        <p:nvSpPr>
          <p:cNvPr id="14" name="Title 9">
            <a:extLst>
              <a:ext uri="{FF2B5EF4-FFF2-40B4-BE49-F238E27FC236}">
                <a16:creationId xmlns:a16="http://schemas.microsoft.com/office/drawing/2014/main" id="{B5087B80-3EE4-1881-0130-ED58CA625092}"/>
              </a:ext>
            </a:extLst>
          </p:cNvPr>
          <p:cNvSpPr txBox="1">
            <a:spLocks/>
          </p:cNvSpPr>
          <p:nvPr/>
        </p:nvSpPr>
        <p:spPr>
          <a:xfrm>
            <a:off x="284452" y="2475786"/>
            <a:ext cx="6382893" cy="953213"/>
          </a:xfrm>
          <a:prstGeom prst="rect">
            <a:avLst/>
          </a:prstGeom>
        </p:spPr>
        <p:txBody>
          <a:bodyPr anchor="t">
            <a:noAutofit/>
          </a:bodyPr>
          <a:lstStyle>
            <a:lvl1pPr algn="l" defTabSz="914400" rtl="0" eaLnBrk="1" latinLnBrk="0" hangingPunct="1">
              <a:lnSpc>
                <a:spcPct val="90000"/>
              </a:lnSpc>
              <a:spcBef>
                <a:spcPct val="0"/>
              </a:spcBef>
              <a:buNone/>
              <a:defRPr sz="4000" kern="1200">
                <a:solidFill>
                  <a:schemeClr val="bg1"/>
                </a:solidFill>
                <a:latin typeface="Arial" panose="020B0604020202020204" pitchFamily="34" charset="0"/>
                <a:ea typeface="+mj-ea"/>
                <a:cs typeface="Arial" panose="020B0604020202020204" pitchFamily="34" charset="0"/>
              </a:defRPr>
            </a:lvl1pPr>
          </a:lstStyle>
          <a:p>
            <a:pPr marL="0" marR="0" lvl="0" indent="0" rtl="0">
              <a:spcBef>
                <a:spcPts val="600"/>
              </a:spcBef>
              <a:spcAft>
                <a:spcPts val="0"/>
              </a:spcAft>
              <a:buNone/>
            </a:pPr>
            <a:r>
              <a:rPr sz="1600" b="1" i="0">
                <a:solidFill>
                  <a:srgbClr val="006E96"/>
                </a:solidFill>
                <a:latin typeface="Arial"/>
              </a:rPr>
              <a:t>KP1 · Government Enterprise Architecture · Module 5</a:t>
            </a:r>
          </a:p>
          <a:p>
            <a:r>
              <a:rPr sz="1400" b="0" i="0">
                <a:solidFill>
                  <a:srgbClr val="595959"/>
                </a:solidFill>
                <a:latin typeface="Arial"/>
              </a:rPr>
              <a:t>Six standalone videos for the person who commissions the architecture and makes the case upward: the evidence from four real governments, what quietly kills these programmes, the wave rollout across sectors and why the second is cheaper, the business case that wins a minister's commitment, building capability from open knowledge products — and the whole case in one piece.</a:t>
            </a:r>
          </a:p>
        </p:txBody>
      </p:sp>
      <p:sp>
        <p:nvSpPr>
          <p:cNvPr id="17" name="Title 9">
            <a:extLst>
              <a:ext uri="{FF2B5EF4-FFF2-40B4-BE49-F238E27FC236}">
                <a16:creationId xmlns:a16="http://schemas.microsoft.com/office/drawing/2014/main" id="{5E8796F7-DD26-D250-5E97-B38B22298E72}"/>
              </a:ext>
            </a:extLst>
          </p:cNvPr>
          <p:cNvSpPr txBox="1">
            <a:spLocks/>
          </p:cNvSpPr>
          <p:nvPr/>
        </p:nvSpPr>
        <p:spPr>
          <a:xfrm>
            <a:off x="284452" y="4363897"/>
            <a:ext cx="6382893" cy="953213"/>
          </a:xfrm>
          <a:prstGeom prst="rect">
            <a:avLst/>
          </a:prstGeom>
        </p:spPr>
        <p:txBody>
          <a:bodyPr anchor="t">
            <a:noAutofit/>
          </a:bodyPr>
          <a:lstStyle>
            <a:lvl1pPr algn="l" defTabSz="914400" rtl="0" eaLnBrk="1" latinLnBrk="0" hangingPunct="1">
              <a:lnSpc>
                <a:spcPct val="90000"/>
              </a:lnSpc>
              <a:spcBef>
                <a:spcPct val="0"/>
              </a:spcBef>
              <a:buNone/>
              <a:defRPr sz="4000" kern="1200">
                <a:solidFill>
                  <a:schemeClr val="bg1"/>
                </a:solidFill>
                <a:latin typeface="Arial" panose="020B0604020202020204" pitchFamily="34" charset="0"/>
                <a:ea typeface="+mj-ea"/>
                <a:cs typeface="Arial" panose="020B0604020202020204" pitchFamily="34" charset="0"/>
              </a:defRPr>
            </a:lvl1pPr>
          </a:lstStyle>
          <a:p>
            <a:pPr marL="0" marR="0" lvl="0" indent="0" rtl="0">
              <a:spcBef>
                <a:spcPts val="600"/>
              </a:spcBef>
              <a:spcAft>
                <a:spcPts val="1200"/>
              </a:spcAft>
              <a:buNone/>
            </a:pPr>
            <a:r>
              <a:rPr sz="1400" b="1" i="0">
                <a:solidFill>
                  <a:srgbClr val="1A1A1A"/>
                </a:solidFill>
                <a:latin typeface="Arial"/>
              </a:rPr>
              <a:t>Length: </a:t>
            </a:r>
            <a:r>
              <a:rPr sz="1400" b="0" i="0">
                <a:solidFill>
                  <a:srgbClr val="1A1A1A"/>
                </a:solidFill>
                <a:latin typeface="Arial"/>
              </a:rPr>
              <a:t>~23 mins across 6 videos (5.1 – 5.6)</a:t>
            </a:r>
          </a:p>
          <a:p>
            <a:r>
              <a:rPr sz="1400" b="1" i="0">
                <a:solidFill>
                  <a:srgbClr val="1A1A1A"/>
                </a:solidFill>
                <a:latin typeface="Arial"/>
              </a:rPr>
              <a:t>Target audience: </a:t>
            </a:r>
            <a:r>
              <a:rPr sz="1400" b="0" i="0">
                <a:solidFill>
                  <a:srgbClr val="1A1A1A"/>
                </a:solidFill>
                <a:latin typeface="Arial"/>
              </a:rPr>
              <a:t>Director-general · head of a sectoral ICT unit · technical secretary</a:t>
            </a:r>
          </a:p>
        </p:txBody>
      </p:sp>
      <p:sp>
        <p:nvSpPr>
          <p:cNvPr id="18" name="Rectangle 17"/>
          <p:cNvSpPr/>
          <p:nvPr/>
        </p:nvSpPr>
        <p:spPr>
          <a:xfrm>
            <a:off x="7022592" y="0"/>
            <a:ext cx="5169103" cy="6858000"/>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7452360" y="457200"/>
            <a:ext cx="4297680" cy="457200"/>
          </a:xfrm>
          <a:prstGeom prst="rect">
            <a:avLst/>
          </a:prstGeom>
          <a:noFill/>
        </p:spPr>
        <p:txBody>
          <a:bodyPr wrap="square">
            <a:spAutoFit/>
          </a:bodyPr>
          <a:lstStyle/>
          <a:p>
            <a:r>
              <a:rPr sz="1100" b="1" i="0">
                <a:solidFill>
                  <a:srgbClr val="E5F5FB"/>
                </a:solidFill>
                <a:latin typeface="Arial"/>
              </a:rPr>
              <a:t>THE CASE YOU CARRY INTO THE ROOM</a:t>
            </a:r>
          </a:p>
        </p:txBody>
      </p:sp>
      <p:sp>
        <p:nvSpPr>
          <p:cNvPr id="20" name="Rounded Rectangle 19"/>
          <p:cNvSpPr/>
          <p:nvPr/>
        </p:nvSpPr>
        <p:spPr>
          <a:xfrm>
            <a:off x="7452360" y="960120"/>
            <a:ext cx="3840480" cy="658368"/>
          </a:xfrm>
          <a:prstGeom prst="roundRect">
            <a:avLst>
              <a:gd name="adj" fmla="val 14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164592" wrap="square"/>
          <a:lstStyle/>
          <a:p>
            <a:pPr algn="ctr"/>
            <a:r>
              <a:rPr sz="1500" b="1" i="0">
                <a:solidFill>
                  <a:srgbClr val="1A1A1A"/>
                </a:solidFill>
                <a:latin typeface="Arial"/>
              </a:rPr>
              <a:t>Proven — four real governments</a:t>
            </a:r>
          </a:p>
        </p:txBody>
      </p:sp>
      <p:sp>
        <p:nvSpPr>
          <p:cNvPr id="21" name="Rounded Rectangle 20"/>
          <p:cNvSpPr/>
          <p:nvPr/>
        </p:nvSpPr>
        <p:spPr>
          <a:xfrm>
            <a:off x="7452360" y="1892808"/>
            <a:ext cx="3840480" cy="658368"/>
          </a:xfrm>
          <a:prstGeom prst="roundRect">
            <a:avLst>
              <a:gd name="adj" fmla="val 14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164592" wrap="square"/>
          <a:lstStyle/>
          <a:p>
            <a:pPr algn="ctr"/>
            <a:r>
              <a:rPr sz="1500" b="1" i="0">
                <a:solidFill>
                  <a:srgbClr val="1A1A1A"/>
                </a:solidFill>
                <a:latin typeface="Arial"/>
              </a:rPr>
              <a:t>Portable — sector after sector</a:t>
            </a:r>
          </a:p>
        </p:txBody>
      </p:sp>
      <p:sp>
        <p:nvSpPr>
          <p:cNvPr id="22" name="Rounded Rectangle 21"/>
          <p:cNvSpPr/>
          <p:nvPr/>
        </p:nvSpPr>
        <p:spPr>
          <a:xfrm>
            <a:off x="7452360" y="2825496"/>
            <a:ext cx="3840480" cy="658368"/>
          </a:xfrm>
          <a:prstGeom prst="roundRect">
            <a:avLst>
              <a:gd name="adj" fmla="val 14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164592" wrap="square"/>
          <a:lstStyle/>
          <a:p>
            <a:pPr algn="ctr"/>
            <a:r>
              <a:rPr sz="1500" b="1" i="0">
                <a:solidFill>
                  <a:srgbClr val="1A1A1A"/>
                </a:solidFill>
                <a:latin typeface="Arial"/>
              </a:rPr>
              <a:t>The commitment — the one page</a:t>
            </a:r>
          </a:p>
        </p:txBody>
      </p:sp>
      <p:sp>
        <p:nvSpPr>
          <p:cNvPr id="23" name="Rounded Rectangle 22"/>
          <p:cNvSpPr/>
          <p:nvPr/>
        </p:nvSpPr>
        <p:spPr>
          <a:xfrm>
            <a:off x="7452360" y="3758184"/>
            <a:ext cx="3840480" cy="658368"/>
          </a:xfrm>
          <a:prstGeom prst="roundRect">
            <a:avLst>
              <a:gd name="adj" fmla="val 14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164592" wrap="square"/>
          <a:lstStyle/>
          <a:p>
            <a:pPr algn="ctr"/>
            <a:r>
              <a:rPr sz="1500" b="1" i="0">
                <a:solidFill>
                  <a:srgbClr val="1A1A1A"/>
                </a:solidFill>
                <a:latin typeface="Arial"/>
              </a:rPr>
              <a:t>The capability — your own people</a:t>
            </a:r>
          </a:p>
        </p:txBody>
      </p:sp>
      <p:sp>
        <p:nvSpPr>
          <p:cNvPr id="24" name="Rounded Rectangle 23"/>
          <p:cNvSpPr/>
          <p:nvPr/>
        </p:nvSpPr>
        <p:spPr>
          <a:xfrm>
            <a:off x="7452360" y="4690872"/>
            <a:ext cx="3840480" cy="658368"/>
          </a:xfrm>
          <a:prstGeom prst="roundRect">
            <a:avLst>
              <a:gd name="adj" fmla="val 14000"/>
            </a:avLst>
          </a:prstGeom>
          <a:solidFill>
            <a:srgbClr val="006E96"/>
          </a:solidFill>
          <a:ln>
            <a:noFill/>
          </a:ln>
          <a:effectLst/>
        </p:spPr>
        <p:style>
          <a:lnRef idx="1">
            <a:schemeClr val="accent1"/>
          </a:lnRef>
          <a:fillRef idx="3">
            <a:schemeClr val="accent1"/>
          </a:fillRef>
          <a:effectRef idx="2">
            <a:schemeClr val="accent1"/>
          </a:effectRef>
          <a:fontRef idx="minor">
            <a:schemeClr val="lt1"/>
          </a:fontRef>
        </p:style>
        <p:txBody>
          <a:bodyPr rtlCol="0" anchor="ctr" lIns="164592" wrap="square"/>
          <a:lstStyle/>
          <a:p>
            <a:pPr algn="ctr"/>
            <a:r>
              <a:rPr sz="1500" b="1" i="0">
                <a:solidFill>
                  <a:srgbClr val="FFFFFF"/>
                </a:solidFill>
                <a:latin typeface="Arial"/>
              </a:rPr>
              <a:t>Necessary now, not just useful</a:t>
            </a:r>
          </a:p>
        </p:txBody>
      </p:sp>
      <p:sp>
        <p:nvSpPr>
          <p:cNvPr id="25" name="TextBox 24"/>
          <p:cNvSpPr txBox="1"/>
          <p:nvPr/>
        </p:nvSpPr>
        <p:spPr>
          <a:xfrm>
            <a:off x="7452360" y="5806440"/>
            <a:ext cx="4297680" cy="731520"/>
          </a:xfrm>
          <a:prstGeom prst="rect">
            <a:avLst/>
          </a:prstGeom>
          <a:noFill/>
        </p:spPr>
        <p:txBody>
          <a:bodyPr wrap="square">
            <a:spAutoFit/>
          </a:bodyPr>
          <a:lstStyle/>
          <a:p>
            <a:r>
              <a:rPr sz="1200" b="0" i="0">
                <a:solidFill>
                  <a:srgbClr val="FFFFFF"/>
                </a:solidFill>
                <a:latin typeface="Arial"/>
              </a:rPr>
              <a:t>4 governments · 4 killers to design out · 1 page for the minister</a:t>
            </a:r>
          </a:p>
        </p:txBody>
      </p:sp>
    </p:spTree>
    <p:extLst>
      <p:ext uri="{BB962C8B-B14F-4D97-AF65-F5344CB8AC3E}">
        <p14:creationId xmlns:p14="http://schemas.microsoft.com/office/powerpoint/2010/main" val="119680026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A0AC2A0-E28D-6524-102E-8359FE617CF6}"/>
            </a:ext>
          </a:extLst>
        </p:cNvPr>
        <p:cNvGrpSpPr/>
        <p:nvPr/>
      </p:nvGrpSpPr>
      <p:grpSpPr>
        <a:xfrm>
          <a:off x="0" y="0"/>
          <a:ext cx="0" cy="0"/>
          <a:chOff x="0" y="0"/>
          <a:chExt cx="0" cy="0"/>
        </a:xfrm>
      </p:grpSpPr>
      <p:sp>
        <p:nvSpPr>
          <p:cNvPr id="5" name="Text Placeholder 4">
            <a:extLst>
              <a:ext uri="{FF2B5EF4-FFF2-40B4-BE49-F238E27FC236}">
                <a16:creationId xmlns:a16="http://schemas.microsoft.com/office/drawing/2014/main" id="{05ECEA81-427F-77E6-3A96-077D430CC49C}"/>
              </a:ext>
            </a:extLst>
          </p:cNvPr>
          <p:cNvSpPr>
            <a:spLocks noGrp="1"/>
          </p:cNvSpPr>
          <p:nvPr>
            <p:ph type="body" sz="quarter" idx="10"/>
          </p:nvPr>
        </p:nvSpPr>
        <p:spPr/>
        <p:txBody>
          <a:bodyPr/>
          <a:lstStyle/>
          <a:p>
            <a:r>
              <a:rPr sz="1400" b="1" i="0">
                <a:solidFill>
                  <a:srgbClr val="595959"/>
                </a:solidFill>
                <a:latin typeface="Arial"/>
              </a:rPr>
              <a:t>Module 5 — six videos</a:t>
            </a:r>
          </a:p>
        </p:txBody>
      </p:sp>
      <p:sp>
        <p:nvSpPr>
          <p:cNvPr id="6" name="Text Placeholder 5">
            <a:extLst>
              <a:ext uri="{FF2B5EF4-FFF2-40B4-BE49-F238E27FC236}">
                <a16:creationId xmlns:a16="http://schemas.microsoft.com/office/drawing/2014/main" id="{F5AB7147-07E3-D061-CD69-902D615A346F}"/>
              </a:ext>
            </a:extLst>
          </p:cNvPr>
          <p:cNvSpPr>
            <a:spLocks noGrp="1"/>
          </p:cNvSpPr>
          <p:nvPr>
            <p:ph type="body" sz="quarter" idx="11"/>
          </p:nvPr>
        </p:nvSpPr>
        <p:spPr>
          <a:xfrm>
            <a:off x="503238" y="2133600"/>
            <a:ext cx="6297612" cy="3585882"/>
          </a:xfrm>
        </p:spPr>
        <p:txBody>
          <a:bodyPr/>
          <a:lstStyle/>
          <a:p>
            <a:pPr algn="l">
              <a:spcAft>
                <a:spcPts val="900"/>
              </a:spcAft>
            </a:pPr>
            <a:r>
              <a:rPr sz="1500" b="1" i="0">
                <a:solidFill>
                  <a:srgbClr val="1A1A1A"/>
                </a:solidFill>
                <a:latin typeface="Arial"/>
              </a:rPr>
              <a:t>5.1  Is this proven? Evidence from real programmes</a:t>
            </a:r>
            <a:r>
              <a:rPr sz="1200" b="0" i="0">
                <a:solidFill>
                  <a:srgbClr val="595959"/>
                </a:solidFill>
                <a:latin typeface="Arial"/>
              </a:rPr>
              <a:t>   ~4 min</a:t>
            </a:r>
          </a:p>
          <a:p>
            <a:pPr algn="l">
              <a:spcAft>
                <a:spcPts val="900"/>
              </a:spcAft>
            </a:pPr>
            <a:r>
              <a:rPr sz="1500" b="1" i="0">
                <a:solidFill>
                  <a:srgbClr val="1A1A1A"/>
                </a:solidFill>
                <a:latin typeface="Arial"/>
              </a:rPr>
              <a:t>5.2  What works, and what quietly kills them</a:t>
            </a:r>
            <a:r>
              <a:rPr sz="1200" b="0" i="0">
                <a:solidFill>
                  <a:srgbClr val="595959"/>
                </a:solidFill>
                <a:latin typeface="Arial"/>
              </a:rPr>
              <a:t>   ~3 min</a:t>
            </a:r>
          </a:p>
          <a:p>
            <a:pPr algn="l">
              <a:spcAft>
                <a:spcPts val="900"/>
              </a:spcAft>
            </a:pPr>
            <a:r>
              <a:rPr sz="1500" b="1" i="0">
                <a:solidFill>
                  <a:srgbClr val="1A1A1A"/>
                </a:solidFill>
                <a:latin typeface="Arial"/>
              </a:rPr>
              <a:t>5.3  Roll it out across sectors — the second is cheaper</a:t>
            </a:r>
            <a:r>
              <a:rPr sz="1200" b="0" i="0">
                <a:solidFill>
                  <a:srgbClr val="595959"/>
                </a:solidFill>
                <a:latin typeface="Arial"/>
              </a:rPr>
              <a:t>   ~5 min</a:t>
            </a:r>
          </a:p>
          <a:p>
            <a:pPr algn="l">
              <a:spcAft>
                <a:spcPts val="900"/>
              </a:spcAft>
            </a:pPr>
            <a:r>
              <a:rPr sz="1500" b="1" i="0">
                <a:solidFill>
                  <a:srgbClr val="1A1A1A"/>
                </a:solidFill>
                <a:latin typeface="Arial"/>
              </a:rPr>
              <a:t>5.4  Win the commitment — the business case</a:t>
            </a:r>
            <a:r>
              <a:rPr sz="1200" b="0" i="0">
                <a:solidFill>
                  <a:srgbClr val="595959"/>
                </a:solidFill>
                <a:latin typeface="Arial"/>
              </a:rPr>
              <a:t>   ~4 min</a:t>
            </a:r>
          </a:p>
          <a:p>
            <a:pPr algn="l">
              <a:spcAft>
                <a:spcPts val="900"/>
              </a:spcAft>
            </a:pPr>
            <a:r>
              <a:rPr sz="1500" b="1" i="0">
                <a:solidFill>
                  <a:srgbClr val="1A1A1A"/>
                </a:solidFill>
                <a:latin typeface="Arial"/>
              </a:rPr>
              <a:t>5.5  Build capability with open knowledge products</a:t>
            </a:r>
            <a:r>
              <a:rPr sz="1200" b="0" i="0">
                <a:solidFill>
                  <a:srgbClr val="595959"/>
                </a:solidFill>
                <a:latin typeface="Arial"/>
              </a:rPr>
              <a:t>   ~4 min</a:t>
            </a:r>
          </a:p>
          <a:p>
            <a:pPr algn="l">
              <a:spcAft>
                <a:spcPts val="900"/>
              </a:spcAft>
            </a:pPr>
            <a:r>
              <a:rPr sz="1500" b="1" i="0">
                <a:solidFill>
                  <a:srgbClr val="1A1A1A"/>
                </a:solidFill>
                <a:latin typeface="Arial"/>
              </a:rPr>
              <a:t>5.6  The closing case — proven, portable, necessary</a:t>
            </a:r>
            <a:r>
              <a:rPr sz="1200" b="0" i="0">
                <a:solidFill>
                  <a:srgbClr val="595959"/>
                </a:solidFill>
                <a:latin typeface="Arial"/>
              </a:rPr>
              <a:t>   ~3 min</a:t>
            </a:r>
          </a:p>
        </p:txBody>
      </p:sp>
      <p:sp>
        <p:nvSpPr>
          <p:cNvPr id="7" name="Text Placeholder 6">
            <a:extLst>
              <a:ext uri="{FF2B5EF4-FFF2-40B4-BE49-F238E27FC236}">
                <a16:creationId xmlns:a16="http://schemas.microsoft.com/office/drawing/2014/main" id="{645C8C6B-29A8-B1C0-3772-5822CAB07F15}"/>
              </a:ext>
            </a:extLst>
          </p:cNvPr>
          <p:cNvSpPr>
            <a:spLocks noGrp="1"/>
          </p:cNvSpPr>
          <p:nvPr>
            <p:ph type="body" sz="quarter" idx="12"/>
          </p:nvPr>
        </p:nvSpPr>
        <p:spPr/>
        <p:txBody>
          <a:bodyPr/>
          <a:lstStyle/>
          <a:p>
            <a:pPr>
              <a:spcAft>
                <a:spcPts val="1000"/>
              </a:spcAft>
            </a:pPr>
            <a:r>
              <a:rPr sz="1900" b="0" i="1">
                <a:solidFill>
                  <a:srgbClr val="1A1A1A"/>
                </a:solidFill>
                <a:latin typeface="Arial"/>
              </a:rPr>
              <a:t>Three questions decide whether this happens: is it proven, does it travel, and can I win the commitment and roll it out?</a:t>
            </a:r>
          </a:p>
          <a:p>
            <a:pPr>
              <a:spcAft>
                <a:spcPts val="1000"/>
              </a:spcAft>
            </a:pPr>
            <a:r>
              <a:rPr sz="1900" b="0" i="1">
                <a:solidFill>
                  <a:srgbClr val="1A1A1A"/>
                </a:solidFill>
                <a:latin typeface="Arial"/>
              </a:rPr>
              <a:t>This module answers all three — with the evidence, the numbers and the honest timeline — so you can make the case upward and defend it afterwards.</a:t>
            </a:r>
          </a:p>
        </p:txBody>
      </p:sp>
    </p:spTree>
    <p:extLst>
      <p:ext uri="{BB962C8B-B14F-4D97-AF65-F5344CB8AC3E}">
        <p14:creationId xmlns:p14="http://schemas.microsoft.com/office/powerpoint/2010/main" val="2895905977"/>
      </p:ext>
    </p:extLst>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822960" y="822960"/>
            <a:ext cx="7315200" cy="457200"/>
          </a:xfrm>
          <a:prstGeom prst="rect">
            <a:avLst/>
          </a:prstGeom>
          <a:noFill/>
        </p:spPr>
        <p:txBody>
          <a:bodyPr wrap="square">
            <a:spAutoFit/>
          </a:bodyPr>
          <a:lstStyle/>
          <a:p>
            <a:r>
              <a:rPr sz="1200" b="1" i="0">
                <a:solidFill>
                  <a:srgbClr val="595959"/>
                </a:solidFill>
                <a:latin typeface="Arial"/>
              </a:rPr>
              <a:t>MODULE 5 · VIDEO 5.1</a:t>
            </a:r>
          </a:p>
        </p:txBody>
      </p:sp>
      <p:sp>
        <p:nvSpPr>
          <p:cNvPr id="3" name="TextBox 2"/>
          <p:cNvSpPr txBox="1"/>
          <p:nvPr/>
        </p:nvSpPr>
        <p:spPr>
          <a:xfrm>
            <a:off x="822960" y="1828800"/>
            <a:ext cx="2011680" cy="1097280"/>
          </a:xfrm>
          <a:prstGeom prst="rect">
            <a:avLst/>
          </a:prstGeom>
          <a:noFill/>
        </p:spPr>
        <p:txBody>
          <a:bodyPr wrap="square">
            <a:spAutoFit/>
          </a:bodyPr>
          <a:lstStyle/>
          <a:p>
            <a:r>
              <a:rPr sz="6000" b="1" i="0">
                <a:solidFill>
                  <a:srgbClr val="009CD6"/>
                </a:solidFill>
                <a:latin typeface="Arial"/>
              </a:rPr>
              <a:t>5.1</a:t>
            </a:r>
          </a:p>
        </p:txBody>
      </p:sp>
      <p:sp>
        <p:nvSpPr>
          <p:cNvPr id="4" name="TextBox 3"/>
          <p:cNvSpPr txBox="1"/>
          <p:nvPr/>
        </p:nvSpPr>
        <p:spPr>
          <a:xfrm>
            <a:off x="822960" y="2880360"/>
            <a:ext cx="9601200" cy="1371600"/>
          </a:xfrm>
          <a:prstGeom prst="rect">
            <a:avLst/>
          </a:prstGeom>
          <a:noFill/>
        </p:spPr>
        <p:txBody>
          <a:bodyPr wrap="square">
            <a:spAutoFit/>
          </a:bodyPr>
          <a:lstStyle/>
          <a:p>
            <a:r>
              <a:rPr sz="3400" b="1" i="0">
                <a:solidFill>
                  <a:srgbClr val="1A1A1A"/>
                </a:solidFill>
                <a:latin typeface="Arial"/>
              </a:rPr>
              <a:t>Is this proven, or just theory? — evidence from real programmes</a:t>
            </a:r>
          </a:p>
        </p:txBody>
      </p:sp>
      <p:sp>
        <p:nvSpPr>
          <p:cNvPr id="5" name="TextBox 4"/>
          <p:cNvSpPr txBox="1"/>
          <p:nvPr/>
        </p:nvSpPr>
        <p:spPr>
          <a:xfrm>
            <a:off x="822960" y="4343400"/>
            <a:ext cx="9875520" cy="1554480"/>
          </a:xfrm>
          <a:prstGeom prst="rect">
            <a:avLst/>
          </a:prstGeom>
          <a:noFill/>
        </p:spPr>
        <p:txBody>
          <a:bodyPr wrap="square">
            <a:spAutoFit/>
          </a:bodyPr>
          <a:lstStyle/>
          <a:p>
            <a:r>
              <a:rPr sz="1700" b="0" i="1">
                <a:solidFill>
                  <a:srgbClr val="595959"/>
                </a:solidFill>
                <a:latin typeface="Arial"/>
              </a:rPr>
              <a:t>This is not a theory waiting for its first trial. Across four very different governments, the same architectural approach has already produced results — which means the question for you is not whether it works, but how to apply it where you are.</a:t>
            </a:r>
          </a:p>
        </p:txBody>
      </p:sp>
      <p:sp>
        <p:nvSpPr>
          <p:cNvPr id="6" name="TextBox 5"/>
          <p:cNvSpPr txBox="1"/>
          <p:nvPr/>
        </p:nvSpPr>
        <p:spPr>
          <a:xfrm>
            <a:off x="822960" y="5989320"/>
            <a:ext cx="7315200" cy="365760"/>
          </a:xfrm>
          <a:prstGeom prst="rect">
            <a:avLst/>
          </a:prstGeom>
          <a:noFill/>
        </p:spPr>
        <p:txBody>
          <a:bodyPr wrap="square">
            <a:spAutoFit/>
          </a:bodyPr>
          <a:lstStyle/>
          <a:p>
            <a:r>
              <a:rPr sz="1200" b="0" i="0">
                <a:solidFill>
                  <a:srgbClr val="595959"/>
                </a:solidFill>
                <a:latin typeface="Arial"/>
              </a:rPr>
              <a:t>standalone video · voice-over on text slides</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1005840" y="1325880"/>
            <a:ext cx="5486400" cy="365760"/>
          </a:xfrm>
          <a:prstGeom prst="rect">
            <a:avLst/>
          </a:prstGeom>
          <a:noFill/>
        </p:spPr>
        <p:txBody>
          <a:bodyPr wrap="square">
            <a:spAutoFit/>
          </a:bodyPr>
          <a:lstStyle/>
          <a:p>
            <a:r>
              <a:rPr sz="1200" b="1" i="0">
                <a:solidFill>
                  <a:srgbClr val="006E96"/>
                </a:solidFill>
                <a:latin typeface="Arial"/>
              </a:rPr>
              <a:t>WHERE WE START</a:t>
            </a:r>
          </a:p>
        </p:txBody>
      </p:sp>
      <p:sp>
        <p:nvSpPr>
          <p:cNvPr id="3" name="TextBox 2"/>
          <p:cNvSpPr txBox="1"/>
          <p:nvPr/>
        </p:nvSpPr>
        <p:spPr>
          <a:xfrm>
            <a:off x="1005840" y="1783080"/>
            <a:ext cx="10149840" cy="1737360"/>
          </a:xfrm>
          <a:prstGeom prst="rect">
            <a:avLst/>
          </a:prstGeom>
          <a:noFill/>
        </p:spPr>
        <p:txBody>
          <a:bodyPr wrap="square">
            <a:spAutoFit/>
          </a:bodyPr>
          <a:lstStyle/>
          <a:p>
            <a:r>
              <a:rPr sz="3000" b="1" i="0">
                <a:solidFill>
                  <a:srgbClr val="1A1A1A"/>
                </a:solidFill>
                <a:latin typeface="Arial"/>
              </a:rPr>
              <a:t>Is this proven, or a consultant’s theory?</a:t>
            </a:r>
          </a:p>
        </p:txBody>
      </p:sp>
      <p:sp>
        <p:nvSpPr>
          <p:cNvPr id="4" name="TextBox 3"/>
          <p:cNvSpPr txBox="1"/>
          <p:nvPr/>
        </p:nvSpPr>
        <p:spPr>
          <a:xfrm>
            <a:off x="1005840" y="3611880"/>
            <a:ext cx="10149840" cy="2377440"/>
          </a:xfrm>
          <a:prstGeom prst="rect">
            <a:avLst/>
          </a:prstGeom>
          <a:noFill/>
        </p:spPr>
        <p:txBody>
          <a:bodyPr wrap="square">
            <a:spAutoFit/>
          </a:bodyPr>
          <a:lstStyle/>
          <a:p>
            <a:pPr>
              <a:spcAft>
                <a:spcPts val="800"/>
              </a:spcAft>
            </a:pPr>
            <a:r>
              <a:rPr sz="1700" b="0" i="0">
                <a:solidFill>
                  <a:srgbClr val="595959"/>
                </a:solidFill>
                <a:latin typeface="Arial"/>
              </a:rPr>
              <a:t>You are right to ask before you commit your agency.</a:t>
            </a:r>
          </a:p>
          <a:p>
            <a:pPr>
              <a:spcAft>
                <a:spcPts val="800"/>
              </a:spcAft>
            </a:pPr>
            <a:r>
              <a:rPr sz="1700" b="0" i="0">
                <a:solidFill>
                  <a:srgbClr val="595959"/>
                </a:solidFill>
                <a:latin typeface="Arial"/>
              </a:rPr>
              <a:t>The core of it has already been done — in countries large and small, unitary and federal, well-resourced and not.</a:t>
            </a:r>
          </a:p>
        </p:txBody>
      </p:sp>
      <p:sp>
        <p:nvSpPr>
          <p:cNvPr id="5" name="TextBox 4"/>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5.1 · Is this proven, or just theory? — evidence from real programmes</a:t>
            </a:r>
          </a:p>
        </p:txBody>
      </p:sp>
      <p:sp>
        <p:nvSpPr>
          <p:cNvPr id="6" name="TextBox 5"/>
          <p:cNvSpPr txBox="1"/>
          <p:nvPr/>
        </p:nvSpPr>
        <p:spPr>
          <a:xfrm>
            <a:off x="10058400" y="6473952"/>
            <a:ext cx="1673352" cy="292608"/>
          </a:xfrm>
          <a:prstGeom prst="rect">
            <a:avLst/>
          </a:prstGeom>
          <a:noFill/>
        </p:spPr>
        <p:txBody>
          <a:bodyPr wrap="square">
            <a:spAutoFit/>
          </a:bodyPr>
          <a:lstStyle/>
          <a:p>
            <a:pPr algn="r"/>
            <a:r>
              <a:rPr sz="900" b="0" i="0">
                <a:solidFill>
                  <a:srgbClr val="595959"/>
                </a:solidFill>
                <a:latin typeface="Arial"/>
              </a:rPr>
              <a:t>www.itu.int</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Four governments, four shapes</a:t>
            </a:r>
          </a:p>
        </p:txBody>
      </p:sp>
      <p:sp>
        <p:nvSpPr>
          <p:cNvPr id="4" name="TextBox 3"/>
          <p:cNvSpPr txBox="1"/>
          <p:nvPr/>
        </p:nvSpPr>
        <p:spPr>
          <a:xfrm>
            <a:off x="658368" y="1463040"/>
            <a:ext cx="10984687" cy="1028699"/>
          </a:xfrm>
          <a:prstGeom prst="rect">
            <a:avLst/>
          </a:prstGeom>
          <a:noFill/>
        </p:spPr>
        <p:txBody>
          <a:bodyPr wrap="square">
            <a:spAutoFit/>
          </a:bodyPr>
          <a:lstStyle/>
          <a:p>
            <a:pPr>
              <a:spcAft>
                <a:spcPts val="300"/>
              </a:spcAft>
            </a:pPr>
            <a:r>
              <a:rPr sz="1900" b="1" i="0">
                <a:solidFill>
                  <a:srgbClr val="1A1A1A"/>
                </a:solidFill>
                <a:latin typeface="Arial"/>
              </a:rPr>
              <a:t>Rwanda — small, with a strong centre</a:t>
            </a:r>
          </a:p>
          <a:p>
            <a:pPr>
              <a:spcAft>
                <a:spcPts val="300"/>
              </a:spcAft>
            </a:pPr>
            <a:r>
              <a:rPr sz="1550" b="0" i="0">
                <a:solidFill>
                  <a:srgbClr val="595959"/>
                </a:solidFill>
                <a:latin typeface="Arial"/>
              </a:rPr>
              <a:t>One citizen-services platform; a national identity linked across services.</a:t>
            </a:r>
          </a:p>
        </p:txBody>
      </p:sp>
      <p:sp>
        <p:nvSpPr>
          <p:cNvPr id="5" name="Rectangle 4"/>
          <p:cNvSpPr/>
          <p:nvPr/>
        </p:nvSpPr>
        <p:spPr>
          <a:xfrm>
            <a:off x="621792" y="2496312"/>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58368" y="2537460"/>
            <a:ext cx="10984687" cy="1028699"/>
          </a:xfrm>
          <a:prstGeom prst="rect">
            <a:avLst/>
          </a:prstGeom>
          <a:noFill/>
        </p:spPr>
        <p:txBody>
          <a:bodyPr wrap="square">
            <a:spAutoFit/>
          </a:bodyPr>
          <a:lstStyle/>
          <a:p>
            <a:pPr>
              <a:spcAft>
                <a:spcPts val="300"/>
              </a:spcAft>
            </a:pPr>
            <a:r>
              <a:rPr sz="1900" b="1" i="0">
                <a:solidFill>
                  <a:srgbClr val="1A1A1A"/>
                </a:solidFill>
                <a:latin typeface="Arial"/>
              </a:rPr>
              <a:t>Kenya — one-stop centres and a unifying identity programme</a:t>
            </a:r>
          </a:p>
          <a:p>
            <a:pPr>
              <a:spcAft>
                <a:spcPts val="300"/>
              </a:spcAft>
            </a:pPr>
            <a:r>
              <a:rPr sz="1550" b="0" i="0">
                <a:solidFill>
                  <a:srgbClr val="595959"/>
                </a:solidFill>
                <a:latin typeface="Arial"/>
              </a:rPr>
              <a:t>Results mixed and openly debated.</a:t>
            </a:r>
          </a:p>
        </p:txBody>
      </p:sp>
      <p:sp>
        <p:nvSpPr>
          <p:cNvPr id="7" name="Rectangle 6"/>
          <p:cNvSpPr/>
          <p:nvPr/>
        </p:nvSpPr>
        <p:spPr>
          <a:xfrm>
            <a:off x="621792" y="3570732"/>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58368" y="3611879"/>
            <a:ext cx="10984687" cy="1028699"/>
          </a:xfrm>
          <a:prstGeom prst="rect">
            <a:avLst/>
          </a:prstGeom>
          <a:noFill/>
        </p:spPr>
        <p:txBody>
          <a:bodyPr wrap="square">
            <a:spAutoFit/>
          </a:bodyPr>
          <a:lstStyle/>
          <a:p>
            <a:pPr>
              <a:spcAft>
                <a:spcPts val="300"/>
              </a:spcAft>
            </a:pPr>
            <a:r>
              <a:rPr sz="1900" b="1" i="0">
                <a:solidFill>
                  <a:srgbClr val="1A1A1A"/>
                </a:solidFill>
                <a:latin typeface="Arial"/>
              </a:rPr>
              <a:t>South Africa — federal, so nothing can be imposed from the top</a:t>
            </a:r>
          </a:p>
          <a:p>
            <a:pPr>
              <a:spcAft>
                <a:spcPts val="300"/>
              </a:spcAft>
            </a:pPr>
            <a:r>
              <a:rPr sz="1550" b="0" i="0">
                <a:solidFill>
                  <a:srgbClr val="595959"/>
                </a:solidFill>
                <a:latin typeface="Arial"/>
              </a:rPr>
              <a:t>Coordinated instead through a central agency and shared standards.</a:t>
            </a:r>
          </a:p>
        </p:txBody>
      </p:sp>
      <p:sp>
        <p:nvSpPr>
          <p:cNvPr id="9" name="Rectangle 8"/>
          <p:cNvSpPr/>
          <p:nvPr/>
        </p:nvSpPr>
        <p:spPr>
          <a:xfrm>
            <a:off x="621792" y="4645152"/>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58368" y="4686300"/>
            <a:ext cx="10984687" cy="1028699"/>
          </a:xfrm>
          <a:prstGeom prst="rect">
            <a:avLst/>
          </a:prstGeom>
          <a:noFill/>
        </p:spPr>
        <p:txBody>
          <a:bodyPr wrap="square">
            <a:spAutoFit/>
          </a:bodyPr>
          <a:lstStyle/>
          <a:p>
            <a:pPr>
              <a:spcAft>
                <a:spcPts val="300"/>
              </a:spcAft>
            </a:pPr>
            <a:r>
              <a:rPr sz="1900" b="1" i="0">
                <a:solidFill>
                  <a:srgbClr val="1A1A1A"/>
                </a:solidFill>
                <a:latin typeface="Arial"/>
              </a:rPr>
              <a:t>Estonia — mature, and the reference the others are measured against</a:t>
            </a:r>
          </a:p>
          <a:p>
            <a:pPr>
              <a:spcAft>
                <a:spcPts val="300"/>
              </a:spcAft>
            </a:pPr>
            <a:r>
              <a:rPr sz="1550" b="0" i="0">
                <a:solidFill>
                  <a:srgbClr val="595959"/>
                </a:solidFill>
                <a:latin typeface="Arial"/>
              </a:rPr>
              <a:t>Distributed registries; the once-only principle; almost every service online.</a:t>
            </a:r>
          </a:p>
        </p:txBody>
      </p:sp>
      <p:sp>
        <p:nvSpPr>
          <p:cNvPr id="11" name="TextBox 10"/>
          <p:cNvSpPr txBox="1"/>
          <p:nvPr/>
        </p:nvSpPr>
        <p:spPr>
          <a:xfrm>
            <a:off x="658368" y="5870448"/>
            <a:ext cx="10881360" cy="548640"/>
          </a:xfrm>
          <a:prstGeom prst="rect">
            <a:avLst/>
          </a:prstGeom>
          <a:noFill/>
        </p:spPr>
        <p:txBody>
          <a:bodyPr wrap="square">
            <a:spAutoFit/>
          </a:bodyPr>
          <a:lstStyle/>
          <a:p>
            <a:r>
              <a:rPr sz="1550" b="1" i="0">
                <a:solidFill>
                  <a:srgbClr val="006E96"/>
                </a:solidFill>
                <a:latin typeface="Arial"/>
              </a:rPr>
              <a:t>Four governments that could hardly differ more in size, resources and shape.</a:t>
            </a:r>
          </a:p>
        </p:txBody>
      </p:sp>
      <p:sp>
        <p:nvSpPr>
          <p:cNvPr id="12" name="TextBox 11"/>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5.1 · Is this proven, or just theory? — evidence from real programmes</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The same four elements show in every one</a:t>
            </a:r>
          </a:p>
        </p:txBody>
      </p:sp>
      <p:sp>
        <p:nvSpPr>
          <p:cNvPr id="4" name="Oval 3"/>
          <p:cNvSpPr/>
          <p:nvPr/>
        </p:nvSpPr>
        <p:spPr>
          <a:xfrm>
            <a:off x="621792" y="1508760"/>
            <a:ext cx="310896" cy="310896"/>
          </a:xfrm>
          <a:prstGeom prst="ellipse">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square"/>
          <a:lstStyle/>
          <a:p>
            <a:pPr algn="ctr"/>
            <a:r>
              <a:rPr sz="1300" b="1" i="0">
                <a:solidFill>
                  <a:srgbClr val="FFFFFF"/>
                </a:solidFill>
                <a:latin typeface="Arial"/>
              </a:rPr>
              <a:t>1</a:t>
            </a:r>
          </a:p>
        </p:txBody>
      </p:sp>
      <p:sp>
        <p:nvSpPr>
          <p:cNvPr id="5" name="TextBox 4"/>
          <p:cNvSpPr txBox="1"/>
          <p:nvPr/>
        </p:nvSpPr>
        <p:spPr>
          <a:xfrm>
            <a:off x="1115568" y="1463040"/>
            <a:ext cx="10527487" cy="1028699"/>
          </a:xfrm>
          <a:prstGeom prst="rect">
            <a:avLst/>
          </a:prstGeom>
          <a:noFill/>
        </p:spPr>
        <p:txBody>
          <a:bodyPr wrap="square">
            <a:spAutoFit/>
          </a:bodyPr>
          <a:lstStyle/>
          <a:p>
            <a:pPr>
              <a:spcAft>
                <a:spcPts val="300"/>
              </a:spcAft>
            </a:pPr>
            <a:r>
              <a:rPr sz="1900" b="1" i="0">
                <a:solidFill>
                  <a:srgbClr val="1A1A1A"/>
                </a:solidFill>
                <a:latin typeface="Arial"/>
              </a:rPr>
              <a:t>A small central team with real authority</a:t>
            </a:r>
          </a:p>
          <a:p>
            <a:pPr>
              <a:spcAft>
                <a:spcPts val="300"/>
              </a:spcAft>
            </a:pPr>
            <a:r>
              <a:rPr sz="1550" b="0" i="0">
                <a:solidFill>
                  <a:srgbClr val="595959"/>
                </a:solidFill>
                <a:latin typeface="Arial"/>
              </a:rPr>
              <a:t>Not a committee, and not a contractor.</a:t>
            </a:r>
          </a:p>
        </p:txBody>
      </p:sp>
      <p:sp>
        <p:nvSpPr>
          <p:cNvPr id="6" name="Rectangle 5"/>
          <p:cNvSpPr/>
          <p:nvPr/>
        </p:nvSpPr>
        <p:spPr>
          <a:xfrm>
            <a:off x="621792" y="2496312"/>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621792" y="2583179"/>
            <a:ext cx="310896" cy="310896"/>
          </a:xfrm>
          <a:prstGeom prst="ellipse">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square"/>
          <a:lstStyle/>
          <a:p>
            <a:pPr algn="ctr"/>
            <a:r>
              <a:rPr sz="1300" b="1" i="0">
                <a:solidFill>
                  <a:srgbClr val="FFFFFF"/>
                </a:solidFill>
                <a:latin typeface="Arial"/>
              </a:rPr>
              <a:t>2</a:t>
            </a:r>
          </a:p>
        </p:txBody>
      </p:sp>
      <p:sp>
        <p:nvSpPr>
          <p:cNvPr id="8" name="TextBox 7"/>
          <p:cNvSpPr txBox="1"/>
          <p:nvPr/>
        </p:nvSpPr>
        <p:spPr>
          <a:xfrm>
            <a:off x="1115568" y="2537460"/>
            <a:ext cx="10527487" cy="1028699"/>
          </a:xfrm>
          <a:prstGeom prst="rect">
            <a:avLst/>
          </a:prstGeom>
          <a:noFill/>
        </p:spPr>
        <p:txBody>
          <a:bodyPr wrap="square">
            <a:spAutoFit/>
          </a:bodyPr>
          <a:lstStyle/>
          <a:p>
            <a:pPr>
              <a:spcAft>
                <a:spcPts val="300"/>
              </a:spcAft>
            </a:pPr>
            <a:r>
              <a:rPr sz="1900" b="1" i="0">
                <a:solidFill>
                  <a:srgbClr val="1A1A1A"/>
                </a:solidFill>
                <a:latin typeface="Arial"/>
              </a:rPr>
              <a:t>A published framework other agencies adopt</a:t>
            </a:r>
          </a:p>
          <a:p>
            <a:pPr>
              <a:spcAft>
                <a:spcPts val="300"/>
              </a:spcAft>
            </a:pPr>
            <a:r>
              <a:rPr sz="1550" b="0" i="0">
                <a:solidFill>
                  <a:srgbClr val="595959"/>
                </a:solidFill>
                <a:latin typeface="Arial"/>
              </a:rPr>
              <a:t>Adopted because it helps them, not because it is forced on them.</a:t>
            </a:r>
          </a:p>
        </p:txBody>
      </p:sp>
      <p:sp>
        <p:nvSpPr>
          <p:cNvPr id="9" name="Rectangle 8"/>
          <p:cNvSpPr/>
          <p:nvPr/>
        </p:nvSpPr>
        <p:spPr>
          <a:xfrm>
            <a:off x="621792" y="3570732"/>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621792" y="3657599"/>
            <a:ext cx="310896" cy="310896"/>
          </a:xfrm>
          <a:prstGeom prst="ellipse">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square"/>
          <a:lstStyle/>
          <a:p>
            <a:pPr algn="ctr"/>
            <a:r>
              <a:rPr sz="1300" b="1" i="0">
                <a:solidFill>
                  <a:srgbClr val="FFFFFF"/>
                </a:solidFill>
                <a:latin typeface="Arial"/>
              </a:rPr>
              <a:t>3</a:t>
            </a:r>
          </a:p>
        </p:txBody>
      </p:sp>
      <p:sp>
        <p:nvSpPr>
          <p:cNvPr id="11" name="TextBox 10"/>
          <p:cNvSpPr txBox="1"/>
          <p:nvPr/>
        </p:nvSpPr>
        <p:spPr>
          <a:xfrm>
            <a:off x="1115568" y="3611879"/>
            <a:ext cx="10527487" cy="1028699"/>
          </a:xfrm>
          <a:prstGeom prst="rect">
            <a:avLst/>
          </a:prstGeom>
          <a:noFill/>
        </p:spPr>
        <p:txBody>
          <a:bodyPr wrap="square">
            <a:spAutoFit/>
          </a:bodyPr>
          <a:lstStyle/>
          <a:p>
            <a:pPr>
              <a:spcAft>
                <a:spcPts val="300"/>
              </a:spcAft>
            </a:pPr>
            <a:r>
              <a:rPr sz="1900" b="1" i="0">
                <a:solidFill>
                  <a:srgbClr val="1A1A1A"/>
                </a:solidFill>
                <a:latin typeface="Arial"/>
              </a:rPr>
              <a:t>Governance that is binding, not advisory</a:t>
            </a:r>
          </a:p>
          <a:p>
            <a:pPr>
              <a:spcAft>
                <a:spcPts val="300"/>
              </a:spcAft>
            </a:pPr>
            <a:r>
              <a:rPr sz="1550" b="0" i="0">
                <a:solidFill>
                  <a:srgbClr val="595959"/>
                </a:solidFill>
                <a:latin typeface="Arial"/>
              </a:rPr>
              <a:t>It can say no to a project that would fragment the architecture.</a:t>
            </a:r>
          </a:p>
        </p:txBody>
      </p:sp>
      <p:sp>
        <p:nvSpPr>
          <p:cNvPr id="12" name="Rectangle 11"/>
          <p:cNvSpPr/>
          <p:nvPr/>
        </p:nvSpPr>
        <p:spPr>
          <a:xfrm>
            <a:off x="621792" y="4645152"/>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621792" y="4732020"/>
            <a:ext cx="310896" cy="310896"/>
          </a:xfrm>
          <a:prstGeom prst="ellipse">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square"/>
          <a:lstStyle/>
          <a:p>
            <a:pPr algn="ctr"/>
            <a:r>
              <a:rPr sz="1300" b="1" i="0">
                <a:solidFill>
                  <a:srgbClr val="FFFFFF"/>
                </a:solidFill>
                <a:latin typeface="Arial"/>
              </a:rPr>
              <a:t>4</a:t>
            </a:r>
          </a:p>
        </p:txBody>
      </p:sp>
      <p:sp>
        <p:nvSpPr>
          <p:cNvPr id="14" name="TextBox 13"/>
          <p:cNvSpPr txBox="1"/>
          <p:nvPr/>
        </p:nvSpPr>
        <p:spPr>
          <a:xfrm>
            <a:off x="1115568" y="4686300"/>
            <a:ext cx="10527487" cy="1028699"/>
          </a:xfrm>
          <a:prstGeom prst="rect">
            <a:avLst/>
          </a:prstGeom>
          <a:noFill/>
        </p:spPr>
        <p:txBody>
          <a:bodyPr wrap="square">
            <a:spAutoFit/>
          </a:bodyPr>
          <a:lstStyle/>
          <a:p>
            <a:pPr>
              <a:spcAft>
                <a:spcPts val="300"/>
              </a:spcAft>
            </a:pPr>
            <a:r>
              <a:rPr sz="1900" b="1" i="0">
                <a:solidFill>
                  <a:srgbClr val="1A1A1A"/>
                </a:solidFill>
                <a:latin typeface="Arial"/>
              </a:rPr>
              <a:t>Years to full maturity, with results visible in months</a:t>
            </a:r>
          </a:p>
          <a:p>
            <a:pPr>
              <a:spcAft>
                <a:spcPts val="300"/>
              </a:spcAft>
            </a:pPr>
            <a:r>
              <a:rPr sz="1550" b="0" i="0">
                <a:solidFill>
                  <a:srgbClr val="595959"/>
                </a:solidFill>
                <a:latin typeface="Arial"/>
              </a:rPr>
              <a:t>The horizon is long; the first intermediate wins are not.</a:t>
            </a:r>
          </a:p>
        </p:txBody>
      </p:sp>
      <p:sp>
        <p:nvSpPr>
          <p:cNvPr id="15" name="TextBox 14"/>
          <p:cNvSpPr txBox="1"/>
          <p:nvPr/>
        </p:nvSpPr>
        <p:spPr>
          <a:xfrm>
            <a:off x="658368" y="5870448"/>
            <a:ext cx="10881360" cy="548640"/>
          </a:xfrm>
          <a:prstGeom prst="rect">
            <a:avLst/>
          </a:prstGeom>
          <a:noFill/>
        </p:spPr>
        <p:txBody>
          <a:bodyPr wrap="square">
            <a:spAutoFit/>
          </a:bodyPr>
          <a:lstStyle/>
          <a:p>
            <a:r>
              <a:rPr sz="1550" b="1" i="0">
                <a:solidFill>
                  <a:srgbClr val="006E96"/>
                </a:solidFill>
                <a:latin typeface="Arial"/>
              </a:rPr>
              <a:t>Four contexts, one recurring pattern — recurrence is what makes it evidence, not luck.</a:t>
            </a:r>
          </a:p>
        </p:txBody>
      </p:sp>
      <p:sp>
        <p:nvSpPr>
          <p:cNvPr id="16" name="TextBox 15"/>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5.1 · Is this proven, or just theory? — evidence from real programmes</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The failures are documented too — which is what makes it evidence</a:t>
            </a:r>
          </a:p>
        </p:txBody>
      </p:sp>
      <p:sp>
        <p:nvSpPr>
          <p:cNvPr id="4" name="TextBox 3"/>
          <p:cNvSpPr txBox="1"/>
          <p:nvPr/>
        </p:nvSpPr>
        <p:spPr>
          <a:xfrm>
            <a:off x="658368" y="1600200"/>
            <a:ext cx="10881360" cy="2194560"/>
          </a:xfrm>
          <a:prstGeom prst="rect">
            <a:avLst/>
          </a:prstGeom>
          <a:noFill/>
        </p:spPr>
        <p:txBody>
          <a:bodyPr wrap="square">
            <a:spAutoFit/>
          </a:bodyPr>
          <a:lstStyle/>
          <a:p>
            <a:pPr>
              <a:spcAft>
                <a:spcPts val="1200"/>
              </a:spcAft>
            </a:pPr>
            <a:r>
              <a:rPr sz="2000" b="0" i="0">
                <a:solidFill>
                  <a:srgbClr val="1A1A1A"/>
                </a:solidFill>
                <a:latin typeface="Arial"/>
              </a:rPr>
              <a:t>Kenya's identity programme met real obstacles — in the courts, in parliament, in implementation — and the debate is public and documented.</a:t>
            </a:r>
          </a:p>
          <a:p>
            <a:pPr>
              <a:spcAft>
                <a:spcPts val="1200"/>
              </a:spcAft>
            </a:pPr>
            <a:r>
              <a:rPr sz="2000" b="0" i="0">
                <a:solidFill>
                  <a:srgbClr val="1A1A1A"/>
                </a:solidFill>
                <a:latin typeface="Arial"/>
              </a:rPr>
              <a:t>That is not a reason to dismiss the approach; it is part of the evidence. The programmes that struggled struggled for consistent, learnable reasons.</a:t>
            </a:r>
          </a:p>
        </p:txBody>
      </p:sp>
      <p:sp>
        <p:nvSpPr>
          <p:cNvPr id="5" name="Rounded Rectangle 4"/>
          <p:cNvSpPr/>
          <p:nvPr/>
        </p:nvSpPr>
        <p:spPr>
          <a:xfrm>
            <a:off x="658368" y="3977639"/>
            <a:ext cx="10881360" cy="1325880"/>
          </a:xfrm>
          <a:prstGeom prst="roundRect">
            <a:avLst>
              <a:gd name="adj" fmla="val 4500"/>
            </a:avLst>
          </a:prstGeom>
          <a:solidFill>
            <a:srgbClr val="E5F5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59536" y="4169663"/>
            <a:ext cx="10479024" cy="1051560"/>
          </a:xfrm>
          <a:prstGeom prst="rect">
            <a:avLst/>
          </a:prstGeom>
          <a:noFill/>
        </p:spPr>
        <p:txBody>
          <a:bodyPr wrap="square">
            <a:spAutoFit/>
          </a:bodyPr>
          <a:lstStyle/>
          <a:p>
            <a:pPr>
              <a:spcAft>
                <a:spcPts val="700"/>
              </a:spcAft>
            </a:pPr>
            <a:r>
              <a:rPr sz="2300" b="1" i="0">
                <a:solidFill>
                  <a:srgbClr val="006E96"/>
                </a:solidFill>
                <a:latin typeface="Arial"/>
              </a:rPr>
              <a:t>Not a brochure of successes. A record of what works and what does not.</a:t>
            </a:r>
          </a:p>
        </p:txBody>
      </p:sp>
      <p:sp>
        <p:nvSpPr>
          <p:cNvPr id="7" name="TextBox 6"/>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5.1 · Is this proven, or just theory? — evidence from real programmes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You are not the first — the path is already charted</a:t>
            </a:r>
          </a:p>
        </p:txBody>
      </p:sp>
      <p:sp>
        <p:nvSpPr>
          <p:cNvPr id="4" name="TextBox 3"/>
          <p:cNvSpPr txBox="1"/>
          <p:nvPr/>
        </p:nvSpPr>
        <p:spPr>
          <a:xfrm>
            <a:off x="658368" y="1600200"/>
            <a:ext cx="10881360" cy="2194560"/>
          </a:xfrm>
          <a:prstGeom prst="rect">
            <a:avLst/>
          </a:prstGeom>
          <a:noFill/>
        </p:spPr>
        <p:txBody>
          <a:bodyPr wrap="square">
            <a:spAutoFit/>
          </a:bodyPr>
          <a:lstStyle/>
          <a:p>
            <a:pPr>
              <a:spcAft>
                <a:spcPts val="1200"/>
              </a:spcAft>
            </a:pPr>
            <a:r>
              <a:rPr sz="2000" b="0" i="0">
                <a:solidFill>
                  <a:srgbClr val="1A1A1A"/>
                </a:solidFill>
                <a:latin typeface="Arial"/>
              </a:rPr>
              <a:t>The common elements are known, and so are the common ways programmes fail. You are not being asked to invent an approach and hope it works.</a:t>
            </a:r>
          </a:p>
          <a:p>
            <a:pPr>
              <a:spcAft>
                <a:spcPts val="1200"/>
              </a:spcAft>
            </a:pPr>
            <a:r>
              <a:rPr sz="2000" b="0" i="0">
                <a:solidFill>
                  <a:srgbClr val="1A1A1A"/>
                </a:solidFill>
                <a:latin typeface="Arial"/>
              </a:rPr>
              <a:t>You are being asked to adapt a pattern four very different governments have already shown delivers — to your country, your constraints, your sector.</a:t>
            </a:r>
          </a:p>
        </p:txBody>
      </p:sp>
      <p:sp>
        <p:nvSpPr>
          <p:cNvPr id="5" name="Rounded Rectangle 4"/>
          <p:cNvSpPr/>
          <p:nvPr/>
        </p:nvSpPr>
        <p:spPr>
          <a:xfrm>
            <a:off x="658368" y="3977639"/>
            <a:ext cx="10881360" cy="1325880"/>
          </a:xfrm>
          <a:prstGeom prst="roundRect">
            <a:avLst>
              <a:gd name="adj" fmla="val 4500"/>
            </a:avLst>
          </a:prstGeom>
          <a:solidFill>
            <a:srgbClr val="E5F5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59536" y="4169663"/>
            <a:ext cx="10479024" cy="1051560"/>
          </a:xfrm>
          <a:prstGeom prst="rect">
            <a:avLst/>
          </a:prstGeom>
          <a:noFill/>
        </p:spPr>
        <p:txBody>
          <a:bodyPr wrap="square">
            <a:spAutoFit/>
          </a:bodyPr>
          <a:lstStyle/>
          <a:p>
            <a:pPr>
              <a:spcAft>
                <a:spcPts val="700"/>
              </a:spcAft>
            </a:pPr>
            <a:r>
              <a:rPr sz="2300" b="1" i="0">
                <a:solidFill>
                  <a:srgbClr val="006E96"/>
                </a:solidFill>
                <a:latin typeface="Arial"/>
              </a:rPr>
              <a:t>A far easier case to make than "trust me, this should work".</a:t>
            </a:r>
          </a:p>
        </p:txBody>
      </p:sp>
      <p:sp>
        <p:nvSpPr>
          <p:cNvPr id="7" name="TextBox 6"/>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5.1 · Is this proven, or just theory? — evidence from real programmes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1005840" y="2103120"/>
            <a:ext cx="10149840" cy="2377440"/>
          </a:xfrm>
          <a:prstGeom prst="rect">
            <a:avLst/>
          </a:prstGeom>
          <a:noFill/>
        </p:spPr>
        <p:txBody>
          <a:bodyPr wrap="square">
            <a:spAutoFit/>
          </a:bodyPr>
          <a:lstStyle/>
          <a:p>
            <a:r>
              <a:rPr sz="3000" b="1" i="0">
                <a:solidFill>
                  <a:srgbClr val="1A1A1A"/>
                </a:solidFill>
                <a:latin typeface="Arial"/>
              </a:rPr>
              <a:t>Across four very different governments the same architectural pattern has already produced results — so your question is not whether it works, but how to apply it where you are.</a:t>
            </a:r>
          </a:p>
        </p:txBody>
      </p:sp>
      <p:sp>
        <p:nvSpPr>
          <p:cNvPr id="3" name="TextBox 2"/>
          <p:cNvSpPr txBox="1"/>
          <p:nvPr/>
        </p:nvSpPr>
        <p:spPr>
          <a:xfrm>
            <a:off x="1005840" y="1554480"/>
            <a:ext cx="5486400" cy="365760"/>
          </a:xfrm>
          <a:prstGeom prst="rect">
            <a:avLst/>
          </a:prstGeom>
          <a:noFill/>
        </p:spPr>
        <p:txBody>
          <a:bodyPr wrap="square">
            <a:spAutoFit/>
          </a:bodyPr>
          <a:lstStyle/>
          <a:p>
            <a:r>
              <a:rPr sz="1200" b="1" i="0">
                <a:solidFill>
                  <a:srgbClr val="006E96"/>
                </a:solidFill>
                <a:latin typeface="Arial"/>
              </a:rPr>
              <a:t>IN ONE SENTENCE</a:t>
            </a:r>
          </a:p>
        </p:txBody>
      </p:sp>
      <p:sp>
        <p:nvSpPr>
          <p:cNvPr id="4" name="Rounded Rectangle 3"/>
          <p:cNvSpPr/>
          <p:nvPr/>
        </p:nvSpPr>
        <p:spPr>
          <a:xfrm>
            <a:off x="658368" y="4709160"/>
            <a:ext cx="10881360" cy="1554480"/>
          </a:xfrm>
          <a:prstGeom prst="roundRect">
            <a:avLst>
              <a:gd name="adj" fmla="val 4500"/>
            </a:avLst>
          </a:prstGeom>
          <a:solidFill>
            <a:srgbClr val="FFFFFF"/>
          </a:solidFill>
          <a:ln w="9525">
            <a:solidFill>
              <a:srgbClr val="009CD6"/>
            </a:solid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228600" tIns="109728" bIns="109728">
            <a:noAutofit/>
          </a:bodyPr>
          <a:lstStyle/>
          <a:p>
            <a:pPr algn="l">
              <a:spcAft>
                <a:spcPts val="400"/>
              </a:spcAft>
            </a:pPr>
            <a:r>
              <a:rPr sz="1800" b="1" i="0">
                <a:solidFill>
                  <a:srgbClr val="006E96"/>
                </a:solidFill>
                <a:latin typeface="Arial"/>
              </a:rPr>
              <a:t>Do this on your own sector. </a:t>
            </a:r>
            <a:r>
              <a:rPr sz="1800" b="1" i="0">
                <a:solidFill>
                  <a:srgbClr val="1A1A1A"/>
                </a:solidFill>
                <a:latin typeface="Arial"/>
              </a:rPr>
              <a:t>Generate comparator-country evidence tuned to your context.</a:t>
            </a:r>
          </a:p>
          <a:p>
            <a:pPr algn="l">
              <a:spcAft>
                <a:spcPts val="400"/>
              </a:spcAft>
            </a:pPr>
            <a:r>
              <a:rPr sz="1800" b="0" i="0">
                <a:solidFill>
                  <a:srgbClr val="595959"/>
                </a:solidFill>
                <a:latin typeface="Arial"/>
              </a:rPr>
              <a:t>The prompt in the companion material gives you comparator cards with cited sources. Before the next video.</a:t>
            </a:r>
          </a:p>
        </p:txBody>
      </p:sp>
      <p:sp>
        <p:nvSpPr>
          <p:cNvPr id="5" name="TextBox 4"/>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5.1 · Is this proven, or just theory? — evidence from real programmes</a:t>
            </a:r>
          </a:p>
        </p:txBody>
      </p:sp>
      <p:sp>
        <p:nvSpPr>
          <p:cNvPr id="6" name="TextBox 5"/>
          <p:cNvSpPr txBox="1"/>
          <p:nvPr/>
        </p:nvSpPr>
        <p:spPr>
          <a:xfrm>
            <a:off x="10058400" y="6473952"/>
            <a:ext cx="1673352" cy="292608"/>
          </a:xfrm>
          <a:prstGeom prst="rect">
            <a:avLst/>
          </a:prstGeom>
          <a:noFill/>
        </p:spPr>
        <p:txBody>
          <a:bodyPr wrap="square">
            <a:spAutoFit/>
          </a:bodyPr>
          <a:lstStyle/>
          <a:p>
            <a:pPr algn="r"/>
            <a:r>
              <a:rPr sz="900" b="0" i="0">
                <a:solidFill>
                  <a:srgbClr val="595959"/>
                </a:solidFill>
                <a:latin typeface="Arial"/>
              </a:rPr>
              <a:t>www.itu.int</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Sources</a:t>
            </a:r>
          </a:p>
        </p:txBody>
      </p:sp>
      <p:sp>
        <p:nvSpPr>
          <p:cNvPr id="4" name="TextBox 3"/>
          <p:cNvSpPr txBox="1"/>
          <p:nvPr/>
        </p:nvSpPr>
        <p:spPr>
          <a:xfrm>
            <a:off x="658368" y="1554480"/>
            <a:ext cx="10789920" cy="3840480"/>
          </a:xfrm>
          <a:prstGeom prst="rect">
            <a:avLst/>
          </a:prstGeom>
          <a:noFill/>
        </p:spPr>
        <p:txBody>
          <a:bodyPr wrap="square">
            <a:spAutoFit/>
          </a:bodyPr>
          <a:lstStyle/>
          <a:p>
            <a:pPr>
              <a:spcAft>
                <a:spcPts val="1200"/>
              </a:spcAft>
            </a:pPr>
            <a:r>
              <a:rPr sz="1700" b="0" i="0">
                <a:solidFill>
                  <a:srgbClr val="1A1A1A"/>
                </a:solidFill>
                <a:latin typeface="Arial"/>
              </a:rPr>
              <a:t>•  Rwanda — Irembo (irembo.gov.rw)</a:t>
            </a:r>
          </a:p>
          <a:p>
            <a:pPr>
              <a:spcAft>
                <a:spcPts val="1200"/>
              </a:spcAft>
            </a:pPr>
            <a:r>
              <a:rPr sz="1700" b="0" i="0">
                <a:solidFill>
                  <a:srgbClr val="1A1A1A"/>
                </a:solidFill>
                <a:latin typeface="Arial"/>
              </a:rPr>
              <a:t>•  Kenya — Huduma Kenya (huduma.go.ke)</a:t>
            </a:r>
          </a:p>
          <a:p>
            <a:pPr>
              <a:spcAft>
                <a:spcPts val="1200"/>
              </a:spcAft>
            </a:pPr>
            <a:r>
              <a:rPr sz="1700" b="0" i="0">
                <a:solidFill>
                  <a:srgbClr val="1A1A1A"/>
                </a:solidFill>
                <a:latin typeface="Arial"/>
              </a:rPr>
              <a:t>•  South Africa — SITA (sita.co.za)</a:t>
            </a:r>
          </a:p>
          <a:p>
            <a:pPr>
              <a:spcAft>
                <a:spcPts val="1200"/>
              </a:spcAft>
            </a:pPr>
            <a:r>
              <a:rPr sz="1700" b="0" i="0">
                <a:solidFill>
                  <a:srgbClr val="1A1A1A"/>
                </a:solidFill>
                <a:latin typeface="Arial"/>
              </a:rPr>
              <a:t>•  Estonia — e-Estonia.com and RIA (ria.ee)</a:t>
            </a:r>
          </a:p>
          <a:p>
            <a:pPr>
              <a:spcAft>
                <a:spcPts val="1200"/>
              </a:spcAft>
            </a:pPr>
            <a:r>
              <a:rPr sz="1700" b="0" i="0">
                <a:solidFill>
                  <a:srgbClr val="1A1A1A"/>
                </a:solidFill>
                <a:latin typeface="Arial"/>
              </a:rPr>
              <a:t>•  PAERA v1.0 — §5.7 (Recommended Roadmap); §2.1 (Problem statement)</a:t>
            </a:r>
          </a:p>
        </p:txBody>
      </p:sp>
      <p:sp>
        <p:nvSpPr>
          <p:cNvPr id="5" name="TextBox 4"/>
          <p:cNvSpPr txBox="1"/>
          <p:nvPr/>
        </p:nvSpPr>
        <p:spPr>
          <a:xfrm>
            <a:off x="658368" y="5806440"/>
            <a:ext cx="10789920" cy="457200"/>
          </a:xfrm>
          <a:prstGeom prst="rect">
            <a:avLst/>
          </a:prstGeom>
          <a:noFill/>
        </p:spPr>
        <p:txBody>
          <a:bodyPr wrap="square">
            <a:spAutoFit/>
          </a:bodyPr>
          <a:lstStyle/>
          <a:p>
            <a:r>
              <a:rPr sz="1400" b="1" i="0">
                <a:solidFill>
                  <a:srgbClr val="006E96"/>
                </a:solidFill>
                <a:latin typeface="Arial"/>
              </a:rPr>
              <a:t>Find the link in the description.</a:t>
            </a:r>
          </a:p>
        </p:txBody>
      </p:sp>
      <p:sp>
        <p:nvSpPr>
          <p:cNvPr id="6" name="TextBox 5"/>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5.1 · Is this proven, or just theory? — evidence from real programmes</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822960" y="822960"/>
            <a:ext cx="7315200" cy="457200"/>
          </a:xfrm>
          <a:prstGeom prst="rect">
            <a:avLst/>
          </a:prstGeom>
          <a:noFill/>
        </p:spPr>
        <p:txBody>
          <a:bodyPr wrap="square">
            <a:spAutoFit/>
          </a:bodyPr>
          <a:lstStyle/>
          <a:p>
            <a:r>
              <a:rPr sz="1200" b="1" i="0">
                <a:solidFill>
                  <a:srgbClr val="595959"/>
                </a:solidFill>
                <a:latin typeface="Arial"/>
              </a:rPr>
              <a:t>MODULE 5 · VIDEO 5.2</a:t>
            </a:r>
          </a:p>
        </p:txBody>
      </p:sp>
      <p:sp>
        <p:nvSpPr>
          <p:cNvPr id="3" name="TextBox 2"/>
          <p:cNvSpPr txBox="1"/>
          <p:nvPr/>
        </p:nvSpPr>
        <p:spPr>
          <a:xfrm>
            <a:off x="822960" y="1828800"/>
            <a:ext cx="2011680" cy="1097280"/>
          </a:xfrm>
          <a:prstGeom prst="rect">
            <a:avLst/>
          </a:prstGeom>
          <a:noFill/>
        </p:spPr>
        <p:txBody>
          <a:bodyPr wrap="square">
            <a:spAutoFit/>
          </a:bodyPr>
          <a:lstStyle/>
          <a:p>
            <a:r>
              <a:rPr sz="6000" b="1" i="0">
                <a:solidFill>
                  <a:srgbClr val="009CD6"/>
                </a:solidFill>
                <a:latin typeface="Arial"/>
              </a:rPr>
              <a:t>5.2</a:t>
            </a:r>
          </a:p>
        </p:txBody>
      </p:sp>
      <p:sp>
        <p:nvSpPr>
          <p:cNvPr id="4" name="TextBox 3"/>
          <p:cNvSpPr txBox="1"/>
          <p:nvPr/>
        </p:nvSpPr>
        <p:spPr>
          <a:xfrm>
            <a:off x="822960" y="2880360"/>
            <a:ext cx="9601200" cy="1371600"/>
          </a:xfrm>
          <a:prstGeom prst="rect">
            <a:avLst/>
          </a:prstGeom>
          <a:noFill/>
        </p:spPr>
        <p:txBody>
          <a:bodyPr wrap="square">
            <a:spAutoFit/>
          </a:bodyPr>
          <a:lstStyle/>
          <a:p>
            <a:r>
              <a:rPr sz="3400" b="1" i="0">
                <a:solidFill>
                  <a:srgbClr val="1A1A1A"/>
                </a:solidFill>
                <a:latin typeface="Arial"/>
              </a:rPr>
              <a:t>What the evidence says works — and what quietly kills these programmes</a:t>
            </a:r>
          </a:p>
        </p:txBody>
      </p:sp>
      <p:sp>
        <p:nvSpPr>
          <p:cNvPr id="5" name="TextBox 4"/>
          <p:cNvSpPr txBox="1"/>
          <p:nvPr/>
        </p:nvSpPr>
        <p:spPr>
          <a:xfrm>
            <a:off x="822960" y="4343400"/>
            <a:ext cx="9875520" cy="1554480"/>
          </a:xfrm>
          <a:prstGeom prst="rect">
            <a:avLst/>
          </a:prstGeom>
          <a:noFill/>
        </p:spPr>
        <p:txBody>
          <a:bodyPr wrap="square">
            <a:spAutoFit/>
          </a:bodyPr>
          <a:lstStyle/>
          <a:p>
            <a:r>
              <a:rPr sz="1700" b="0" i="1">
                <a:solidFill>
                  <a:srgbClr val="595959"/>
                </a:solidFill>
                <a:latin typeface="Arial"/>
              </a:rPr>
              <a:t>The public record is consistent about what makes these programmes succeed and what kills them — and the killers are organisational, not technical. Knowing both lets you design your programme to last, and brief your minister on the real risks.</a:t>
            </a:r>
          </a:p>
        </p:txBody>
      </p:sp>
      <p:sp>
        <p:nvSpPr>
          <p:cNvPr id="6" name="TextBox 5"/>
          <p:cNvSpPr txBox="1"/>
          <p:nvPr/>
        </p:nvSpPr>
        <p:spPr>
          <a:xfrm>
            <a:off x="822960" y="5989320"/>
            <a:ext cx="7315200" cy="365760"/>
          </a:xfrm>
          <a:prstGeom prst="rect">
            <a:avLst/>
          </a:prstGeom>
          <a:noFill/>
        </p:spPr>
        <p:txBody>
          <a:bodyPr wrap="square">
            <a:spAutoFit/>
          </a:bodyPr>
          <a:lstStyle/>
          <a:p>
            <a:r>
              <a:rPr sz="1200" b="0" i="0">
                <a:solidFill>
                  <a:srgbClr val="595959"/>
                </a:solidFill>
                <a:latin typeface="Arial"/>
              </a:rPr>
              <a:t>standalone video · voice-over on text slides</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1005840" y="1325880"/>
            <a:ext cx="5486400" cy="365760"/>
          </a:xfrm>
          <a:prstGeom prst="rect">
            <a:avLst/>
          </a:prstGeom>
          <a:noFill/>
        </p:spPr>
        <p:txBody>
          <a:bodyPr wrap="square">
            <a:spAutoFit/>
          </a:bodyPr>
          <a:lstStyle/>
          <a:p>
            <a:r>
              <a:rPr sz="1200" b="1" i="0">
                <a:solidFill>
                  <a:srgbClr val="006E96"/>
                </a:solidFill>
                <a:latin typeface="Arial"/>
              </a:rPr>
              <a:t>WHERE WE START</a:t>
            </a:r>
          </a:p>
        </p:txBody>
      </p:sp>
      <p:sp>
        <p:nvSpPr>
          <p:cNvPr id="3" name="TextBox 2"/>
          <p:cNvSpPr txBox="1"/>
          <p:nvPr/>
        </p:nvSpPr>
        <p:spPr>
          <a:xfrm>
            <a:off x="1005840" y="1783080"/>
            <a:ext cx="10149840" cy="1737360"/>
          </a:xfrm>
          <a:prstGeom prst="rect">
            <a:avLst/>
          </a:prstGeom>
          <a:noFill/>
        </p:spPr>
        <p:txBody>
          <a:bodyPr wrap="square">
            <a:spAutoFit/>
          </a:bodyPr>
          <a:lstStyle/>
          <a:p>
            <a:r>
              <a:rPr sz="3000" b="1" i="0">
                <a:solidFill>
                  <a:srgbClr val="1A1A1A"/>
                </a:solidFill>
                <a:latin typeface="Arial"/>
              </a:rPr>
              <a:t>What works is known. The killers are the harder half.</a:t>
            </a:r>
          </a:p>
        </p:txBody>
      </p:sp>
      <p:sp>
        <p:nvSpPr>
          <p:cNvPr id="4" name="TextBox 3"/>
          <p:cNvSpPr txBox="1"/>
          <p:nvPr/>
        </p:nvSpPr>
        <p:spPr>
          <a:xfrm>
            <a:off x="1005840" y="3611880"/>
            <a:ext cx="10149840" cy="2377440"/>
          </a:xfrm>
          <a:prstGeom prst="rect">
            <a:avLst/>
          </a:prstGeom>
          <a:noFill/>
        </p:spPr>
        <p:txBody>
          <a:bodyPr wrap="square">
            <a:spAutoFit/>
          </a:bodyPr>
          <a:lstStyle/>
          <a:p>
            <a:pPr>
              <a:spcAft>
                <a:spcPts val="800"/>
              </a:spcAft>
            </a:pPr>
            <a:r>
              <a:rPr sz="1700" b="0" i="0">
                <a:solidFill>
                  <a:srgbClr val="595959"/>
                </a:solidFill>
                <a:latin typeface="Arial"/>
              </a:rPr>
              <a:t>A protected team. A framework agencies adopt. Governance that can say no. Funding sustained for years.</a:t>
            </a:r>
          </a:p>
          <a:p>
            <a:pPr>
              <a:spcAft>
                <a:spcPts val="800"/>
              </a:spcAft>
            </a:pPr>
            <a:r>
              <a:rPr sz="1700" b="0" i="0">
                <a:solidFill>
                  <a:srgbClr val="595959"/>
                </a:solidFill>
                <a:latin typeface="Arial"/>
              </a:rPr>
              <a:t>The failures are almost never technical.</a:t>
            </a:r>
          </a:p>
        </p:txBody>
      </p:sp>
      <p:sp>
        <p:nvSpPr>
          <p:cNvPr id="5" name="TextBox 4"/>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5.2 · What the evidence says works — and what quietly kills these programmes</a:t>
            </a:r>
          </a:p>
        </p:txBody>
      </p:sp>
      <p:sp>
        <p:nvSpPr>
          <p:cNvPr id="6" name="TextBox 5"/>
          <p:cNvSpPr txBox="1"/>
          <p:nvPr/>
        </p:nvSpPr>
        <p:spPr>
          <a:xfrm>
            <a:off x="10058400" y="6473952"/>
            <a:ext cx="1673352" cy="292608"/>
          </a:xfrm>
          <a:prstGeom prst="rect">
            <a:avLst/>
          </a:prstGeom>
          <a:noFill/>
        </p:spPr>
        <p:txBody>
          <a:bodyPr wrap="square">
            <a:spAutoFit/>
          </a:bodyPr>
          <a:lstStyle/>
          <a:p>
            <a:pPr algn="r"/>
            <a:r>
              <a:rPr sz="900" b="0" i="0">
                <a:solidFill>
                  <a:srgbClr val="595959"/>
                </a:solidFill>
                <a:latin typeface="Arial"/>
              </a:rPr>
              <a:t>www.itu.int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Four things quietly kill them — usually in the second year</a:t>
            </a:r>
          </a:p>
        </p:txBody>
      </p:sp>
      <p:sp>
        <p:nvSpPr>
          <p:cNvPr id="4" name="Oval 3"/>
          <p:cNvSpPr/>
          <p:nvPr/>
        </p:nvSpPr>
        <p:spPr>
          <a:xfrm>
            <a:off x="621792" y="1508760"/>
            <a:ext cx="310896" cy="310896"/>
          </a:xfrm>
          <a:prstGeom prst="ellipse">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square"/>
          <a:lstStyle/>
          <a:p>
            <a:pPr algn="ctr"/>
            <a:r>
              <a:rPr sz="1300" b="1" i="0">
                <a:solidFill>
                  <a:srgbClr val="FFFFFF"/>
                </a:solidFill>
                <a:latin typeface="Arial"/>
              </a:rPr>
              <a:t>1</a:t>
            </a:r>
          </a:p>
        </p:txBody>
      </p:sp>
      <p:sp>
        <p:nvSpPr>
          <p:cNvPr id="5" name="TextBox 4"/>
          <p:cNvSpPr txBox="1"/>
          <p:nvPr/>
        </p:nvSpPr>
        <p:spPr>
          <a:xfrm>
            <a:off x="1115568" y="1463040"/>
            <a:ext cx="10527487" cy="1028699"/>
          </a:xfrm>
          <a:prstGeom prst="rect">
            <a:avLst/>
          </a:prstGeom>
          <a:noFill/>
        </p:spPr>
        <p:txBody>
          <a:bodyPr wrap="square">
            <a:spAutoFit/>
          </a:bodyPr>
          <a:lstStyle/>
          <a:p>
            <a:pPr>
              <a:spcAft>
                <a:spcPts val="300"/>
              </a:spcAft>
            </a:pPr>
            <a:r>
              <a:rPr sz="1900" b="1" i="0">
                <a:solidFill>
                  <a:srgbClr val="1A1A1A"/>
                </a:solidFill>
                <a:latin typeface="Arial"/>
              </a:rPr>
              <a:t>The team is pulled onto the urgent flagship</a:t>
            </a:r>
          </a:p>
          <a:p>
            <a:pPr>
              <a:spcAft>
                <a:spcPts val="300"/>
              </a:spcAft>
            </a:pPr>
            <a:r>
              <a:rPr sz="1550" b="0" i="0">
                <a:solidFill>
                  <a:srgbClr val="595959"/>
                </a:solidFill>
                <a:latin typeface="Arial"/>
              </a:rPr>
              <a:t>The architecture work simply stops.</a:t>
            </a:r>
          </a:p>
        </p:txBody>
      </p:sp>
      <p:sp>
        <p:nvSpPr>
          <p:cNvPr id="6" name="Rectangle 5"/>
          <p:cNvSpPr/>
          <p:nvPr/>
        </p:nvSpPr>
        <p:spPr>
          <a:xfrm>
            <a:off x="621792" y="2496312"/>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621792" y="2583179"/>
            <a:ext cx="310896" cy="310896"/>
          </a:xfrm>
          <a:prstGeom prst="ellipse">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square"/>
          <a:lstStyle/>
          <a:p>
            <a:pPr algn="ctr"/>
            <a:r>
              <a:rPr sz="1300" b="1" i="0">
                <a:solidFill>
                  <a:srgbClr val="FFFFFF"/>
                </a:solidFill>
                <a:latin typeface="Arial"/>
              </a:rPr>
              <a:t>2</a:t>
            </a:r>
          </a:p>
        </p:txBody>
      </p:sp>
      <p:sp>
        <p:nvSpPr>
          <p:cNvPr id="8" name="TextBox 7"/>
          <p:cNvSpPr txBox="1"/>
          <p:nvPr/>
        </p:nvSpPr>
        <p:spPr>
          <a:xfrm>
            <a:off x="1115568" y="2537460"/>
            <a:ext cx="10527487" cy="1028699"/>
          </a:xfrm>
          <a:prstGeom prst="rect">
            <a:avLst/>
          </a:prstGeom>
          <a:noFill/>
        </p:spPr>
        <p:txBody>
          <a:bodyPr wrap="square">
            <a:spAutoFit/>
          </a:bodyPr>
          <a:lstStyle/>
          <a:p>
            <a:pPr>
              <a:spcAft>
                <a:spcPts val="300"/>
              </a:spcAft>
            </a:pPr>
            <a:r>
              <a:rPr sz="1900" b="1" i="0">
                <a:solidFill>
                  <a:srgbClr val="1A1A1A"/>
                </a:solidFill>
                <a:latin typeface="Arial"/>
              </a:rPr>
              <a:t>The sponsor changes</a:t>
            </a:r>
          </a:p>
          <a:p>
            <a:pPr>
              <a:spcAft>
                <a:spcPts val="300"/>
              </a:spcAft>
            </a:pPr>
            <a:r>
              <a:rPr sz="1550" b="0" i="0">
                <a:solidFill>
                  <a:srgbClr val="595959"/>
                </a:solidFill>
                <a:latin typeface="Arial"/>
              </a:rPr>
              <a:t>The successor has their own priorities.</a:t>
            </a:r>
          </a:p>
        </p:txBody>
      </p:sp>
      <p:sp>
        <p:nvSpPr>
          <p:cNvPr id="9" name="Rectangle 8"/>
          <p:cNvSpPr/>
          <p:nvPr/>
        </p:nvSpPr>
        <p:spPr>
          <a:xfrm>
            <a:off x="621792" y="3570732"/>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621792" y="3657599"/>
            <a:ext cx="310896" cy="310896"/>
          </a:xfrm>
          <a:prstGeom prst="ellipse">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square"/>
          <a:lstStyle/>
          <a:p>
            <a:pPr algn="ctr"/>
            <a:r>
              <a:rPr sz="1300" b="1" i="0">
                <a:solidFill>
                  <a:srgbClr val="FFFFFF"/>
                </a:solidFill>
                <a:latin typeface="Arial"/>
              </a:rPr>
              <a:t>3</a:t>
            </a:r>
          </a:p>
        </p:txBody>
      </p:sp>
      <p:sp>
        <p:nvSpPr>
          <p:cNvPr id="11" name="TextBox 10"/>
          <p:cNvSpPr txBox="1"/>
          <p:nvPr/>
        </p:nvSpPr>
        <p:spPr>
          <a:xfrm>
            <a:off x="1115568" y="3611879"/>
            <a:ext cx="10527487" cy="1028699"/>
          </a:xfrm>
          <a:prstGeom prst="rect">
            <a:avLst/>
          </a:prstGeom>
          <a:noFill/>
        </p:spPr>
        <p:txBody>
          <a:bodyPr wrap="square">
            <a:spAutoFit/>
          </a:bodyPr>
          <a:lstStyle/>
          <a:p>
            <a:pPr>
              <a:spcAft>
                <a:spcPts val="300"/>
              </a:spcAft>
            </a:pPr>
            <a:r>
              <a:rPr sz="1900" b="1" i="0">
                <a:solidFill>
                  <a:srgbClr val="1A1A1A"/>
                </a:solidFill>
                <a:latin typeface="Arial"/>
              </a:rPr>
              <a:t>Governance drifts to advisory under delivery pressure</a:t>
            </a:r>
          </a:p>
          <a:p>
            <a:pPr>
              <a:spcAft>
                <a:spcPts val="300"/>
              </a:spcAft>
            </a:pPr>
            <a:r>
              <a:rPr sz="1550" b="0" i="0">
                <a:solidFill>
                  <a:srgbClr val="595959"/>
                </a:solidFill>
                <a:latin typeface="Arial"/>
              </a:rPr>
              <a:t>One powerful project through, then another, until its "no" means nothing.</a:t>
            </a:r>
          </a:p>
        </p:txBody>
      </p:sp>
      <p:sp>
        <p:nvSpPr>
          <p:cNvPr id="12" name="Rectangle 11"/>
          <p:cNvSpPr/>
          <p:nvPr/>
        </p:nvSpPr>
        <p:spPr>
          <a:xfrm>
            <a:off x="621792" y="4645152"/>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621792" y="4732020"/>
            <a:ext cx="310896" cy="310896"/>
          </a:xfrm>
          <a:prstGeom prst="ellipse">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square"/>
          <a:lstStyle/>
          <a:p>
            <a:pPr algn="ctr"/>
            <a:r>
              <a:rPr sz="1300" b="1" i="0">
                <a:solidFill>
                  <a:srgbClr val="FFFFFF"/>
                </a:solidFill>
                <a:latin typeface="Arial"/>
              </a:rPr>
              <a:t>4</a:t>
            </a:r>
          </a:p>
        </p:txBody>
      </p:sp>
      <p:sp>
        <p:nvSpPr>
          <p:cNvPr id="14" name="TextBox 13"/>
          <p:cNvSpPr txBox="1"/>
          <p:nvPr/>
        </p:nvSpPr>
        <p:spPr>
          <a:xfrm>
            <a:off x="1115568" y="4686300"/>
            <a:ext cx="10527487" cy="1028699"/>
          </a:xfrm>
          <a:prstGeom prst="rect">
            <a:avLst/>
          </a:prstGeom>
          <a:noFill/>
        </p:spPr>
        <p:txBody>
          <a:bodyPr wrap="square">
            <a:spAutoFit/>
          </a:bodyPr>
          <a:lstStyle/>
          <a:p>
            <a:pPr>
              <a:spcAft>
                <a:spcPts val="300"/>
              </a:spcAft>
            </a:pPr>
            <a:r>
              <a:rPr sz="1900" b="1" i="0">
                <a:solidFill>
                  <a:srgbClr val="1A1A1A"/>
                </a:solidFill>
                <a:latin typeface="Arial"/>
              </a:rPr>
              <a:t>Funding becomes an annual favour</a:t>
            </a:r>
          </a:p>
          <a:p>
            <a:pPr>
              <a:spcAft>
                <a:spcPts val="300"/>
              </a:spcAft>
            </a:pPr>
            <a:r>
              <a:rPr sz="1550" b="0" i="0">
                <a:solidFill>
                  <a:srgbClr val="595959"/>
                </a:solidFill>
                <a:latin typeface="Arial"/>
              </a:rPr>
              <a:t>One budget cycle removes it.</a:t>
            </a:r>
          </a:p>
        </p:txBody>
      </p:sp>
      <p:sp>
        <p:nvSpPr>
          <p:cNvPr id="15" name="TextBox 14"/>
          <p:cNvSpPr txBox="1"/>
          <p:nvPr/>
        </p:nvSpPr>
        <p:spPr>
          <a:xfrm>
            <a:off x="658368" y="5870448"/>
            <a:ext cx="10881360" cy="548640"/>
          </a:xfrm>
          <a:prstGeom prst="rect">
            <a:avLst/>
          </a:prstGeom>
          <a:noFill/>
        </p:spPr>
        <p:txBody>
          <a:bodyPr wrap="square">
            <a:spAutoFit/>
          </a:bodyPr>
          <a:lstStyle/>
          <a:p>
            <a:r>
              <a:rPr sz="1550" b="1" i="0">
                <a:solidFill>
                  <a:srgbClr val="006E96"/>
                </a:solidFill>
                <a:latin typeface="Arial"/>
              </a:rPr>
              <a:t>None of them is dramatic. Each one is a slow fade.</a:t>
            </a:r>
          </a:p>
        </p:txBody>
      </p:sp>
      <p:sp>
        <p:nvSpPr>
          <p:cNvPr id="16" name="TextBox 15"/>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5.2 · What the evidence says works — and what quietly kills these programmes</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Not one of the killers is about technology</a:t>
            </a:r>
          </a:p>
        </p:txBody>
      </p:sp>
      <p:sp>
        <p:nvSpPr>
          <p:cNvPr id="4" name="TextBox 3"/>
          <p:cNvSpPr txBox="1"/>
          <p:nvPr/>
        </p:nvSpPr>
        <p:spPr>
          <a:xfrm>
            <a:off x="658368" y="1600200"/>
            <a:ext cx="10881360" cy="2194560"/>
          </a:xfrm>
          <a:prstGeom prst="rect">
            <a:avLst/>
          </a:prstGeom>
          <a:noFill/>
        </p:spPr>
        <p:txBody>
          <a:bodyPr wrap="square">
            <a:spAutoFit/>
          </a:bodyPr>
          <a:lstStyle/>
          <a:p>
            <a:pPr>
              <a:spcAft>
                <a:spcPts val="1200"/>
              </a:spcAft>
            </a:pPr>
            <a:r>
              <a:rPr sz="2000" b="0" i="0">
                <a:solidFill>
                  <a:srgbClr val="1A1A1A"/>
                </a:solidFill>
                <a:latin typeface="Arial"/>
              </a:rPr>
              <a:t>They are about people, authority and money — protecting the team, securing the mandate, defending the governance, locking in the funding.</a:t>
            </a:r>
          </a:p>
          <a:p>
            <a:pPr>
              <a:spcAft>
                <a:spcPts val="1200"/>
              </a:spcAft>
            </a:pPr>
            <a:r>
              <a:rPr sz="2000" b="0" i="0">
                <a:solidFill>
                  <a:srgbClr val="1A1A1A"/>
                </a:solidFill>
                <a:latin typeface="Arial"/>
              </a:rPr>
              <a:t>Which is the good news, because those are what you can influence. The chief architect cannot protect their own team or secure their own five-year budget. Only the strategist who commissioned the work can.</a:t>
            </a:r>
          </a:p>
        </p:txBody>
      </p:sp>
      <p:sp>
        <p:nvSpPr>
          <p:cNvPr id="5" name="Rounded Rectangle 4"/>
          <p:cNvSpPr/>
          <p:nvPr/>
        </p:nvSpPr>
        <p:spPr>
          <a:xfrm>
            <a:off x="658368" y="3977639"/>
            <a:ext cx="10881360" cy="1325880"/>
          </a:xfrm>
          <a:prstGeom prst="roundRect">
            <a:avLst>
              <a:gd name="adj" fmla="val 4500"/>
            </a:avLst>
          </a:prstGeom>
          <a:solidFill>
            <a:srgbClr val="E5F5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59536" y="4169663"/>
            <a:ext cx="10479024" cy="1051560"/>
          </a:xfrm>
          <a:prstGeom prst="rect">
            <a:avLst/>
          </a:prstGeom>
          <a:noFill/>
        </p:spPr>
        <p:txBody>
          <a:bodyPr wrap="square">
            <a:spAutoFit/>
          </a:bodyPr>
          <a:lstStyle/>
          <a:p>
            <a:pPr>
              <a:spcAft>
                <a:spcPts val="700"/>
              </a:spcAft>
            </a:pPr>
            <a:r>
              <a:rPr sz="2300" b="1" i="0">
                <a:solidFill>
                  <a:srgbClr val="006E96"/>
                </a:solidFill>
                <a:latin typeface="Arial"/>
              </a:rPr>
              <a:t>The failures are organisational, which means they are yours to prevent.</a:t>
            </a:r>
          </a:p>
        </p:txBody>
      </p:sp>
      <p:sp>
        <p:nvSpPr>
          <p:cNvPr id="7" name="TextBox 6"/>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5.2 · What the evidence says works — and what quietly kills these programmes</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Design for the second year now, while you have the minister's attention</a:t>
            </a:r>
          </a:p>
        </p:txBody>
      </p:sp>
      <p:sp>
        <p:nvSpPr>
          <p:cNvPr id="4" name="TextBox 3"/>
          <p:cNvSpPr txBox="1"/>
          <p:nvPr/>
        </p:nvSpPr>
        <p:spPr>
          <a:xfrm>
            <a:off x="658368" y="1600200"/>
            <a:ext cx="10881360" cy="2194560"/>
          </a:xfrm>
          <a:prstGeom prst="rect">
            <a:avLst/>
          </a:prstGeom>
          <a:noFill/>
        </p:spPr>
        <p:txBody>
          <a:bodyPr wrap="square">
            <a:spAutoFit/>
          </a:bodyPr>
          <a:lstStyle/>
          <a:p>
            <a:pPr>
              <a:spcAft>
                <a:spcPts val="1200"/>
              </a:spcAft>
            </a:pPr>
            <a:r>
              <a:rPr sz="2000" b="0" i="0">
                <a:solidFill>
                  <a:srgbClr val="1A1A1A"/>
                </a:solidFill>
                <a:latin typeface="Arial"/>
              </a:rPr>
              <a:t>Get the team's protection in writing. Make the governance mandate legal, not just a memo. Secure a multi-year envelope, not an annual line.</a:t>
            </a:r>
          </a:p>
          <a:p>
            <a:pPr>
              <a:spcAft>
                <a:spcPts val="1200"/>
              </a:spcAft>
            </a:pPr>
            <a:r>
              <a:rPr sz="2000" b="0" i="0">
                <a:solidFill>
                  <a:srgbClr val="1A1A1A"/>
                </a:solidFill>
                <a:latin typeface="Arial"/>
              </a:rPr>
              <a:t>And plan to re-commit all of it when the sponsor changes, because the next minister will not feel bound by the last one's promises.</a:t>
            </a:r>
          </a:p>
        </p:txBody>
      </p:sp>
      <p:sp>
        <p:nvSpPr>
          <p:cNvPr id="5" name="Rounded Rectangle 4"/>
          <p:cNvSpPr/>
          <p:nvPr/>
        </p:nvSpPr>
        <p:spPr>
          <a:xfrm>
            <a:off x="658368" y="3977639"/>
            <a:ext cx="10881360" cy="1325880"/>
          </a:xfrm>
          <a:prstGeom prst="roundRect">
            <a:avLst>
              <a:gd name="adj" fmla="val 4500"/>
            </a:avLst>
          </a:prstGeom>
          <a:solidFill>
            <a:srgbClr val="E5F5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59536" y="4169663"/>
            <a:ext cx="10479024" cy="1051560"/>
          </a:xfrm>
          <a:prstGeom prst="rect">
            <a:avLst/>
          </a:prstGeom>
          <a:noFill/>
        </p:spPr>
        <p:txBody>
          <a:bodyPr wrap="square">
            <a:spAutoFit/>
          </a:bodyPr>
          <a:lstStyle/>
          <a:p>
            <a:pPr>
              <a:spcAft>
                <a:spcPts val="700"/>
              </a:spcAft>
            </a:pPr>
            <a:r>
              <a:rPr sz="2300" b="1" i="0">
                <a:solidFill>
                  <a:srgbClr val="006E96"/>
                </a:solidFill>
                <a:latin typeface="Arial"/>
              </a:rPr>
              <a:t>Not afterthoughts to add if the programme survives. They are how it survives.</a:t>
            </a:r>
          </a:p>
        </p:txBody>
      </p:sp>
      <p:sp>
        <p:nvSpPr>
          <p:cNvPr id="7" name="TextBox 6"/>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5.2 · What the evidence says works — and what quietly kills these programmes</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1005840" y="2103120"/>
            <a:ext cx="10149840" cy="2377440"/>
          </a:xfrm>
          <a:prstGeom prst="rect">
            <a:avLst/>
          </a:prstGeom>
          <a:noFill/>
        </p:spPr>
        <p:txBody>
          <a:bodyPr wrap="square">
            <a:spAutoFit/>
          </a:bodyPr>
          <a:lstStyle/>
          <a:p>
            <a:r>
              <a:rPr sz="3000" b="1" i="0">
                <a:solidFill>
                  <a:srgbClr val="1A1A1A"/>
                </a:solidFill>
                <a:latin typeface="Arial"/>
              </a:rPr>
              <a:t>What kills these programmes is organisational, not technical — the team pulled, the sponsor changed, governance gone advisory, funding withdrawn — so design the protections in from the start.</a:t>
            </a:r>
          </a:p>
        </p:txBody>
      </p:sp>
      <p:sp>
        <p:nvSpPr>
          <p:cNvPr id="3" name="TextBox 2"/>
          <p:cNvSpPr txBox="1"/>
          <p:nvPr/>
        </p:nvSpPr>
        <p:spPr>
          <a:xfrm>
            <a:off x="1005840" y="1554480"/>
            <a:ext cx="5486400" cy="365760"/>
          </a:xfrm>
          <a:prstGeom prst="rect">
            <a:avLst/>
          </a:prstGeom>
          <a:noFill/>
        </p:spPr>
        <p:txBody>
          <a:bodyPr wrap="square">
            <a:spAutoFit/>
          </a:bodyPr>
          <a:lstStyle/>
          <a:p>
            <a:r>
              <a:rPr sz="1200" b="1" i="0">
                <a:solidFill>
                  <a:srgbClr val="006E96"/>
                </a:solidFill>
                <a:latin typeface="Arial"/>
              </a:rPr>
              <a:t>IN ONE SENTENCE</a:t>
            </a:r>
          </a:p>
        </p:txBody>
      </p:sp>
      <p:sp>
        <p:nvSpPr>
          <p:cNvPr id="4" name="Rounded Rectangle 3"/>
          <p:cNvSpPr/>
          <p:nvPr/>
        </p:nvSpPr>
        <p:spPr>
          <a:xfrm>
            <a:off x="658368" y="4709160"/>
            <a:ext cx="10881360" cy="1554480"/>
          </a:xfrm>
          <a:prstGeom prst="roundRect">
            <a:avLst>
              <a:gd name="adj" fmla="val 4500"/>
            </a:avLst>
          </a:prstGeom>
          <a:solidFill>
            <a:srgbClr val="FFFFFF"/>
          </a:solidFill>
          <a:ln w="9525">
            <a:solidFill>
              <a:srgbClr val="009CD6"/>
            </a:solid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228600" tIns="109728" bIns="109728">
            <a:noAutofit/>
          </a:bodyPr>
          <a:lstStyle/>
          <a:p>
            <a:pPr algn="l">
              <a:spcAft>
                <a:spcPts val="400"/>
              </a:spcAft>
            </a:pPr>
            <a:r>
              <a:rPr sz="1800" b="1" i="0">
                <a:solidFill>
                  <a:srgbClr val="006E96"/>
                </a:solidFill>
                <a:latin typeface="Arial"/>
              </a:rPr>
              <a:t>Do this on your own sector. </a:t>
            </a:r>
            <a:r>
              <a:rPr sz="1800" b="1" i="0">
                <a:solidFill>
                  <a:srgbClr val="1A1A1A"/>
                </a:solidFill>
                <a:latin typeface="Arial"/>
              </a:rPr>
              <a:t>Build your programme's sustainment risk register.</a:t>
            </a:r>
          </a:p>
          <a:p>
            <a:pPr algn="l">
              <a:spcAft>
                <a:spcPts val="400"/>
              </a:spcAft>
            </a:pPr>
            <a:r>
              <a:rPr sz="1800" b="0" i="0">
                <a:solidFill>
                  <a:srgbClr val="595959"/>
                </a:solidFill>
                <a:latin typeface="Arial"/>
              </a:rPr>
              <a:t>The prompt in the companion material gives you a four-row sustainment risk register plus early-warning signals. Before the next video.</a:t>
            </a:r>
          </a:p>
        </p:txBody>
      </p:sp>
      <p:sp>
        <p:nvSpPr>
          <p:cNvPr id="5" name="TextBox 4"/>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5.2 · What the evidence says works — and what quietly kills these programmes</a:t>
            </a:r>
          </a:p>
        </p:txBody>
      </p:sp>
      <p:sp>
        <p:nvSpPr>
          <p:cNvPr id="6" name="TextBox 5"/>
          <p:cNvSpPr txBox="1"/>
          <p:nvPr/>
        </p:nvSpPr>
        <p:spPr>
          <a:xfrm>
            <a:off x="10058400" y="6473952"/>
            <a:ext cx="1673352" cy="292608"/>
          </a:xfrm>
          <a:prstGeom prst="rect">
            <a:avLst/>
          </a:prstGeom>
          <a:noFill/>
        </p:spPr>
        <p:txBody>
          <a:bodyPr wrap="square">
            <a:spAutoFit/>
          </a:bodyPr>
          <a:lstStyle/>
          <a:p>
            <a:pPr algn="r"/>
            <a:r>
              <a:rPr sz="900" b="0" i="0">
                <a:solidFill>
                  <a:srgbClr val="595959"/>
                </a:solidFill>
                <a:latin typeface="Arial"/>
              </a:rPr>
              <a:t>www.itu.int</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Sources</a:t>
            </a:r>
          </a:p>
        </p:txBody>
      </p:sp>
      <p:sp>
        <p:nvSpPr>
          <p:cNvPr id="4" name="TextBox 3"/>
          <p:cNvSpPr txBox="1"/>
          <p:nvPr/>
        </p:nvSpPr>
        <p:spPr>
          <a:xfrm>
            <a:off x="658368" y="1554480"/>
            <a:ext cx="10789920" cy="3840480"/>
          </a:xfrm>
          <a:prstGeom prst="rect">
            <a:avLst/>
          </a:prstGeom>
          <a:noFill/>
        </p:spPr>
        <p:txBody>
          <a:bodyPr wrap="square">
            <a:spAutoFit/>
          </a:bodyPr>
          <a:lstStyle/>
          <a:p>
            <a:pPr>
              <a:spcAft>
                <a:spcPts val="1200"/>
              </a:spcAft>
            </a:pPr>
            <a:r>
              <a:rPr sz="1700" b="0" i="0">
                <a:solidFill>
                  <a:srgbClr val="1A1A1A"/>
                </a:solidFill>
                <a:latin typeface="Arial"/>
              </a:rPr>
              <a:t>•  PAERA v1.0 — §5.4 (Organisational Assessment &amp; Roadmap)</a:t>
            </a:r>
          </a:p>
          <a:p>
            <a:pPr>
              <a:spcAft>
                <a:spcPts val="1200"/>
              </a:spcAft>
            </a:pPr>
            <a:r>
              <a:rPr sz="1700" b="0" i="0">
                <a:solidFill>
                  <a:srgbClr val="1A1A1A"/>
                </a:solidFill>
                <a:latin typeface="Arial"/>
              </a:rPr>
              <a:t>•  PAERA v1.0 — §4.2.1 (Management)</a:t>
            </a:r>
          </a:p>
        </p:txBody>
      </p:sp>
      <p:sp>
        <p:nvSpPr>
          <p:cNvPr id="5" name="TextBox 4"/>
          <p:cNvSpPr txBox="1"/>
          <p:nvPr/>
        </p:nvSpPr>
        <p:spPr>
          <a:xfrm>
            <a:off x="658368" y="5806440"/>
            <a:ext cx="10789920" cy="457200"/>
          </a:xfrm>
          <a:prstGeom prst="rect">
            <a:avLst/>
          </a:prstGeom>
          <a:noFill/>
        </p:spPr>
        <p:txBody>
          <a:bodyPr wrap="square">
            <a:spAutoFit/>
          </a:bodyPr>
          <a:lstStyle/>
          <a:p>
            <a:r>
              <a:rPr sz="1400" b="1" i="0">
                <a:solidFill>
                  <a:srgbClr val="006E96"/>
                </a:solidFill>
                <a:latin typeface="Arial"/>
              </a:rPr>
              <a:t>Find the link in the description.</a:t>
            </a:r>
          </a:p>
        </p:txBody>
      </p:sp>
      <p:sp>
        <p:nvSpPr>
          <p:cNvPr id="6" name="TextBox 5"/>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5.2 · What the evidence says works — and what quietly kills these programmes</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822960" y="822960"/>
            <a:ext cx="7315200" cy="457200"/>
          </a:xfrm>
          <a:prstGeom prst="rect">
            <a:avLst/>
          </a:prstGeom>
          <a:noFill/>
        </p:spPr>
        <p:txBody>
          <a:bodyPr wrap="square">
            <a:spAutoFit/>
          </a:bodyPr>
          <a:lstStyle/>
          <a:p>
            <a:r>
              <a:rPr sz="1200" b="1" i="0">
                <a:solidFill>
                  <a:srgbClr val="595959"/>
                </a:solidFill>
                <a:latin typeface="Arial"/>
              </a:rPr>
              <a:t>MODULE 5 · VIDEO 5.3</a:t>
            </a:r>
          </a:p>
        </p:txBody>
      </p:sp>
      <p:sp>
        <p:nvSpPr>
          <p:cNvPr id="3" name="TextBox 2"/>
          <p:cNvSpPr txBox="1"/>
          <p:nvPr/>
        </p:nvSpPr>
        <p:spPr>
          <a:xfrm>
            <a:off x="822960" y="1828800"/>
            <a:ext cx="2011680" cy="1097280"/>
          </a:xfrm>
          <a:prstGeom prst="rect">
            <a:avLst/>
          </a:prstGeom>
          <a:noFill/>
        </p:spPr>
        <p:txBody>
          <a:bodyPr wrap="square">
            <a:spAutoFit/>
          </a:bodyPr>
          <a:lstStyle/>
          <a:p>
            <a:r>
              <a:rPr sz="6000" b="1" i="0">
                <a:solidFill>
                  <a:srgbClr val="009CD6"/>
                </a:solidFill>
                <a:latin typeface="Arial"/>
              </a:rPr>
              <a:t>5.3</a:t>
            </a:r>
          </a:p>
        </p:txBody>
      </p:sp>
      <p:sp>
        <p:nvSpPr>
          <p:cNvPr id="4" name="TextBox 3"/>
          <p:cNvSpPr txBox="1"/>
          <p:nvPr/>
        </p:nvSpPr>
        <p:spPr>
          <a:xfrm>
            <a:off x="822960" y="2880360"/>
            <a:ext cx="9601200" cy="1371600"/>
          </a:xfrm>
          <a:prstGeom prst="rect">
            <a:avLst/>
          </a:prstGeom>
          <a:noFill/>
        </p:spPr>
        <p:txBody>
          <a:bodyPr wrap="square">
            <a:spAutoFit/>
          </a:bodyPr>
          <a:lstStyle/>
          <a:p>
            <a:r>
              <a:rPr sz="3400" b="1" i="0">
                <a:solidFill>
                  <a:srgbClr val="1A1A1A"/>
                </a:solidFill>
                <a:latin typeface="Arial"/>
              </a:rPr>
              <a:t>Roll it out across sectors — and why the second is cheaper</a:t>
            </a:r>
          </a:p>
        </p:txBody>
      </p:sp>
      <p:sp>
        <p:nvSpPr>
          <p:cNvPr id="5" name="TextBox 4"/>
          <p:cNvSpPr txBox="1"/>
          <p:nvPr/>
        </p:nvSpPr>
        <p:spPr>
          <a:xfrm>
            <a:off x="822960" y="4343400"/>
            <a:ext cx="9875520" cy="1554480"/>
          </a:xfrm>
          <a:prstGeom prst="rect">
            <a:avLst/>
          </a:prstGeom>
          <a:noFill/>
        </p:spPr>
        <p:txBody>
          <a:bodyPr wrap="square">
            <a:spAutoFit/>
          </a:bodyPr>
          <a:lstStyle/>
          <a:p>
            <a:r>
              <a:rPr sz="1700" b="0" i="1">
                <a:solidFill>
                  <a:srgbClr val="595959"/>
                </a:solidFill>
                <a:latin typeface="Arial"/>
              </a:rPr>
              <a:t>The method is sector-agnostic — only the record at the centre changes — so roll it out as a wave roadmap: one sector first to build the shared platforms, then sectors one at a time, each cheaper than the last, governed into a single national architecture.</a:t>
            </a:r>
          </a:p>
        </p:txBody>
      </p:sp>
      <p:sp>
        <p:nvSpPr>
          <p:cNvPr id="6" name="TextBox 5"/>
          <p:cNvSpPr txBox="1"/>
          <p:nvPr/>
        </p:nvSpPr>
        <p:spPr>
          <a:xfrm>
            <a:off x="822960" y="5989320"/>
            <a:ext cx="7315200" cy="365760"/>
          </a:xfrm>
          <a:prstGeom prst="rect">
            <a:avLst/>
          </a:prstGeom>
          <a:noFill/>
        </p:spPr>
        <p:txBody>
          <a:bodyPr wrap="square">
            <a:spAutoFit/>
          </a:bodyPr>
          <a:lstStyle/>
          <a:p>
            <a:r>
              <a:rPr sz="1200" b="0" i="0">
                <a:solidFill>
                  <a:srgbClr val="595959"/>
                </a:solidFill>
                <a:latin typeface="Arial"/>
              </a:rPr>
              <a:t>standalone video · voice-over on text slides</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1005840" y="1325880"/>
            <a:ext cx="5486400" cy="365760"/>
          </a:xfrm>
          <a:prstGeom prst="rect">
            <a:avLst/>
          </a:prstGeom>
          <a:noFill/>
        </p:spPr>
        <p:txBody>
          <a:bodyPr wrap="square">
            <a:spAutoFit/>
          </a:bodyPr>
          <a:lstStyle/>
          <a:p>
            <a:r>
              <a:rPr sz="1200" b="1" i="0">
                <a:solidFill>
                  <a:srgbClr val="006E96"/>
                </a:solidFill>
                <a:latin typeface="Arial"/>
              </a:rPr>
              <a:t>WHERE WE START</a:t>
            </a:r>
          </a:p>
        </p:txBody>
      </p:sp>
      <p:sp>
        <p:nvSpPr>
          <p:cNvPr id="3" name="TextBox 2"/>
          <p:cNvSpPr txBox="1"/>
          <p:nvPr/>
        </p:nvSpPr>
        <p:spPr>
          <a:xfrm>
            <a:off x="1005840" y="1783080"/>
            <a:ext cx="10149840" cy="1737360"/>
          </a:xfrm>
          <a:prstGeom prst="rect">
            <a:avLst/>
          </a:prstGeom>
          <a:noFill/>
        </p:spPr>
        <p:txBody>
          <a:bodyPr wrap="square">
            <a:spAutoFit/>
          </a:bodyPr>
          <a:lstStyle/>
          <a:p>
            <a:r>
              <a:rPr sz="3000" b="1" i="0">
                <a:solidFill>
                  <a:srgbClr val="1A1A1A"/>
                </a:solidFill>
                <a:latin typeface="Arial"/>
              </a:rPr>
              <a:t>Beyond one sector: does the method travel, and how do you roll it out?</a:t>
            </a:r>
          </a:p>
        </p:txBody>
      </p:sp>
      <p:sp>
        <p:nvSpPr>
          <p:cNvPr id="4" name="TextBox 3"/>
          <p:cNvSpPr txBox="1"/>
          <p:nvPr/>
        </p:nvSpPr>
        <p:spPr>
          <a:xfrm>
            <a:off x="1005840" y="3611880"/>
            <a:ext cx="10149840" cy="2377440"/>
          </a:xfrm>
          <a:prstGeom prst="rect">
            <a:avLst/>
          </a:prstGeom>
          <a:noFill/>
        </p:spPr>
        <p:txBody>
          <a:bodyPr wrap="square">
            <a:spAutoFit/>
          </a:bodyPr>
          <a:lstStyle/>
          <a:p>
            <a:pPr>
              <a:spcAft>
                <a:spcPts val="800"/>
              </a:spcAft>
            </a:pPr>
            <a:r>
              <a:rPr sz="1700" b="0" i="0">
                <a:solidFill>
                  <a:srgbClr val="595959"/>
                </a:solidFill>
                <a:latin typeface="Arial"/>
              </a:rPr>
              <a:t>Two questions, and the answers are linked.</a:t>
            </a:r>
          </a:p>
          <a:p>
            <a:pPr>
              <a:spcAft>
                <a:spcPts val="800"/>
              </a:spcAft>
            </a:pPr>
            <a:r>
              <a:rPr sz="1700" b="0" i="0">
                <a:solidFill>
                  <a:srgbClr val="595959"/>
                </a:solidFill>
                <a:latin typeface="Arial"/>
              </a:rPr>
              <a:t>The second sector is cheaper than the first.</a:t>
            </a:r>
          </a:p>
        </p:txBody>
      </p:sp>
      <p:sp>
        <p:nvSpPr>
          <p:cNvPr id="5" name="TextBox 4"/>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5.3 · Roll it out across sectors — and why the second is cheaper</a:t>
            </a:r>
          </a:p>
        </p:txBody>
      </p:sp>
      <p:sp>
        <p:nvSpPr>
          <p:cNvPr id="6" name="TextBox 5"/>
          <p:cNvSpPr txBox="1"/>
          <p:nvPr/>
        </p:nvSpPr>
        <p:spPr>
          <a:xfrm>
            <a:off x="10058400" y="6473952"/>
            <a:ext cx="1673352" cy="292608"/>
          </a:xfrm>
          <a:prstGeom prst="rect">
            <a:avLst/>
          </a:prstGeom>
          <a:noFill/>
        </p:spPr>
        <p:txBody>
          <a:bodyPr wrap="square">
            <a:spAutoFit/>
          </a:bodyPr>
          <a:lstStyle/>
          <a:p>
            <a:pPr algn="r"/>
            <a:r>
              <a:rPr sz="900" b="0" i="0">
                <a:solidFill>
                  <a:srgbClr val="595959"/>
                </a:solidFill>
                <a:latin typeface="Arial"/>
              </a:rPr>
              <a:t>www.itu.int</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Most of the method does not change — only the record at the centre does</a:t>
            </a:r>
          </a:p>
        </p:txBody>
      </p:sp>
      <p:sp>
        <p:nvSpPr>
          <p:cNvPr id="4" name="TextBox 3"/>
          <p:cNvSpPr txBox="1"/>
          <p:nvPr/>
        </p:nvSpPr>
        <p:spPr>
          <a:xfrm>
            <a:off x="658368" y="1600200"/>
            <a:ext cx="10881360" cy="2194560"/>
          </a:xfrm>
          <a:prstGeom prst="rect">
            <a:avLst/>
          </a:prstGeom>
          <a:noFill/>
        </p:spPr>
        <p:txBody>
          <a:bodyPr wrap="square">
            <a:spAutoFit/>
          </a:bodyPr>
          <a:lstStyle/>
          <a:p>
            <a:pPr>
              <a:spcAft>
                <a:spcPts val="1200"/>
              </a:spcAft>
            </a:pPr>
            <a:r>
              <a:rPr sz="2000" b="0" i="0">
                <a:solidFill>
                  <a:srgbClr val="1A1A1A"/>
                </a:solidFill>
                <a:latin typeface="Arial"/>
              </a:rPr>
              <a:t>The five phases, the four sign-offs, the six deliverables, reuse-before-build, the binding board — none of it is sector-specific.</a:t>
            </a:r>
          </a:p>
          <a:p>
            <a:pPr>
              <a:spcAft>
                <a:spcPts val="1200"/>
              </a:spcAft>
            </a:pPr>
            <a:r>
              <a:rPr sz="2000" b="0" i="0">
                <a:solidFill>
                  <a:srgbClr val="1A1A1A"/>
                </a:solidFill>
                <a:latin typeface="Arial"/>
              </a:rPr>
              <a:t>Only the record at the centre changes: a learner, a patient, a farmer, a beneficiary. Different domain, identical shape — registered several times, re-entered on paper, blocking a flagship the minister has promised.</a:t>
            </a:r>
          </a:p>
        </p:txBody>
      </p:sp>
      <p:sp>
        <p:nvSpPr>
          <p:cNvPr id="5" name="Rounded Rectangle 4"/>
          <p:cNvSpPr/>
          <p:nvPr/>
        </p:nvSpPr>
        <p:spPr>
          <a:xfrm>
            <a:off x="658368" y="3977639"/>
            <a:ext cx="10881360" cy="1325880"/>
          </a:xfrm>
          <a:prstGeom prst="roundRect">
            <a:avLst>
              <a:gd name="adj" fmla="val 4500"/>
            </a:avLst>
          </a:prstGeom>
          <a:solidFill>
            <a:srgbClr val="E5F5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59536" y="4169663"/>
            <a:ext cx="10479024" cy="1051560"/>
          </a:xfrm>
          <a:prstGeom prst="rect">
            <a:avLst/>
          </a:prstGeom>
          <a:noFill/>
        </p:spPr>
        <p:txBody>
          <a:bodyPr wrap="square">
            <a:spAutoFit/>
          </a:bodyPr>
          <a:lstStyle/>
          <a:p>
            <a:pPr>
              <a:spcAft>
                <a:spcPts val="700"/>
              </a:spcAft>
            </a:pPr>
            <a:r>
              <a:rPr sz="2300" b="1" i="0">
                <a:solidFill>
                  <a:srgbClr val="006E96"/>
                </a:solidFill>
                <a:latin typeface="Arial"/>
              </a:rPr>
              <a:t>A portability statement, not worked examples — each sector still needs its own discovery on the ground.</a:t>
            </a:r>
          </a:p>
        </p:txBody>
      </p:sp>
      <p:sp>
        <p:nvSpPr>
          <p:cNvPr id="7" name="TextBox 6"/>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5.3 · Roll it out across sectors — and why the second is cheaper</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Wave 1 looks like one sector. It is the foundation the rollout stands on</a:t>
            </a:r>
          </a:p>
        </p:txBody>
      </p:sp>
      <p:sp>
        <p:nvSpPr>
          <p:cNvPr id="4" name="Rounded Rectangle 3"/>
          <p:cNvSpPr/>
          <p:nvPr/>
        </p:nvSpPr>
        <p:spPr>
          <a:xfrm>
            <a:off x="2651760" y="1737360"/>
            <a:ext cx="4754880" cy="1463040"/>
          </a:xfrm>
          <a:prstGeom prst="roundRect">
            <a:avLst>
              <a:gd name="adj" fmla="val 8000"/>
            </a:avLst>
          </a:prstGeom>
          <a:solidFill>
            <a:srgbClr val="E5F5FB"/>
          </a:solidFill>
          <a:ln>
            <a:noFill/>
          </a:ln>
          <a:effectLst/>
        </p:spPr>
        <p:style>
          <a:lnRef idx="1">
            <a:schemeClr val="accent1"/>
          </a:lnRef>
          <a:fillRef idx="3">
            <a:schemeClr val="accent1"/>
          </a:fillRef>
          <a:effectRef idx="2">
            <a:schemeClr val="accent1"/>
          </a:effectRef>
          <a:fontRef idx="minor">
            <a:schemeClr val="lt1"/>
          </a:fontRef>
        </p:style>
        <p:txBody>
          <a:bodyPr rtlCol="0" anchor="t" lIns="128016" rIns="128016" tIns="91440" bIns="54864" wrap="square"/>
          <a:lstStyle/>
          <a:p>
            <a:pPr algn="l">
              <a:spcAft>
                <a:spcPts val="300"/>
              </a:spcAft>
            </a:pPr>
            <a:r>
              <a:rPr sz="1500" b="1" i="0">
                <a:solidFill>
                  <a:srgbClr val="006E96"/>
                </a:solidFill>
                <a:latin typeface="Arial"/>
              </a:rPr>
              <a:t>WAVE 1 — ONE SECTOR, THE FULL METHOD, END TO END</a:t>
            </a:r>
          </a:p>
          <a:p>
            <a:pPr algn="l">
              <a:spcAft>
                <a:spcPts val="300"/>
              </a:spcAft>
            </a:pPr>
            <a:r>
              <a:rPr sz="1300" b="0" i="0">
                <a:solidFill>
                  <a:srgbClr val="1A1A1A"/>
                </a:solidFill>
                <a:latin typeface="Arial"/>
              </a:rPr>
              <a:t>A sector with a clear flagship the minister cares about — the single learner record, the single patient record.</a:t>
            </a:r>
          </a:p>
        </p:txBody>
      </p:sp>
      <p:sp>
        <p:nvSpPr>
          <p:cNvPr id="5" name="Rounded Rectangle 4"/>
          <p:cNvSpPr/>
          <p:nvPr/>
        </p:nvSpPr>
        <p:spPr>
          <a:xfrm>
            <a:off x="658368" y="3383280"/>
            <a:ext cx="8732520" cy="1600200"/>
          </a:xfrm>
          <a:prstGeom prst="roundRect">
            <a:avLst>
              <a:gd name="adj" fmla="val 8000"/>
            </a:avLst>
          </a:prstGeom>
          <a:solidFill>
            <a:srgbClr val="006E96"/>
          </a:solidFill>
          <a:ln>
            <a:noFill/>
          </a:ln>
          <a:effectLst/>
        </p:spPr>
        <p:style>
          <a:lnRef idx="1">
            <a:schemeClr val="accent1"/>
          </a:lnRef>
          <a:fillRef idx="3">
            <a:schemeClr val="accent1"/>
          </a:fillRef>
          <a:effectRef idx="2">
            <a:schemeClr val="accent1"/>
          </a:effectRef>
          <a:fontRef idx="minor">
            <a:schemeClr val="lt1"/>
          </a:fontRef>
        </p:style>
        <p:txBody>
          <a:bodyPr rtlCol="0" anchor="t" lIns="128016" rIns="128016" tIns="91440" bIns="54864" wrap="square"/>
          <a:lstStyle/>
          <a:p>
            <a:pPr algn="l">
              <a:spcAft>
                <a:spcPts val="300"/>
              </a:spcAft>
            </a:pPr>
            <a:r>
              <a:rPr sz="1500" b="1" i="0">
                <a:solidFill>
                  <a:srgbClr val="FFFFFF"/>
                </a:solidFill>
                <a:latin typeface="Arial"/>
              </a:rPr>
              <a:t>WHAT WAVE 1 REALLY BUILDS — THE NATIONAL FOUNDATIONS</a:t>
            </a:r>
          </a:p>
          <a:p>
            <a:pPr algn="l">
              <a:spcAft>
                <a:spcPts val="300"/>
              </a:spcAft>
            </a:pPr>
            <a:r>
              <a:rPr sz="1300" b="0" i="0">
                <a:solidFill>
                  <a:srgbClr val="FFFFFF"/>
                </a:solidFill>
                <a:latin typeface="Arial"/>
              </a:rPr>
              <a:t>The permanent team  ·  the governance board  ·  the first shared platforms: identity, data exchange</a:t>
            </a:r>
          </a:p>
          <a:p>
            <a:pPr algn="l">
              <a:spcAft>
                <a:spcPts val="300"/>
              </a:spcAft>
            </a:pPr>
            <a:r>
              <a:rPr sz="1300" b="0" i="0">
                <a:solidFill>
                  <a:srgbClr val="FFFFFF"/>
                </a:solidFill>
                <a:latin typeface="Arial"/>
              </a:rPr>
              <a:t>Every later sector stands on this — none of them builds it again.</a:t>
            </a:r>
          </a:p>
        </p:txBody>
      </p:sp>
      <p:sp>
        <p:nvSpPr>
          <p:cNvPr id="6" name="Rectangle 5"/>
          <p:cNvSpPr/>
          <p:nvPr/>
        </p:nvSpPr>
        <p:spPr>
          <a:xfrm>
            <a:off x="9646920" y="1737360"/>
            <a:ext cx="45720" cy="3246120"/>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829800" y="1737360"/>
            <a:ext cx="1737360" cy="3246120"/>
          </a:xfrm>
          <a:prstGeom prst="rect">
            <a:avLst/>
          </a:prstGeom>
          <a:noFill/>
        </p:spPr>
        <p:txBody>
          <a:bodyPr wrap="square">
            <a:spAutoFit/>
          </a:bodyPr>
          <a:lstStyle/>
          <a:p>
            <a:pPr>
              <a:spcAft>
                <a:spcPts val="800"/>
              </a:spcAft>
            </a:pPr>
            <a:r>
              <a:rPr sz="1250" b="0" i="1">
                <a:solidFill>
                  <a:srgbClr val="595959"/>
                </a:solidFill>
                <a:latin typeface="Arial"/>
              </a:rPr>
              <a:t>The sector is what the minister sees.</a:t>
            </a:r>
          </a:p>
          <a:p>
            <a:pPr>
              <a:spcAft>
                <a:spcPts val="800"/>
              </a:spcAft>
            </a:pPr>
            <a:r>
              <a:rPr sz="1250" b="0" i="1">
                <a:solidFill>
                  <a:srgbClr val="595959"/>
                </a:solidFill>
                <a:latin typeface="Arial"/>
              </a:rPr>
              <a:t>The base is what the country keeps.</a:t>
            </a:r>
          </a:p>
        </p:txBody>
      </p:sp>
      <p:sp>
        <p:nvSpPr>
          <p:cNvPr id="8" name="TextBox 7"/>
          <p:cNvSpPr txBox="1"/>
          <p:nvPr/>
        </p:nvSpPr>
        <p:spPr>
          <a:xfrm>
            <a:off x="658368" y="5760720"/>
            <a:ext cx="10881360" cy="548640"/>
          </a:xfrm>
          <a:prstGeom prst="rect">
            <a:avLst/>
          </a:prstGeom>
          <a:noFill/>
        </p:spPr>
        <p:txBody>
          <a:bodyPr wrap="square">
            <a:spAutoFit/>
          </a:bodyPr>
          <a:lstStyle/>
          <a:p>
            <a:r>
              <a:rPr sz="1550" b="1" i="0">
                <a:solidFill>
                  <a:srgbClr val="006E96"/>
                </a:solidFill>
                <a:latin typeface="Arial"/>
              </a:rPr>
              <a:t>One sector, done well — and the national foundations, laid.</a:t>
            </a:r>
          </a:p>
        </p:txBody>
      </p:sp>
      <p:sp>
        <p:nvSpPr>
          <p:cNvPr id="9" name="TextBox 8"/>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5.3 · Roll it out across sectors — and why the second is cheaper</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From Wave 2 each sector is cheaper — if the same board governs the pipeline</a:t>
            </a:r>
          </a:p>
        </p:txBody>
      </p:sp>
      <p:sp>
        <p:nvSpPr>
          <p:cNvPr id="4" name="Rounded Rectangle 3"/>
          <p:cNvSpPr/>
          <p:nvPr/>
        </p:nvSpPr>
        <p:spPr>
          <a:xfrm>
            <a:off x="658368" y="1554480"/>
            <a:ext cx="10881360" cy="457200"/>
          </a:xfrm>
          <a:prstGeom prst="roundRect">
            <a:avLst>
              <a:gd name="adj" fmla="val 30000"/>
            </a:avLst>
          </a:prstGeom>
          <a:solidFill>
            <a:srgbClr val="006E9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200" b="1" i="0">
                <a:solidFill>
                  <a:srgbClr val="FFFFFF"/>
                </a:solidFill>
                <a:latin typeface="Arial"/>
              </a:rPr>
              <a:t>THE SAME BOARD GOVERNS THE NATIONAL PIPELINE — which sector next, what each must reuse, where an exception is warranted</a:t>
            </a:r>
          </a:p>
        </p:txBody>
      </p:sp>
      <p:sp>
        <p:nvSpPr>
          <p:cNvPr id="5" name="Rounded Rectangle 4"/>
          <p:cNvSpPr/>
          <p:nvPr/>
        </p:nvSpPr>
        <p:spPr>
          <a:xfrm>
            <a:off x="658368" y="2285999"/>
            <a:ext cx="3574222" cy="2606040"/>
          </a:xfrm>
          <a:prstGeom prst="roundRect">
            <a:avLst>
              <a:gd name="adj" fmla="val 8000"/>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t" lIns="128016" rIns="128016" tIns="91440" bIns="54864" wrap="square"/>
          <a:lstStyle/>
          <a:p>
            <a:pPr algn="l">
              <a:spcAft>
                <a:spcPts val="300"/>
              </a:spcAft>
            </a:pPr>
            <a:r>
              <a:rPr sz="1300" b="1" i="0">
                <a:solidFill>
                  <a:srgbClr val="FFFFFF"/>
                </a:solidFill>
                <a:latin typeface="Arial"/>
              </a:rPr>
              <a:t>WAVE 1 — the foundation sector</a:t>
            </a:r>
          </a:p>
          <a:p>
            <a:pPr algn="l">
              <a:spcAft>
                <a:spcPts val="300"/>
              </a:spcAft>
            </a:pPr>
            <a:r>
              <a:rPr sz="1150" b="0" i="0">
                <a:solidFill>
                  <a:srgbClr val="FFFFFF"/>
                </a:solidFill>
                <a:latin typeface="Arial"/>
              </a:rPr>
              <a:t>Full method, end to end</a:t>
            </a:r>
          </a:p>
          <a:p>
            <a:pPr algn="l">
              <a:spcAft>
                <a:spcPts val="300"/>
              </a:spcAft>
            </a:pPr>
            <a:r>
              <a:rPr sz="1150" b="0" i="0">
                <a:solidFill>
                  <a:srgbClr val="FFFFFF"/>
                </a:solidFill>
                <a:latin typeface="Arial"/>
              </a:rPr>
              <a:t>Builds the team, the board, identity, data exchange</a:t>
            </a:r>
          </a:p>
        </p:txBody>
      </p:sp>
      <p:sp>
        <p:nvSpPr>
          <p:cNvPr id="6" name="Rounded Rectangle 5"/>
          <p:cNvSpPr/>
          <p:nvPr/>
        </p:nvSpPr>
        <p:spPr>
          <a:xfrm>
            <a:off x="4397182" y="2859328"/>
            <a:ext cx="2792361" cy="2032711"/>
          </a:xfrm>
          <a:prstGeom prst="roundRect">
            <a:avLst>
              <a:gd name="adj" fmla="val 8000"/>
            </a:avLst>
          </a:prstGeom>
          <a:solidFill>
            <a:srgbClr val="E5F5FB"/>
          </a:solidFill>
          <a:ln>
            <a:noFill/>
          </a:ln>
          <a:effectLst/>
        </p:spPr>
        <p:style>
          <a:lnRef idx="1">
            <a:schemeClr val="accent1"/>
          </a:lnRef>
          <a:fillRef idx="3">
            <a:schemeClr val="accent1"/>
          </a:fillRef>
          <a:effectRef idx="2">
            <a:schemeClr val="accent1"/>
          </a:effectRef>
          <a:fontRef idx="minor">
            <a:schemeClr val="lt1"/>
          </a:fontRef>
        </p:style>
        <p:txBody>
          <a:bodyPr rtlCol="0" anchor="t" lIns="128016" rIns="128016" tIns="91440" bIns="54864" wrap="square"/>
          <a:lstStyle/>
          <a:p>
            <a:pPr algn="l">
              <a:spcAft>
                <a:spcPts val="300"/>
              </a:spcAft>
            </a:pPr>
            <a:r>
              <a:rPr sz="1300" b="1" i="0">
                <a:solidFill>
                  <a:srgbClr val="006E96"/>
                </a:solidFill>
                <a:latin typeface="Arial"/>
              </a:rPr>
              <a:t>WAVE 2 — health</a:t>
            </a:r>
          </a:p>
          <a:p>
            <a:pPr algn="l">
              <a:spcAft>
                <a:spcPts val="300"/>
              </a:spcAft>
            </a:pPr>
            <a:r>
              <a:rPr sz="1150" b="0" i="0">
                <a:solidFill>
                  <a:srgbClr val="1A1A1A"/>
                </a:solidFill>
                <a:latin typeface="Arial"/>
              </a:rPr>
              <a:t>Consumes the platforms</a:t>
            </a:r>
          </a:p>
          <a:p>
            <a:pPr algn="l">
              <a:spcAft>
                <a:spcPts val="300"/>
              </a:spcAft>
            </a:pPr>
            <a:r>
              <a:rPr sz="1150" b="0" i="0">
                <a:solidFill>
                  <a:srgbClr val="1A1A1A"/>
                </a:solidFill>
                <a:latin typeface="Arial"/>
              </a:rPr>
              <a:t>Lighter method — team, framework and governance in place</a:t>
            </a:r>
          </a:p>
        </p:txBody>
      </p:sp>
      <p:cxnSp>
        <p:nvCxnSpPr>
          <p:cNvPr id="7" name="Connector 6"/>
          <p:cNvCxnSpPr/>
          <p:nvPr/>
        </p:nvCxnSpPr>
        <p:spPr>
          <a:xfrm>
            <a:off x="4250878" y="4480559"/>
            <a:ext cx="128016" cy="0"/>
          </a:xfrm>
          <a:prstGeom prst="line">
            <a:avLst/>
          </a:prstGeom>
          <a:ln w="25400">
            <a:solidFill>
              <a:srgbClr val="006E96"/>
            </a:solidFill>
            <a:tailEnd type="triangle" w="med" len="med"/>
          </a:ln>
        </p:spPr>
        <p:style>
          <a:lnRef idx="2">
            <a:schemeClr val="accent1"/>
          </a:lnRef>
          <a:fillRef idx="0">
            <a:schemeClr val="accent1"/>
          </a:fillRef>
          <a:effectRef idx="1">
            <a:schemeClr val="accent1"/>
          </a:effectRef>
          <a:fontRef idx="minor">
            <a:schemeClr val="tx1"/>
          </a:fontRef>
        </p:style>
      </p:cxnSp>
      <p:sp>
        <p:nvSpPr>
          <p:cNvPr id="8" name="Rounded Rectangle 7"/>
          <p:cNvSpPr/>
          <p:nvPr/>
        </p:nvSpPr>
        <p:spPr>
          <a:xfrm>
            <a:off x="7354135" y="3276295"/>
            <a:ext cx="2233889" cy="1615744"/>
          </a:xfrm>
          <a:prstGeom prst="roundRect">
            <a:avLst>
              <a:gd name="adj" fmla="val 8000"/>
            </a:avLst>
          </a:prstGeom>
          <a:solidFill>
            <a:srgbClr val="E5F5FB"/>
          </a:solidFill>
          <a:ln>
            <a:noFill/>
          </a:ln>
          <a:effectLst/>
        </p:spPr>
        <p:style>
          <a:lnRef idx="1">
            <a:schemeClr val="accent1"/>
          </a:lnRef>
          <a:fillRef idx="3">
            <a:schemeClr val="accent1"/>
          </a:fillRef>
          <a:effectRef idx="2">
            <a:schemeClr val="accent1"/>
          </a:effectRef>
          <a:fontRef idx="minor">
            <a:schemeClr val="lt1"/>
          </a:fontRef>
        </p:style>
        <p:txBody>
          <a:bodyPr rtlCol="0" anchor="t" lIns="128016" rIns="128016" tIns="91440" bIns="54864" wrap="square"/>
          <a:lstStyle/>
          <a:p>
            <a:pPr algn="l">
              <a:spcAft>
                <a:spcPts val="300"/>
              </a:spcAft>
            </a:pPr>
            <a:r>
              <a:rPr sz="1300" b="1" i="0">
                <a:solidFill>
                  <a:srgbClr val="006E96"/>
                </a:solidFill>
                <a:latin typeface="Arial"/>
              </a:rPr>
              <a:t>WAVE 3 — agriculture</a:t>
            </a:r>
          </a:p>
          <a:p>
            <a:pPr algn="l">
              <a:spcAft>
                <a:spcPts val="300"/>
              </a:spcAft>
            </a:pPr>
            <a:r>
              <a:rPr sz="1150" b="0" i="0">
                <a:solidFill>
                  <a:srgbClr val="1A1A1A"/>
                </a:solidFill>
                <a:latin typeface="Arial"/>
              </a:rPr>
              <a:t>Consumes more</a:t>
            </a:r>
          </a:p>
          <a:p>
            <a:pPr algn="l">
              <a:spcAft>
                <a:spcPts val="300"/>
              </a:spcAft>
            </a:pPr>
            <a:r>
              <a:rPr sz="1150" b="0" i="0">
                <a:solidFill>
                  <a:srgbClr val="1A1A1A"/>
                </a:solidFill>
                <a:latin typeface="Arial"/>
              </a:rPr>
              <a:t>Faster, for less</a:t>
            </a:r>
          </a:p>
        </p:txBody>
      </p:sp>
      <p:cxnSp>
        <p:nvCxnSpPr>
          <p:cNvPr id="9" name="Connector 8"/>
          <p:cNvCxnSpPr/>
          <p:nvPr/>
        </p:nvCxnSpPr>
        <p:spPr>
          <a:xfrm>
            <a:off x="7207831" y="4480559"/>
            <a:ext cx="128016" cy="0"/>
          </a:xfrm>
          <a:prstGeom prst="line">
            <a:avLst/>
          </a:prstGeom>
          <a:ln w="25400">
            <a:solidFill>
              <a:srgbClr val="006E96"/>
            </a:solidFill>
            <a:tailEnd type="triangle" w="med" len="med"/>
          </a:ln>
        </p:spPr>
        <p:style>
          <a:lnRef idx="2">
            <a:schemeClr val="accent1"/>
          </a:lnRef>
          <a:fillRef idx="0">
            <a:schemeClr val="accent1"/>
          </a:fillRef>
          <a:effectRef idx="1">
            <a:schemeClr val="accent1"/>
          </a:effectRef>
          <a:fontRef idx="minor">
            <a:schemeClr val="tx1"/>
          </a:fontRef>
        </p:style>
      </p:cxnSp>
      <p:sp>
        <p:nvSpPr>
          <p:cNvPr id="10" name="Rounded Rectangle 9"/>
          <p:cNvSpPr/>
          <p:nvPr/>
        </p:nvSpPr>
        <p:spPr>
          <a:xfrm>
            <a:off x="9752616" y="3589020"/>
            <a:ext cx="1787111" cy="1303020"/>
          </a:xfrm>
          <a:prstGeom prst="roundRect">
            <a:avLst>
              <a:gd name="adj" fmla="val 8000"/>
            </a:avLst>
          </a:prstGeom>
          <a:solidFill>
            <a:srgbClr val="E5F5FB"/>
          </a:solidFill>
          <a:ln>
            <a:noFill/>
          </a:ln>
          <a:effectLst/>
        </p:spPr>
        <p:style>
          <a:lnRef idx="1">
            <a:schemeClr val="accent1"/>
          </a:lnRef>
          <a:fillRef idx="3">
            <a:schemeClr val="accent1"/>
          </a:fillRef>
          <a:effectRef idx="2">
            <a:schemeClr val="accent1"/>
          </a:effectRef>
          <a:fontRef idx="minor">
            <a:schemeClr val="lt1"/>
          </a:fontRef>
        </p:style>
        <p:txBody>
          <a:bodyPr rtlCol="0" anchor="t" lIns="128016" rIns="128016" tIns="91440" bIns="54864" wrap="square"/>
          <a:lstStyle/>
          <a:p>
            <a:pPr algn="l">
              <a:spcAft>
                <a:spcPts val="300"/>
              </a:spcAft>
            </a:pPr>
            <a:r>
              <a:rPr sz="1300" b="1" i="0">
                <a:solidFill>
                  <a:srgbClr val="006E96"/>
                </a:solidFill>
                <a:latin typeface="Arial"/>
              </a:rPr>
              <a:t>WAVE 4 — social protection</a:t>
            </a:r>
          </a:p>
          <a:p>
            <a:pPr algn="l">
              <a:spcAft>
                <a:spcPts val="300"/>
              </a:spcAft>
            </a:pPr>
            <a:r>
              <a:rPr sz="1150" b="0" i="0">
                <a:solidFill>
                  <a:srgbClr val="1A1A1A"/>
                </a:solidFill>
                <a:latin typeface="Arial"/>
              </a:rPr>
              <a:t>Easier still</a:t>
            </a:r>
          </a:p>
        </p:txBody>
      </p:sp>
      <p:cxnSp>
        <p:nvCxnSpPr>
          <p:cNvPr id="11" name="Connector 10"/>
          <p:cNvCxnSpPr/>
          <p:nvPr/>
        </p:nvCxnSpPr>
        <p:spPr>
          <a:xfrm>
            <a:off x="9606312" y="4480559"/>
            <a:ext cx="128016" cy="0"/>
          </a:xfrm>
          <a:prstGeom prst="line">
            <a:avLst/>
          </a:prstGeom>
          <a:ln w="25400">
            <a:solidFill>
              <a:srgbClr val="006E96"/>
            </a:solidFill>
            <a:tailEnd type="triangle" w="med" len="med"/>
          </a:ln>
        </p:spPr>
        <p:style>
          <a:lnRef idx="2">
            <a:schemeClr val="accent1"/>
          </a:lnRef>
          <a:fillRef idx="0">
            <a:schemeClr val="accent1"/>
          </a:fillRef>
          <a:effectRef idx="1">
            <a:schemeClr val="accent1"/>
          </a:effectRef>
          <a:fontRef idx="minor">
            <a:schemeClr val="tx1"/>
          </a:fontRef>
        </p:style>
      </p:cxnSp>
      <p:sp>
        <p:nvSpPr>
          <p:cNvPr id="12" name="Rectangle 11"/>
          <p:cNvSpPr/>
          <p:nvPr/>
        </p:nvSpPr>
        <p:spPr>
          <a:xfrm>
            <a:off x="658368" y="5248656"/>
            <a:ext cx="3738814" cy="182880"/>
          </a:xfrm>
          <a:prstGeom prst="rect">
            <a:avLst/>
          </a:prstGeom>
          <a:solidFill>
            <a:srgbClr val="006E9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4397182" y="5175504"/>
            <a:ext cx="2956953"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7354135" y="5102352"/>
            <a:ext cx="2398481" cy="329184"/>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9752616" y="5029200"/>
            <a:ext cx="1787111" cy="402336"/>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58368" y="5486400"/>
            <a:ext cx="10881360" cy="320040"/>
          </a:xfrm>
          <a:prstGeom prst="rect">
            <a:avLst/>
          </a:prstGeom>
          <a:noFill/>
        </p:spPr>
        <p:txBody>
          <a:bodyPr wrap="square">
            <a:spAutoFit/>
          </a:bodyPr>
          <a:lstStyle/>
          <a:p>
            <a:r>
              <a:rPr sz="1150" b="1" i="0">
                <a:solidFill>
                  <a:srgbClr val="006E96"/>
                </a:solidFill>
                <a:latin typeface="Arial"/>
              </a:rPr>
              <a:t>Shared platforms — more complete with every wave</a:t>
            </a:r>
          </a:p>
        </p:txBody>
      </p:sp>
      <p:sp>
        <p:nvSpPr>
          <p:cNvPr id="17" name="TextBox 16"/>
          <p:cNvSpPr txBox="1"/>
          <p:nvPr/>
        </p:nvSpPr>
        <p:spPr>
          <a:xfrm>
            <a:off x="658368" y="5806440"/>
            <a:ext cx="10881360" cy="548640"/>
          </a:xfrm>
          <a:prstGeom prst="rect">
            <a:avLst/>
          </a:prstGeom>
          <a:noFill/>
        </p:spPr>
        <p:txBody>
          <a:bodyPr wrap="square">
            <a:spAutoFit/>
          </a:bodyPr>
          <a:lstStyle/>
          <a:p>
            <a:r>
              <a:rPr sz="1550" b="1" i="0">
                <a:solidFill>
                  <a:srgbClr val="006E96"/>
                </a:solidFill>
                <a:latin typeface="Arial"/>
              </a:rPr>
              <a:t>Launched and left, a rollout drifts back into fragmentation. Governed, it compounds.</a:t>
            </a:r>
          </a:p>
        </p:txBody>
      </p:sp>
      <p:sp>
        <p:nvSpPr>
          <p:cNvPr id="18" name="TextBox 17"/>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5.3 · Roll it out across sectors — and why the second is cheaper</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One page, every quarter — the national scorecard</a:t>
            </a:r>
          </a:p>
        </p:txBody>
      </p:sp>
      <p:sp>
        <p:nvSpPr>
          <p:cNvPr id="4" name="TextBox 3"/>
          <p:cNvSpPr txBox="1"/>
          <p:nvPr/>
        </p:nvSpPr>
        <p:spPr>
          <a:xfrm>
            <a:off x="658368" y="1463040"/>
            <a:ext cx="10984687" cy="1386839"/>
          </a:xfrm>
          <a:prstGeom prst="rect">
            <a:avLst/>
          </a:prstGeom>
          <a:noFill/>
        </p:spPr>
        <p:txBody>
          <a:bodyPr wrap="square">
            <a:spAutoFit/>
          </a:bodyPr>
          <a:lstStyle/>
          <a:p>
            <a:pPr>
              <a:spcAft>
                <a:spcPts val="300"/>
              </a:spcAft>
            </a:pPr>
            <a:r>
              <a:rPr sz="1900" b="1" i="0">
                <a:solidFill>
                  <a:srgbClr val="1A1A1A"/>
                </a:solidFill>
                <a:latin typeface="Arial"/>
              </a:rPr>
              <a:t>Sectors live</a:t>
            </a:r>
          </a:p>
          <a:p>
            <a:pPr>
              <a:spcAft>
                <a:spcPts val="300"/>
              </a:spcAft>
            </a:pPr>
            <a:r>
              <a:rPr sz="1550" b="0" i="0">
                <a:solidFill>
                  <a:srgbClr val="595959"/>
                </a:solidFill>
                <a:latin typeface="Arial"/>
              </a:rPr>
              <a:t>How many have run the method end to end.</a:t>
            </a:r>
          </a:p>
        </p:txBody>
      </p:sp>
      <p:sp>
        <p:nvSpPr>
          <p:cNvPr id="5" name="Rectangle 4"/>
          <p:cNvSpPr/>
          <p:nvPr/>
        </p:nvSpPr>
        <p:spPr>
          <a:xfrm>
            <a:off x="621792" y="2854452"/>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58368" y="2895600"/>
            <a:ext cx="10984687" cy="1386839"/>
          </a:xfrm>
          <a:prstGeom prst="rect">
            <a:avLst/>
          </a:prstGeom>
          <a:noFill/>
        </p:spPr>
        <p:txBody>
          <a:bodyPr wrap="square">
            <a:spAutoFit/>
          </a:bodyPr>
          <a:lstStyle/>
          <a:p>
            <a:pPr>
              <a:spcAft>
                <a:spcPts val="300"/>
              </a:spcAft>
            </a:pPr>
            <a:r>
              <a:rPr sz="1900" b="1" i="0">
                <a:solidFill>
                  <a:srgbClr val="1A1A1A"/>
                </a:solidFill>
                <a:latin typeface="Arial"/>
              </a:rPr>
              <a:t>The re-use rate across them</a:t>
            </a:r>
          </a:p>
          <a:p>
            <a:pPr>
              <a:spcAft>
                <a:spcPts val="300"/>
              </a:spcAft>
            </a:pPr>
            <a:r>
              <a:rPr sz="1550" b="0" i="0">
                <a:solidFill>
                  <a:srgbClr val="595959"/>
                </a:solidFill>
                <a:latin typeface="Arial"/>
              </a:rPr>
              <a:t>How much of the new work consumes a shared block instead of rebuilding it.</a:t>
            </a:r>
          </a:p>
        </p:txBody>
      </p:sp>
      <p:sp>
        <p:nvSpPr>
          <p:cNvPr id="7" name="Rectangle 6"/>
          <p:cNvSpPr/>
          <p:nvPr/>
        </p:nvSpPr>
        <p:spPr>
          <a:xfrm>
            <a:off x="621792" y="4287011"/>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58368" y="4328159"/>
            <a:ext cx="10984687" cy="1386839"/>
          </a:xfrm>
          <a:prstGeom prst="rect">
            <a:avLst/>
          </a:prstGeom>
          <a:noFill/>
        </p:spPr>
        <p:txBody>
          <a:bodyPr wrap="square">
            <a:spAutoFit/>
          </a:bodyPr>
          <a:lstStyle/>
          <a:p>
            <a:pPr>
              <a:spcAft>
                <a:spcPts val="300"/>
              </a:spcAft>
            </a:pPr>
            <a:r>
              <a:rPr sz="1900" b="1" i="0">
                <a:solidFill>
                  <a:srgbClr val="1A1A1A"/>
                </a:solidFill>
                <a:latin typeface="Arial"/>
              </a:rPr>
              <a:t>Shared platforms in place</a:t>
            </a:r>
          </a:p>
          <a:p>
            <a:pPr>
              <a:spcAft>
                <a:spcPts val="300"/>
              </a:spcAft>
            </a:pPr>
            <a:r>
              <a:rPr sz="1550" b="0" i="0">
                <a:solidFill>
                  <a:srgbClr val="595959"/>
                </a:solidFill>
                <a:latin typeface="Arial"/>
              </a:rPr>
              <a:t>Which of identity and data exchange are authoritative and available.</a:t>
            </a:r>
          </a:p>
        </p:txBody>
      </p:sp>
      <p:sp>
        <p:nvSpPr>
          <p:cNvPr id="9" name="TextBox 8"/>
          <p:cNvSpPr txBox="1"/>
          <p:nvPr/>
        </p:nvSpPr>
        <p:spPr>
          <a:xfrm>
            <a:off x="658368" y="5870448"/>
            <a:ext cx="10881360" cy="548640"/>
          </a:xfrm>
          <a:prstGeom prst="rect">
            <a:avLst/>
          </a:prstGeom>
          <a:noFill/>
        </p:spPr>
        <p:txBody>
          <a:bodyPr wrap="square">
            <a:spAutoFit/>
          </a:bodyPr>
          <a:lstStyle/>
          <a:p>
            <a:r>
              <a:rPr sz="1550" b="1" i="0">
                <a:solidFill>
                  <a:srgbClr val="006E96"/>
                </a:solidFill>
                <a:latin typeface="Arial"/>
              </a:rPr>
              <a:t>It sustains funding across a change of government, and catches a drifting sector early.</a:t>
            </a:r>
          </a:p>
        </p:txBody>
      </p:sp>
      <p:sp>
        <p:nvSpPr>
          <p:cNvPr id="10" name="TextBox 9"/>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5.3 · Roll it out across sectors — and why the second is cheaper</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1005840" y="2103120"/>
            <a:ext cx="10149840" cy="2377440"/>
          </a:xfrm>
          <a:prstGeom prst="rect">
            <a:avLst/>
          </a:prstGeom>
          <a:noFill/>
        </p:spPr>
        <p:txBody>
          <a:bodyPr wrap="square">
            <a:spAutoFit/>
          </a:bodyPr>
          <a:lstStyle/>
          <a:p>
            <a:r>
              <a:rPr sz="3000" b="1" i="0">
                <a:solidFill>
                  <a:srgbClr val="1A1A1A"/>
                </a:solidFill>
                <a:latin typeface="Arial"/>
              </a:rPr>
              <a:t>The method is sector-agnostic — only the central record changes — so roll it out in waves, each sector after the first cheaper, governed into a single national architecture.</a:t>
            </a:r>
          </a:p>
        </p:txBody>
      </p:sp>
      <p:sp>
        <p:nvSpPr>
          <p:cNvPr id="3" name="TextBox 2"/>
          <p:cNvSpPr txBox="1"/>
          <p:nvPr/>
        </p:nvSpPr>
        <p:spPr>
          <a:xfrm>
            <a:off x="1005840" y="1554480"/>
            <a:ext cx="5486400" cy="365760"/>
          </a:xfrm>
          <a:prstGeom prst="rect">
            <a:avLst/>
          </a:prstGeom>
          <a:noFill/>
        </p:spPr>
        <p:txBody>
          <a:bodyPr wrap="square">
            <a:spAutoFit/>
          </a:bodyPr>
          <a:lstStyle/>
          <a:p>
            <a:r>
              <a:rPr sz="1200" b="1" i="0">
                <a:solidFill>
                  <a:srgbClr val="006E96"/>
                </a:solidFill>
                <a:latin typeface="Arial"/>
              </a:rPr>
              <a:t>IN ONE SENTENCE</a:t>
            </a:r>
          </a:p>
        </p:txBody>
      </p:sp>
      <p:sp>
        <p:nvSpPr>
          <p:cNvPr id="4" name="Rounded Rectangle 3"/>
          <p:cNvSpPr/>
          <p:nvPr/>
        </p:nvSpPr>
        <p:spPr>
          <a:xfrm>
            <a:off x="658368" y="4709160"/>
            <a:ext cx="10881360" cy="1554480"/>
          </a:xfrm>
          <a:prstGeom prst="roundRect">
            <a:avLst>
              <a:gd name="adj" fmla="val 4500"/>
            </a:avLst>
          </a:prstGeom>
          <a:solidFill>
            <a:srgbClr val="FFFFFF"/>
          </a:solidFill>
          <a:ln w="9525">
            <a:solidFill>
              <a:srgbClr val="009CD6"/>
            </a:solid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228600" tIns="109728" bIns="109728">
            <a:noAutofit/>
          </a:bodyPr>
          <a:lstStyle/>
          <a:p>
            <a:pPr algn="l">
              <a:spcAft>
                <a:spcPts val="400"/>
              </a:spcAft>
            </a:pPr>
            <a:r>
              <a:rPr sz="1800" b="1" i="0">
                <a:solidFill>
                  <a:srgbClr val="006E96"/>
                </a:solidFill>
                <a:latin typeface="Arial"/>
              </a:rPr>
              <a:t>Do this on your own sector. </a:t>
            </a:r>
            <a:r>
              <a:rPr sz="1800" b="1" i="0">
                <a:solidFill>
                  <a:srgbClr val="1A1A1A"/>
                </a:solidFill>
                <a:latin typeface="Arial"/>
              </a:rPr>
              <a:t>Sequence your national rollout into waves.</a:t>
            </a:r>
          </a:p>
          <a:p>
            <a:pPr algn="l">
              <a:spcAft>
                <a:spcPts val="400"/>
              </a:spcAft>
            </a:pPr>
            <a:r>
              <a:rPr sz="1800" b="0" i="0">
                <a:solidFill>
                  <a:srgbClr val="595959"/>
                </a:solidFill>
                <a:latin typeface="Arial"/>
              </a:rPr>
              <a:t>The prompt in the companion material gives you a national wave sequence with per-wave reuse. Before the next video.</a:t>
            </a:r>
          </a:p>
        </p:txBody>
      </p:sp>
      <p:sp>
        <p:nvSpPr>
          <p:cNvPr id="5" name="TextBox 4"/>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5.3 · Roll it out across sectors — and why the second is cheaper</a:t>
            </a:r>
          </a:p>
        </p:txBody>
      </p:sp>
      <p:sp>
        <p:nvSpPr>
          <p:cNvPr id="6" name="TextBox 5"/>
          <p:cNvSpPr txBox="1"/>
          <p:nvPr/>
        </p:nvSpPr>
        <p:spPr>
          <a:xfrm>
            <a:off x="10058400" y="6473952"/>
            <a:ext cx="1673352" cy="292608"/>
          </a:xfrm>
          <a:prstGeom prst="rect">
            <a:avLst/>
          </a:prstGeom>
          <a:noFill/>
        </p:spPr>
        <p:txBody>
          <a:bodyPr wrap="square">
            <a:spAutoFit/>
          </a:bodyPr>
          <a:lstStyle/>
          <a:p>
            <a:pPr algn="r"/>
            <a:r>
              <a:rPr sz="900" b="0" i="0">
                <a:solidFill>
                  <a:srgbClr val="595959"/>
                </a:solidFill>
                <a:latin typeface="Arial"/>
              </a:rPr>
              <a:t>www.itu.int</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Sources</a:t>
            </a:r>
          </a:p>
        </p:txBody>
      </p:sp>
      <p:sp>
        <p:nvSpPr>
          <p:cNvPr id="4" name="TextBox 3"/>
          <p:cNvSpPr txBox="1"/>
          <p:nvPr/>
        </p:nvSpPr>
        <p:spPr>
          <a:xfrm>
            <a:off x="658368" y="1554480"/>
            <a:ext cx="10789920" cy="3840480"/>
          </a:xfrm>
          <a:prstGeom prst="rect">
            <a:avLst/>
          </a:prstGeom>
          <a:noFill/>
        </p:spPr>
        <p:txBody>
          <a:bodyPr wrap="square">
            <a:spAutoFit/>
          </a:bodyPr>
          <a:lstStyle/>
          <a:p>
            <a:pPr>
              <a:spcAft>
                <a:spcPts val="1200"/>
              </a:spcAft>
            </a:pPr>
            <a:r>
              <a:rPr sz="1700" b="0" i="0">
                <a:solidFill>
                  <a:srgbClr val="1A1A1A"/>
                </a:solidFill>
                <a:latin typeface="Arial"/>
              </a:rPr>
              <a:t>•  PAERA v1.0 — §5.7 (Recommended Roadmap)</a:t>
            </a:r>
          </a:p>
          <a:p>
            <a:pPr>
              <a:spcAft>
                <a:spcPts val="1200"/>
              </a:spcAft>
            </a:pPr>
            <a:r>
              <a:rPr sz="1700" b="0" i="0">
                <a:solidFill>
                  <a:srgbClr val="1A1A1A"/>
                </a:solidFill>
                <a:latin typeface="Arial"/>
              </a:rPr>
              <a:t>•  PAERA v1.0 — §5.4 (Organisational Assessment &amp; Roadmap)</a:t>
            </a:r>
          </a:p>
        </p:txBody>
      </p:sp>
      <p:sp>
        <p:nvSpPr>
          <p:cNvPr id="5" name="TextBox 4"/>
          <p:cNvSpPr txBox="1"/>
          <p:nvPr/>
        </p:nvSpPr>
        <p:spPr>
          <a:xfrm>
            <a:off x="658368" y="5806440"/>
            <a:ext cx="10789920" cy="457200"/>
          </a:xfrm>
          <a:prstGeom prst="rect">
            <a:avLst/>
          </a:prstGeom>
          <a:noFill/>
        </p:spPr>
        <p:txBody>
          <a:bodyPr wrap="square">
            <a:spAutoFit/>
          </a:bodyPr>
          <a:lstStyle/>
          <a:p>
            <a:r>
              <a:rPr sz="1400" b="1" i="0">
                <a:solidFill>
                  <a:srgbClr val="006E96"/>
                </a:solidFill>
                <a:latin typeface="Arial"/>
              </a:rPr>
              <a:t>Find the link in the description.</a:t>
            </a:r>
          </a:p>
        </p:txBody>
      </p:sp>
      <p:sp>
        <p:nvSpPr>
          <p:cNvPr id="6" name="TextBox 5"/>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5.3 · Roll it out across sectors — and why the second is cheaper</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822960" y="822960"/>
            <a:ext cx="7315200" cy="457200"/>
          </a:xfrm>
          <a:prstGeom prst="rect">
            <a:avLst/>
          </a:prstGeom>
          <a:noFill/>
        </p:spPr>
        <p:txBody>
          <a:bodyPr wrap="square">
            <a:spAutoFit/>
          </a:bodyPr>
          <a:lstStyle/>
          <a:p>
            <a:r>
              <a:rPr sz="1200" b="1" i="0">
                <a:solidFill>
                  <a:srgbClr val="595959"/>
                </a:solidFill>
                <a:latin typeface="Arial"/>
              </a:rPr>
              <a:t>MODULE 5 · VIDEO 5.4</a:t>
            </a:r>
          </a:p>
        </p:txBody>
      </p:sp>
      <p:sp>
        <p:nvSpPr>
          <p:cNvPr id="3" name="TextBox 2"/>
          <p:cNvSpPr txBox="1"/>
          <p:nvPr/>
        </p:nvSpPr>
        <p:spPr>
          <a:xfrm>
            <a:off x="822960" y="1828800"/>
            <a:ext cx="2011680" cy="1097280"/>
          </a:xfrm>
          <a:prstGeom prst="rect">
            <a:avLst/>
          </a:prstGeom>
          <a:noFill/>
        </p:spPr>
        <p:txBody>
          <a:bodyPr wrap="square">
            <a:spAutoFit/>
          </a:bodyPr>
          <a:lstStyle/>
          <a:p>
            <a:r>
              <a:rPr sz="6000" b="1" i="0">
                <a:solidFill>
                  <a:srgbClr val="009CD6"/>
                </a:solidFill>
                <a:latin typeface="Arial"/>
              </a:rPr>
              <a:t>5.4</a:t>
            </a:r>
          </a:p>
        </p:txBody>
      </p:sp>
      <p:sp>
        <p:nvSpPr>
          <p:cNvPr id="4" name="TextBox 3"/>
          <p:cNvSpPr txBox="1"/>
          <p:nvPr/>
        </p:nvSpPr>
        <p:spPr>
          <a:xfrm>
            <a:off x="822960" y="2880360"/>
            <a:ext cx="9601200" cy="1371600"/>
          </a:xfrm>
          <a:prstGeom prst="rect">
            <a:avLst/>
          </a:prstGeom>
          <a:noFill/>
        </p:spPr>
        <p:txBody>
          <a:bodyPr wrap="square">
            <a:spAutoFit/>
          </a:bodyPr>
          <a:lstStyle/>
          <a:p>
            <a:r>
              <a:rPr sz="3400" b="1" i="0">
                <a:solidFill>
                  <a:srgbClr val="1A1A1A"/>
                </a:solidFill>
                <a:latin typeface="Arial"/>
              </a:rPr>
              <a:t>Win the commitment — the business case that gets your minister to yes</a:t>
            </a:r>
          </a:p>
        </p:txBody>
      </p:sp>
      <p:sp>
        <p:nvSpPr>
          <p:cNvPr id="5" name="TextBox 4"/>
          <p:cNvSpPr txBox="1"/>
          <p:nvPr/>
        </p:nvSpPr>
        <p:spPr>
          <a:xfrm>
            <a:off x="822960" y="4343400"/>
            <a:ext cx="9875520" cy="1554480"/>
          </a:xfrm>
          <a:prstGeom prst="rect">
            <a:avLst/>
          </a:prstGeom>
          <a:noFill/>
        </p:spPr>
        <p:txBody>
          <a:bodyPr wrap="square">
            <a:spAutoFit/>
          </a:bodyPr>
          <a:lstStyle/>
          <a:p>
            <a:r>
              <a:rPr sz="1700" b="0" i="1">
                <a:solidFill>
                  <a:srgbClr val="595959"/>
                </a:solidFill>
                <a:latin typeface="Arial"/>
              </a:rPr>
              <a:t>Winning the minister's commitment is not about the architecture — it's about the number. Pair the whole-of-government re-use saving with the proven evidence and an honest time horizon, and you turn a technical case into one a minister can take to cabinet.</a:t>
            </a:r>
          </a:p>
        </p:txBody>
      </p:sp>
      <p:sp>
        <p:nvSpPr>
          <p:cNvPr id="6" name="TextBox 5"/>
          <p:cNvSpPr txBox="1"/>
          <p:nvPr/>
        </p:nvSpPr>
        <p:spPr>
          <a:xfrm>
            <a:off x="822960" y="5989320"/>
            <a:ext cx="7315200" cy="365760"/>
          </a:xfrm>
          <a:prstGeom prst="rect">
            <a:avLst/>
          </a:prstGeom>
          <a:noFill/>
        </p:spPr>
        <p:txBody>
          <a:bodyPr wrap="square">
            <a:spAutoFit/>
          </a:bodyPr>
          <a:lstStyle/>
          <a:p>
            <a:r>
              <a:rPr sz="1200" b="0" i="0">
                <a:solidFill>
                  <a:srgbClr val="595959"/>
                </a:solidFill>
                <a:latin typeface="Arial"/>
              </a:rPr>
              <a:t>standalone video · voice-over on text slides</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1005840" y="1325880"/>
            <a:ext cx="5486400" cy="365760"/>
          </a:xfrm>
          <a:prstGeom prst="rect">
            <a:avLst/>
          </a:prstGeom>
          <a:noFill/>
        </p:spPr>
        <p:txBody>
          <a:bodyPr wrap="square">
            <a:spAutoFit/>
          </a:bodyPr>
          <a:lstStyle/>
          <a:p>
            <a:r>
              <a:rPr sz="1200" b="1" i="0">
                <a:solidFill>
                  <a:srgbClr val="006E96"/>
                </a:solidFill>
                <a:latin typeface="Arial"/>
              </a:rPr>
              <a:t>WHERE WE START</a:t>
            </a:r>
          </a:p>
        </p:txBody>
      </p:sp>
      <p:sp>
        <p:nvSpPr>
          <p:cNvPr id="3" name="TextBox 2"/>
          <p:cNvSpPr txBox="1"/>
          <p:nvPr/>
        </p:nvSpPr>
        <p:spPr>
          <a:xfrm>
            <a:off x="1005840" y="1783080"/>
            <a:ext cx="10149840" cy="1737360"/>
          </a:xfrm>
          <a:prstGeom prst="rect">
            <a:avLst/>
          </a:prstGeom>
          <a:noFill/>
        </p:spPr>
        <p:txBody>
          <a:bodyPr wrap="square">
            <a:spAutoFit/>
          </a:bodyPr>
          <a:lstStyle/>
          <a:p>
            <a:r>
              <a:rPr sz="3000" b="1" i="0">
                <a:solidFill>
                  <a:srgbClr val="1A1A1A"/>
                </a:solidFill>
                <a:latin typeface="Arial"/>
              </a:rPr>
              <a:t>Ministers do not commit to architecture. They commit to numbers.</a:t>
            </a:r>
          </a:p>
        </p:txBody>
      </p:sp>
      <p:sp>
        <p:nvSpPr>
          <p:cNvPr id="4" name="TextBox 3"/>
          <p:cNvSpPr txBox="1"/>
          <p:nvPr/>
        </p:nvSpPr>
        <p:spPr>
          <a:xfrm>
            <a:off x="1005840" y="3611880"/>
            <a:ext cx="10149840" cy="2377440"/>
          </a:xfrm>
          <a:prstGeom prst="rect">
            <a:avLst/>
          </a:prstGeom>
          <a:noFill/>
        </p:spPr>
        <p:txBody>
          <a:bodyPr wrap="square">
            <a:spAutoFit/>
          </a:bodyPr>
          <a:lstStyle/>
          <a:p>
            <a:pPr>
              <a:spcAft>
                <a:spcPts val="800"/>
              </a:spcAft>
            </a:pPr>
            <a:r>
              <a:rPr sz="1700" b="0" i="0">
                <a:solidFill>
                  <a:srgbClr val="595959"/>
                </a:solidFill>
                <a:latin typeface="Arial"/>
              </a:rPr>
              <a:t>The hardest step is getting the team, the mandate and the money.</a:t>
            </a:r>
          </a:p>
          <a:p>
            <a:pPr>
              <a:spcAft>
                <a:spcPts val="800"/>
              </a:spcAft>
            </a:pPr>
            <a:r>
              <a:rPr sz="1700" b="0" i="0">
                <a:solidFill>
                  <a:srgbClr val="595959"/>
                </a:solidFill>
                <a:latin typeface="Arial"/>
              </a:rPr>
              <a:t>Bring three things: the saving, the proof, the honest cost.</a:t>
            </a:r>
          </a:p>
        </p:txBody>
      </p:sp>
      <p:sp>
        <p:nvSpPr>
          <p:cNvPr id="5" name="TextBox 4"/>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5.4 · Win the commitment — the business case that gets your minister to yes</a:t>
            </a:r>
          </a:p>
        </p:txBody>
      </p:sp>
      <p:sp>
        <p:nvSpPr>
          <p:cNvPr id="6" name="TextBox 5"/>
          <p:cNvSpPr txBox="1"/>
          <p:nvPr/>
        </p:nvSpPr>
        <p:spPr>
          <a:xfrm>
            <a:off x="10058400" y="6473952"/>
            <a:ext cx="1673352" cy="292608"/>
          </a:xfrm>
          <a:prstGeom prst="rect">
            <a:avLst/>
          </a:prstGeom>
          <a:noFill/>
        </p:spPr>
        <p:txBody>
          <a:bodyPr wrap="square">
            <a:spAutoFit/>
          </a:bodyPr>
          <a:lstStyle/>
          <a:p>
            <a:pPr algn="r"/>
            <a:r>
              <a:rPr sz="900" b="0" i="0">
                <a:solidFill>
                  <a:srgbClr val="595959"/>
                </a:solidFill>
                <a:latin typeface="Arial"/>
              </a:rPr>
              <a:t>www.itu.int</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Lead with the saving, not the architecture</a:t>
            </a:r>
          </a:p>
        </p:txBody>
      </p:sp>
      <p:sp>
        <p:nvSpPr>
          <p:cNvPr id="4" name="TextBox 3"/>
          <p:cNvSpPr txBox="1"/>
          <p:nvPr/>
        </p:nvSpPr>
        <p:spPr>
          <a:xfrm>
            <a:off x="658368" y="1600200"/>
            <a:ext cx="10881360" cy="2194560"/>
          </a:xfrm>
          <a:prstGeom prst="rect">
            <a:avLst/>
          </a:prstGeom>
          <a:noFill/>
        </p:spPr>
        <p:txBody>
          <a:bodyPr wrap="square">
            <a:spAutoFit/>
          </a:bodyPr>
          <a:lstStyle/>
          <a:p>
            <a:pPr>
              <a:spcAft>
                <a:spcPts val="1200"/>
              </a:spcAft>
            </a:pPr>
            <a:r>
              <a:rPr sz="2000" b="0" i="0">
                <a:solidFill>
                  <a:srgbClr val="1A1A1A"/>
                </a:solidFill>
                <a:latin typeface="Arial"/>
              </a:rPr>
              <a:t>The strongest number you have is the cost of fragmentation: every programme that builds its own identity, its own registry, its own integration means the country pays many times for one thing.</a:t>
            </a:r>
          </a:p>
          <a:p>
            <a:pPr>
              <a:spcAft>
                <a:spcPts val="1200"/>
              </a:spcAft>
            </a:pPr>
            <a:r>
              <a:rPr sz="2000" b="0" i="0">
                <a:solidFill>
                  <a:srgbClr val="1A1A1A"/>
                </a:solidFill>
                <a:latin typeface="Arial"/>
              </a:rPr>
              <a:t>A whole-of-government business case shows that consuming shared building blocks instead would save a meaningful share of the sectoral digital budget over five years. That number, not the four-layer diagram, opens a cabinet conversation.</a:t>
            </a:r>
          </a:p>
        </p:txBody>
      </p:sp>
      <p:sp>
        <p:nvSpPr>
          <p:cNvPr id="5" name="Rounded Rectangle 4"/>
          <p:cNvSpPr/>
          <p:nvPr/>
        </p:nvSpPr>
        <p:spPr>
          <a:xfrm>
            <a:off x="658368" y="3977639"/>
            <a:ext cx="10881360" cy="1325880"/>
          </a:xfrm>
          <a:prstGeom prst="roundRect">
            <a:avLst>
              <a:gd name="adj" fmla="val 4500"/>
            </a:avLst>
          </a:prstGeom>
          <a:solidFill>
            <a:srgbClr val="E5F5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59536" y="4169663"/>
            <a:ext cx="10479024" cy="1051560"/>
          </a:xfrm>
          <a:prstGeom prst="rect">
            <a:avLst/>
          </a:prstGeom>
          <a:noFill/>
        </p:spPr>
        <p:txBody>
          <a:bodyPr wrap="square">
            <a:spAutoFit/>
          </a:bodyPr>
          <a:lstStyle/>
          <a:p>
            <a:pPr>
              <a:spcAft>
                <a:spcPts val="700"/>
              </a:spcAft>
            </a:pPr>
            <a:r>
              <a:rPr sz="2300" b="1" i="0">
                <a:solidFill>
                  <a:srgbClr val="006E96"/>
                </a:solidFill>
                <a:latin typeface="Arial"/>
              </a:rPr>
              <a:t>The architecture is how you achieve the saving. The saving is what you sell.</a:t>
            </a:r>
          </a:p>
        </p:txBody>
      </p:sp>
      <p:sp>
        <p:nvSpPr>
          <p:cNvPr id="7" name="TextBox 6"/>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5.4 · Win the commitment — the business case that gets your minister to yes</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Back the number with the proof, because a minister's first worry is risk</a:t>
            </a:r>
          </a:p>
        </p:txBody>
      </p:sp>
      <p:sp>
        <p:nvSpPr>
          <p:cNvPr id="4" name="TextBox 3"/>
          <p:cNvSpPr txBox="1"/>
          <p:nvPr/>
        </p:nvSpPr>
        <p:spPr>
          <a:xfrm>
            <a:off x="658368" y="1600200"/>
            <a:ext cx="10881360" cy="2194560"/>
          </a:xfrm>
          <a:prstGeom prst="rect">
            <a:avLst/>
          </a:prstGeom>
          <a:noFill/>
        </p:spPr>
        <p:txBody>
          <a:bodyPr wrap="square">
            <a:spAutoFit/>
          </a:bodyPr>
          <a:lstStyle/>
          <a:p>
            <a:pPr>
              <a:spcAft>
                <a:spcPts val="1200"/>
              </a:spcAft>
            </a:pPr>
            <a:r>
              <a:rPr sz="2000" b="0" i="0">
                <a:solidFill>
                  <a:srgbClr val="1A1A1A"/>
                </a:solidFill>
                <a:latin typeface="Arial"/>
              </a:rPr>
              <a:t>A saving that depends on an untested approach is easy to refuse. A saving backed by four governments that have already built the same pattern is much harder to wave away.</a:t>
            </a:r>
          </a:p>
          <a:p>
            <a:pPr>
              <a:spcAft>
                <a:spcPts val="1200"/>
              </a:spcAft>
            </a:pPr>
            <a:r>
              <a:rPr sz="2000" b="0" i="0">
                <a:solidFill>
                  <a:srgbClr val="1A1A1A"/>
                </a:solidFill>
                <a:latin typeface="Arial"/>
              </a:rPr>
              <a:t>This is a charted path that countries like yours have walked, with the obstacles documented.</a:t>
            </a:r>
          </a:p>
        </p:txBody>
      </p:sp>
      <p:sp>
        <p:nvSpPr>
          <p:cNvPr id="5" name="Rounded Rectangle 4"/>
          <p:cNvSpPr/>
          <p:nvPr/>
        </p:nvSpPr>
        <p:spPr>
          <a:xfrm>
            <a:off x="658368" y="3977639"/>
            <a:ext cx="10881360" cy="1325880"/>
          </a:xfrm>
          <a:prstGeom prst="roundRect">
            <a:avLst>
              <a:gd name="adj" fmla="val 4500"/>
            </a:avLst>
          </a:prstGeom>
          <a:solidFill>
            <a:srgbClr val="E5F5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59536" y="4169663"/>
            <a:ext cx="10479024" cy="1051560"/>
          </a:xfrm>
          <a:prstGeom prst="rect">
            <a:avLst/>
          </a:prstGeom>
          <a:noFill/>
        </p:spPr>
        <p:txBody>
          <a:bodyPr wrap="square">
            <a:spAutoFit/>
          </a:bodyPr>
          <a:lstStyle/>
          <a:p>
            <a:pPr>
              <a:spcAft>
                <a:spcPts val="700"/>
              </a:spcAft>
            </a:pPr>
            <a:r>
              <a:rPr sz="2300" b="1" i="0">
                <a:solidFill>
                  <a:srgbClr val="006E96"/>
                </a:solidFill>
                <a:latin typeface="Arial"/>
              </a:rPr>
              <a:t>Not a bet on a theory — a saving others have already proven is real.</a:t>
            </a:r>
          </a:p>
        </p:txBody>
      </p:sp>
      <p:sp>
        <p:nvSpPr>
          <p:cNvPr id="7" name="TextBox 6"/>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5.4 · Win the commitment — the business case that gets your minister to yes</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Ministers fund people who tell them the real timeline</a:t>
            </a:r>
          </a:p>
        </p:txBody>
      </p:sp>
      <p:sp>
        <p:nvSpPr>
          <p:cNvPr id="4" name="TextBox 3"/>
          <p:cNvSpPr txBox="1"/>
          <p:nvPr/>
        </p:nvSpPr>
        <p:spPr>
          <a:xfrm>
            <a:off x="658368" y="1600200"/>
            <a:ext cx="10881360" cy="2194560"/>
          </a:xfrm>
          <a:prstGeom prst="rect">
            <a:avLst/>
          </a:prstGeom>
          <a:noFill/>
        </p:spPr>
        <p:txBody>
          <a:bodyPr wrap="square">
            <a:spAutoFit/>
          </a:bodyPr>
          <a:lstStyle/>
          <a:p>
            <a:pPr>
              <a:spcAft>
                <a:spcPts val="1200"/>
              </a:spcAft>
            </a:pPr>
            <a:r>
              <a:rPr sz="2000" b="0" i="0">
                <a:solidFill>
                  <a:srgbClr val="1A1A1A"/>
                </a:solidFill>
                <a:latin typeface="Arial"/>
              </a:rPr>
              <a:t>Name the real cost: a small permanent team and governance, typically around two per cent of the digital-government budget, sustained for five years.</a:t>
            </a:r>
          </a:p>
          <a:p>
            <a:pPr>
              <a:spcAft>
                <a:spcPts val="1200"/>
              </a:spcAft>
            </a:pPr>
            <a:r>
              <a:rPr sz="2000" b="0" i="0">
                <a:solidFill>
                  <a:srgbClr val="1A1A1A"/>
                </a:solidFill>
                <a:latin typeface="Arial"/>
              </a:rPr>
              <a:t>And the real horizon: about six months to a roadmap the minister can show, but years to full maturity — so the minister who launches this will likely not be the one who completes it.</a:t>
            </a:r>
          </a:p>
        </p:txBody>
      </p:sp>
      <p:sp>
        <p:nvSpPr>
          <p:cNvPr id="5" name="Rounded Rectangle 4"/>
          <p:cNvSpPr/>
          <p:nvPr/>
        </p:nvSpPr>
        <p:spPr>
          <a:xfrm>
            <a:off x="658368" y="3977639"/>
            <a:ext cx="10881360" cy="1325880"/>
          </a:xfrm>
          <a:prstGeom prst="roundRect">
            <a:avLst>
              <a:gd name="adj" fmla="val 4500"/>
            </a:avLst>
          </a:prstGeom>
          <a:solidFill>
            <a:srgbClr val="E5F5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59536" y="4169663"/>
            <a:ext cx="10479024" cy="1051560"/>
          </a:xfrm>
          <a:prstGeom prst="rect">
            <a:avLst/>
          </a:prstGeom>
          <a:noFill/>
        </p:spPr>
        <p:txBody>
          <a:bodyPr wrap="square">
            <a:spAutoFit/>
          </a:bodyPr>
          <a:lstStyle/>
          <a:p>
            <a:pPr>
              <a:spcAft>
                <a:spcPts val="700"/>
              </a:spcAft>
            </a:pPr>
            <a:r>
              <a:rPr sz="2300" b="1" i="0">
                <a:solidFill>
                  <a:srgbClr val="006E96"/>
                </a:solidFill>
                <a:latin typeface="Arial"/>
              </a:rPr>
              <a:t>Said as a weakness, that sinks the case. Said as the truth, it wins it.</a:t>
            </a:r>
          </a:p>
        </p:txBody>
      </p:sp>
      <p:sp>
        <p:nvSpPr>
          <p:cNvPr id="7" name="TextBox 6"/>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5.4 · Win the commitment — the business case that gets your minister to yes</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The one page, in the order a minister reads it</a:t>
            </a:r>
          </a:p>
        </p:txBody>
      </p:sp>
      <p:sp>
        <p:nvSpPr>
          <p:cNvPr id="4" name="Oval 3"/>
          <p:cNvSpPr/>
          <p:nvPr/>
        </p:nvSpPr>
        <p:spPr>
          <a:xfrm>
            <a:off x="621792" y="1508760"/>
            <a:ext cx="310896" cy="310896"/>
          </a:xfrm>
          <a:prstGeom prst="ellipse">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square"/>
          <a:lstStyle/>
          <a:p>
            <a:pPr algn="ctr"/>
            <a:r>
              <a:rPr sz="1300" b="1" i="0">
                <a:solidFill>
                  <a:srgbClr val="FFFFFF"/>
                </a:solidFill>
                <a:latin typeface="Arial"/>
              </a:rPr>
              <a:t>1</a:t>
            </a:r>
          </a:p>
        </p:txBody>
      </p:sp>
      <p:sp>
        <p:nvSpPr>
          <p:cNvPr id="5" name="TextBox 4"/>
          <p:cNvSpPr txBox="1"/>
          <p:nvPr/>
        </p:nvSpPr>
        <p:spPr>
          <a:xfrm>
            <a:off x="1115568" y="1463040"/>
            <a:ext cx="10527487" cy="1028699"/>
          </a:xfrm>
          <a:prstGeom prst="rect">
            <a:avLst/>
          </a:prstGeom>
          <a:noFill/>
        </p:spPr>
        <p:txBody>
          <a:bodyPr wrap="square">
            <a:spAutoFit/>
          </a:bodyPr>
          <a:lstStyle/>
          <a:p>
            <a:pPr>
              <a:spcAft>
                <a:spcPts val="300"/>
              </a:spcAft>
            </a:pPr>
            <a:r>
              <a:rPr sz="1900" b="1" i="0">
                <a:solidFill>
                  <a:srgbClr val="1A1A1A"/>
                </a:solidFill>
                <a:latin typeface="Arial"/>
              </a:rPr>
              <a:t>The saving</a:t>
            </a:r>
          </a:p>
          <a:p>
            <a:pPr>
              <a:spcAft>
                <a:spcPts val="300"/>
              </a:spcAft>
            </a:pPr>
            <a:r>
              <a:rPr sz="1550" b="0" i="0">
                <a:solidFill>
                  <a:srgbClr val="595959"/>
                </a:solidFill>
                <a:latin typeface="Arial"/>
              </a:rPr>
              <a:t>The country-level number over five years.</a:t>
            </a:r>
          </a:p>
        </p:txBody>
      </p:sp>
      <p:sp>
        <p:nvSpPr>
          <p:cNvPr id="6" name="Rectangle 5"/>
          <p:cNvSpPr/>
          <p:nvPr/>
        </p:nvSpPr>
        <p:spPr>
          <a:xfrm>
            <a:off x="621792" y="2496312"/>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621792" y="2583179"/>
            <a:ext cx="310896" cy="310896"/>
          </a:xfrm>
          <a:prstGeom prst="ellipse">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square"/>
          <a:lstStyle/>
          <a:p>
            <a:pPr algn="ctr"/>
            <a:r>
              <a:rPr sz="1300" b="1" i="0">
                <a:solidFill>
                  <a:srgbClr val="FFFFFF"/>
                </a:solidFill>
                <a:latin typeface="Arial"/>
              </a:rPr>
              <a:t>2</a:t>
            </a:r>
          </a:p>
        </p:txBody>
      </p:sp>
      <p:sp>
        <p:nvSpPr>
          <p:cNvPr id="8" name="TextBox 7"/>
          <p:cNvSpPr txBox="1"/>
          <p:nvPr/>
        </p:nvSpPr>
        <p:spPr>
          <a:xfrm>
            <a:off x="1115568" y="2537460"/>
            <a:ext cx="10527487" cy="1028699"/>
          </a:xfrm>
          <a:prstGeom prst="rect">
            <a:avLst/>
          </a:prstGeom>
          <a:noFill/>
        </p:spPr>
        <p:txBody>
          <a:bodyPr wrap="square">
            <a:spAutoFit/>
          </a:bodyPr>
          <a:lstStyle/>
          <a:p>
            <a:pPr>
              <a:spcAft>
                <a:spcPts val="300"/>
              </a:spcAft>
            </a:pPr>
            <a:r>
              <a:rPr sz="1900" b="1" i="0">
                <a:solidFill>
                  <a:srgbClr val="1A1A1A"/>
                </a:solidFill>
                <a:latin typeface="Arial"/>
              </a:rPr>
              <a:t>The proof</a:t>
            </a:r>
          </a:p>
          <a:p>
            <a:pPr>
              <a:spcAft>
                <a:spcPts val="300"/>
              </a:spcAft>
            </a:pPr>
            <a:r>
              <a:rPr sz="1550" b="0" i="0">
                <a:solidFill>
                  <a:srgbClr val="595959"/>
                </a:solidFill>
                <a:latin typeface="Arial"/>
              </a:rPr>
              <a:t>The governments that have already done it.</a:t>
            </a:r>
          </a:p>
        </p:txBody>
      </p:sp>
      <p:sp>
        <p:nvSpPr>
          <p:cNvPr id="9" name="Rectangle 8"/>
          <p:cNvSpPr/>
          <p:nvPr/>
        </p:nvSpPr>
        <p:spPr>
          <a:xfrm>
            <a:off x="621792" y="3570732"/>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621792" y="3657599"/>
            <a:ext cx="310896" cy="310896"/>
          </a:xfrm>
          <a:prstGeom prst="ellipse">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square"/>
          <a:lstStyle/>
          <a:p>
            <a:pPr algn="ctr"/>
            <a:r>
              <a:rPr sz="1300" b="1" i="0">
                <a:solidFill>
                  <a:srgbClr val="FFFFFF"/>
                </a:solidFill>
                <a:latin typeface="Arial"/>
              </a:rPr>
              <a:t>3</a:t>
            </a:r>
          </a:p>
        </p:txBody>
      </p:sp>
      <p:sp>
        <p:nvSpPr>
          <p:cNvPr id="11" name="TextBox 10"/>
          <p:cNvSpPr txBox="1"/>
          <p:nvPr/>
        </p:nvSpPr>
        <p:spPr>
          <a:xfrm>
            <a:off x="1115568" y="3611879"/>
            <a:ext cx="10527487" cy="1028699"/>
          </a:xfrm>
          <a:prstGeom prst="rect">
            <a:avLst/>
          </a:prstGeom>
          <a:noFill/>
        </p:spPr>
        <p:txBody>
          <a:bodyPr wrap="square">
            <a:spAutoFit/>
          </a:bodyPr>
          <a:lstStyle/>
          <a:p>
            <a:pPr>
              <a:spcAft>
                <a:spcPts val="300"/>
              </a:spcAft>
            </a:pPr>
            <a:r>
              <a:rPr sz="1900" b="1" i="0">
                <a:solidFill>
                  <a:srgbClr val="1A1A1A"/>
                </a:solidFill>
                <a:latin typeface="Arial"/>
              </a:rPr>
              <a:t>The ask</a:t>
            </a:r>
          </a:p>
          <a:p>
            <a:pPr>
              <a:spcAft>
                <a:spcPts val="300"/>
              </a:spcAft>
            </a:pPr>
            <a:r>
              <a:rPr sz="1550" b="0" i="0">
                <a:solidFill>
                  <a:srgbClr val="595959"/>
                </a:solidFill>
                <a:latin typeface="Arial"/>
              </a:rPr>
              <a:t>A small permanent team, a board with real authority, ~2% sustained, protect the team.</a:t>
            </a:r>
          </a:p>
        </p:txBody>
      </p:sp>
      <p:sp>
        <p:nvSpPr>
          <p:cNvPr id="12" name="Rectangle 11"/>
          <p:cNvSpPr/>
          <p:nvPr/>
        </p:nvSpPr>
        <p:spPr>
          <a:xfrm>
            <a:off x="621792" y="4645152"/>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621792" y="4732020"/>
            <a:ext cx="310896" cy="310896"/>
          </a:xfrm>
          <a:prstGeom prst="ellipse">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square"/>
          <a:lstStyle/>
          <a:p>
            <a:pPr algn="ctr"/>
            <a:r>
              <a:rPr sz="1300" b="1" i="0">
                <a:solidFill>
                  <a:srgbClr val="FFFFFF"/>
                </a:solidFill>
                <a:latin typeface="Arial"/>
              </a:rPr>
              <a:t>4</a:t>
            </a:r>
          </a:p>
        </p:txBody>
      </p:sp>
      <p:sp>
        <p:nvSpPr>
          <p:cNvPr id="14" name="TextBox 13"/>
          <p:cNvSpPr txBox="1"/>
          <p:nvPr/>
        </p:nvSpPr>
        <p:spPr>
          <a:xfrm>
            <a:off x="1115568" y="4686300"/>
            <a:ext cx="10527487" cy="1028699"/>
          </a:xfrm>
          <a:prstGeom prst="rect">
            <a:avLst/>
          </a:prstGeom>
          <a:noFill/>
        </p:spPr>
        <p:txBody>
          <a:bodyPr wrap="square">
            <a:spAutoFit/>
          </a:bodyPr>
          <a:lstStyle/>
          <a:p>
            <a:pPr>
              <a:spcAft>
                <a:spcPts val="300"/>
              </a:spcAft>
            </a:pPr>
            <a:r>
              <a:rPr sz="1900" b="1" i="0">
                <a:solidFill>
                  <a:srgbClr val="1A1A1A"/>
                </a:solidFill>
                <a:latin typeface="Arial"/>
              </a:rPr>
              <a:t>The horizon</a:t>
            </a:r>
          </a:p>
          <a:p>
            <a:pPr>
              <a:spcAft>
                <a:spcPts val="300"/>
              </a:spcAft>
            </a:pPr>
            <a:r>
              <a:rPr sz="1550" b="0" i="0">
                <a:solidFill>
                  <a:srgbClr val="595959"/>
                </a:solidFill>
                <a:latin typeface="Arial"/>
              </a:rPr>
              <a:t>Six months to a roadmap, then a sustained practice.</a:t>
            </a:r>
          </a:p>
        </p:txBody>
      </p:sp>
      <p:sp>
        <p:nvSpPr>
          <p:cNvPr id="15" name="TextBox 14"/>
          <p:cNvSpPr txBox="1"/>
          <p:nvPr/>
        </p:nvSpPr>
        <p:spPr>
          <a:xfrm>
            <a:off x="658368" y="5870448"/>
            <a:ext cx="10881360" cy="548640"/>
          </a:xfrm>
          <a:prstGeom prst="rect">
            <a:avLst/>
          </a:prstGeom>
          <a:noFill/>
        </p:spPr>
        <p:txBody>
          <a:bodyPr wrap="square">
            <a:spAutoFit/>
          </a:bodyPr>
          <a:lstStyle/>
          <a:p>
            <a:r>
              <a:rPr sz="1550" b="1" i="0">
                <a:solidFill>
                  <a:srgbClr val="006E96"/>
                </a:solidFill>
                <a:latin typeface="Arial"/>
              </a:rPr>
              <a:t>Saving, proof, ask, horizon — a request the minister can defend in cabinet.</a:t>
            </a:r>
          </a:p>
        </p:txBody>
      </p:sp>
      <p:sp>
        <p:nvSpPr>
          <p:cNvPr id="16" name="TextBox 15"/>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5.4 · Win the commitment — the business case that gets your minister to yes</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1005840" y="2103120"/>
            <a:ext cx="10149840" cy="2377440"/>
          </a:xfrm>
          <a:prstGeom prst="rect">
            <a:avLst/>
          </a:prstGeom>
          <a:noFill/>
        </p:spPr>
        <p:txBody>
          <a:bodyPr wrap="square">
            <a:spAutoFit/>
          </a:bodyPr>
          <a:lstStyle/>
          <a:p>
            <a:r>
              <a:rPr sz="3000" b="1" i="0">
                <a:solidFill>
                  <a:srgbClr val="1A1A1A"/>
                </a:solidFill>
                <a:latin typeface="Arial"/>
              </a:rPr>
              <a:t>Ministers commit to numbers and proof, not architecture — pair the whole-of-government saving with the evidence and an honest cost, and you turn a technical request into a cabinet-ready case.</a:t>
            </a:r>
          </a:p>
        </p:txBody>
      </p:sp>
      <p:sp>
        <p:nvSpPr>
          <p:cNvPr id="3" name="TextBox 2"/>
          <p:cNvSpPr txBox="1"/>
          <p:nvPr/>
        </p:nvSpPr>
        <p:spPr>
          <a:xfrm>
            <a:off x="1005840" y="1554480"/>
            <a:ext cx="5486400" cy="365760"/>
          </a:xfrm>
          <a:prstGeom prst="rect">
            <a:avLst/>
          </a:prstGeom>
          <a:noFill/>
        </p:spPr>
        <p:txBody>
          <a:bodyPr wrap="square">
            <a:spAutoFit/>
          </a:bodyPr>
          <a:lstStyle/>
          <a:p>
            <a:r>
              <a:rPr sz="1200" b="1" i="0">
                <a:solidFill>
                  <a:srgbClr val="006E96"/>
                </a:solidFill>
                <a:latin typeface="Arial"/>
              </a:rPr>
              <a:t>IN ONE SENTENCE</a:t>
            </a:r>
          </a:p>
        </p:txBody>
      </p:sp>
      <p:sp>
        <p:nvSpPr>
          <p:cNvPr id="4" name="Rounded Rectangle 3"/>
          <p:cNvSpPr/>
          <p:nvPr/>
        </p:nvSpPr>
        <p:spPr>
          <a:xfrm>
            <a:off x="658368" y="4709160"/>
            <a:ext cx="10881360" cy="1554480"/>
          </a:xfrm>
          <a:prstGeom prst="roundRect">
            <a:avLst>
              <a:gd name="adj" fmla="val 4500"/>
            </a:avLst>
          </a:prstGeom>
          <a:solidFill>
            <a:srgbClr val="FFFFFF"/>
          </a:solidFill>
          <a:ln w="9525">
            <a:solidFill>
              <a:srgbClr val="009CD6"/>
            </a:solid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228600" tIns="109728" bIns="109728">
            <a:noAutofit/>
          </a:bodyPr>
          <a:lstStyle/>
          <a:p>
            <a:pPr algn="l">
              <a:spcAft>
                <a:spcPts val="400"/>
              </a:spcAft>
            </a:pPr>
            <a:r>
              <a:rPr sz="1800" b="1" i="0">
                <a:solidFill>
                  <a:srgbClr val="006E96"/>
                </a:solidFill>
                <a:latin typeface="Arial"/>
              </a:rPr>
              <a:t>Do this on your own sector. </a:t>
            </a:r>
            <a:r>
              <a:rPr sz="1800" b="1" i="0">
                <a:solidFill>
                  <a:srgbClr val="1A1A1A"/>
                </a:solidFill>
                <a:latin typeface="Arial"/>
              </a:rPr>
              <a:t>Draft the one-page ministerial business case.</a:t>
            </a:r>
          </a:p>
          <a:p>
            <a:pPr algn="l">
              <a:spcAft>
                <a:spcPts val="400"/>
              </a:spcAft>
            </a:pPr>
            <a:r>
              <a:rPr sz="1800" b="0" i="0">
                <a:solidFill>
                  <a:srgbClr val="595959"/>
                </a:solidFill>
                <a:latin typeface="Arial"/>
              </a:rPr>
              <a:t>The prompt in the companion material gives you a one-page ministerial business case. Before the next video.</a:t>
            </a:r>
          </a:p>
        </p:txBody>
      </p:sp>
      <p:sp>
        <p:nvSpPr>
          <p:cNvPr id="5" name="TextBox 4"/>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5.4 · Win the commitment — the business case that gets your minister to yes</a:t>
            </a:r>
          </a:p>
        </p:txBody>
      </p:sp>
      <p:sp>
        <p:nvSpPr>
          <p:cNvPr id="6" name="TextBox 5"/>
          <p:cNvSpPr txBox="1"/>
          <p:nvPr/>
        </p:nvSpPr>
        <p:spPr>
          <a:xfrm>
            <a:off x="10058400" y="6473952"/>
            <a:ext cx="1673352" cy="292608"/>
          </a:xfrm>
          <a:prstGeom prst="rect">
            <a:avLst/>
          </a:prstGeom>
          <a:noFill/>
        </p:spPr>
        <p:txBody>
          <a:bodyPr wrap="square">
            <a:spAutoFit/>
          </a:bodyPr>
          <a:lstStyle/>
          <a:p>
            <a:pPr algn="r"/>
            <a:r>
              <a:rPr sz="900" b="0" i="0">
                <a:solidFill>
                  <a:srgbClr val="595959"/>
                </a:solidFill>
                <a:latin typeface="Arial"/>
              </a:rPr>
              <a:t>www.itu.int</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Sources</a:t>
            </a:r>
          </a:p>
        </p:txBody>
      </p:sp>
      <p:sp>
        <p:nvSpPr>
          <p:cNvPr id="4" name="TextBox 3"/>
          <p:cNvSpPr txBox="1"/>
          <p:nvPr/>
        </p:nvSpPr>
        <p:spPr>
          <a:xfrm>
            <a:off x="658368" y="1554480"/>
            <a:ext cx="10789920" cy="3840480"/>
          </a:xfrm>
          <a:prstGeom prst="rect">
            <a:avLst/>
          </a:prstGeom>
          <a:noFill/>
        </p:spPr>
        <p:txBody>
          <a:bodyPr wrap="square">
            <a:spAutoFit/>
          </a:bodyPr>
          <a:lstStyle/>
          <a:p>
            <a:pPr>
              <a:spcAft>
                <a:spcPts val="1200"/>
              </a:spcAft>
            </a:pPr>
            <a:r>
              <a:rPr sz="1700" b="0" i="0">
                <a:solidFill>
                  <a:srgbClr val="1A1A1A"/>
                </a:solidFill>
                <a:latin typeface="Arial"/>
              </a:rPr>
              <a:t>•  PAERA v1.0 — §5.6 (Sourcing Strategy)</a:t>
            </a:r>
          </a:p>
          <a:p>
            <a:pPr>
              <a:spcAft>
                <a:spcPts val="1200"/>
              </a:spcAft>
            </a:pPr>
            <a:r>
              <a:rPr sz="1700" b="0" i="0">
                <a:solidFill>
                  <a:srgbClr val="1A1A1A"/>
                </a:solidFill>
                <a:latin typeface="Arial"/>
              </a:rPr>
              <a:t>•  PAERA v1.0 — §5.4 (Organisational Assessment &amp; Roadmap)</a:t>
            </a:r>
          </a:p>
        </p:txBody>
      </p:sp>
      <p:sp>
        <p:nvSpPr>
          <p:cNvPr id="5" name="TextBox 4"/>
          <p:cNvSpPr txBox="1"/>
          <p:nvPr/>
        </p:nvSpPr>
        <p:spPr>
          <a:xfrm>
            <a:off x="658368" y="5806440"/>
            <a:ext cx="10789920" cy="457200"/>
          </a:xfrm>
          <a:prstGeom prst="rect">
            <a:avLst/>
          </a:prstGeom>
          <a:noFill/>
        </p:spPr>
        <p:txBody>
          <a:bodyPr wrap="square">
            <a:spAutoFit/>
          </a:bodyPr>
          <a:lstStyle/>
          <a:p>
            <a:r>
              <a:rPr sz="1400" b="1" i="0">
                <a:solidFill>
                  <a:srgbClr val="006E96"/>
                </a:solidFill>
                <a:latin typeface="Arial"/>
              </a:rPr>
              <a:t>Find the link in the description.</a:t>
            </a:r>
          </a:p>
        </p:txBody>
      </p:sp>
      <p:sp>
        <p:nvSpPr>
          <p:cNvPr id="6" name="TextBox 5"/>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5.4 · Win the commitment — the business case that gets your minister to yes</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822960" y="822960"/>
            <a:ext cx="7315200" cy="457200"/>
          </a:xfrm>
          <a:prstGeom prst="rect">
            <a:avLst/>
          </a:prstGeom>
          <a:noFill/>
        </p:spPr>
        <p:txBody>
          <a:bodyPr wrap="square">
            <a:spAutoFit/>
          </a:bodyPr>
          <a:lstStyle/>
          <a:p>
            <a:r>
              <a:rPr sz="1200" b="1" i="0">
                <a:solidFill>
                  <a:srgbClr val="595959"/>
                </a:solidFill>
                <a:latin typeface="Arial"/>
              </a:rPr>
              <a:t>MODULE 5 · VIDEO 5.5</a:t>
            </a:r>
          </a:p>
        </p:txBody>
      </p:sp>
      <p:sp>
        <p:nvSpPr>
          <p:cNvPr id="3" name="TextBox 2"/>
          <p:cNvSpPr txBox="1"/>
          <p:nvPr/>
        </p:nvSpPr>
        <p:spPr>
          <a:xfrm>
            <a:off x="822960" y="1828800"/>
            <a:ext cx="2011680" cy="1097280"/>
          </a:xfrm>
          <a:prstGeom prst="rect">
            <a:avLst/>
          </a:prstGeom>
          <a:noFill/>
        </p:spPr>
        <p:txBody>
          <a:bodyPr wrap="square">
            <a:spAutoFit/>
          </a:bodyPr>
          <a:lstStyle/>
          <a:p>
            <a:r>
              <a:rPr sz="6000" b="1" i="0">
                <a:solidFill>
                  <a:srgbClr val="009CD6"/>
                </a:solidFill>
                <a:latin typeface="Arial"/>
              </a:rPr>
              <a:t>5.5</a:t>
            </a:r>
          </a:p>
        </p:txBody>
      </p:sp>
      <p:sp>
        <p:nvSpPr>
          <p:cNvPr id="4" name="TextBox 3"/>
          <p:cNvSpPr txBox="1"/>
          <p:nvPr/>
        </p:nvSpPr>
        <p:spPr>
          <a:xfrm>
            <a:off x="822960" y="2880360"/>
            <a:ext cx="9601200" cy="1371600"/>
          </a:xfrm>
          <a:prstGeom prst="rect">
            <a:avLst/>
          </a:prstGeom>
          <a:noFill/>
        </p:spPr>
        <p:txBody>
          <a:bodyPr wrap="square">
            <a:spAutoFit/>
          </a:bodyPr>
          <a:lstStyle/>
          <a:p>
            <a:r>
              <a:rPr sz="3400" b="1" i="0">
                <a:solidFill>
                  <a:srgbClr val="1A1A1A"/>
                </a:solidFill>
                <a:latin typeface="Arial"/>
              </a:rPr>
              <a:t>Build your team's capability with open knowledge products</a:t>
            </a:r>
          </a:p>
        </p:txBody>
      </p:sp>
      <p:sp>
        <p:nvSpPr>
          <p:cNvPr id="5" name="TextBox 4"/>
          <p:cNvSpPr txBox="1"/>
          <p:nvPr/>
        </p:nvSpPr>
        <p:spPr>
          <a:xfrm>
            <a:off x="822960" y="4343400"/>
            <a:ext cx="9875520" cy="1554480"/>
          </a:xfrm>
          <a:prstGeom prst="rect">
            <a:avLst/>
          </a:prstGeom>
          <a:noFill/>
        </p:spPr>
        <p:txBody>
          <a:bodyPr wrap="square">
            <a:spAutoFit/>
          </a:bodyPr>
          <a:lstStyle/>
          <a:p>
            <a:r>
              <a:rPr sz="1700" b="0" i="1">
                <a:solidFill>
                  <a:srgbClr val="595959"/>
                </a:solidFill>
                <a:latin typeface="Arial"/>
              </a:rPr>
              <a:t>You don't have to train your team from scratch — open knowledge products, a shared framework, and a community of practising countries mean your people can learn the method from materials that already exist, freeing your budget for the work itself.</a:t>
            </a:r>
          </a:p>
        </p:txBody>
      </p:sp>
      <p:sp>
        <p:nvSpPr>
          <p:cNvPr id="6" name="TextBox 5"/>
          <p:cNvSpPr txBox="1"/>
          <p:nvPr/>
        </p:nvSpPr>
        <p:spPr>
          <a:xfrm>
            <a:off x="822960" y="5989320"/>
            <a:ext cx="7315200" cy="365760"/>
          </a:xfrm>
          <a:prstGeom prst="rect">
            <a:avLst/>
          </a:prstGeom>
          <a:noFill/>
        </p:spPr>
        <p:txBody>
          <a:bodyPr wrap="square">
            <a:spAutoFit/>
          </a:bodyPr>
          <a:lstStyle/>
          <a:p>
            <a:r>
              <a:rPr sz="1200" b="0" i="0">
                <a:solidFill>
                  <a:srgbClr val="595959"/>
                </a:solidFill>
                <a:latin typeface="Arial"/>
              </a:rPr>
              <a:t>standalone video · voice-over on text slides</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1005840" y="1325880"/>
            <a:ext cx="5486400" cy="365760"/>
          </a:xfrm>
          <a:prstGeom prst="rect">
            <a:avLst/>
          </a:prstGeom>
          <a:noFill/>
        </p:spPr>
        <p:txBody>
          <a:bodyPr wrap="square">
            <a:spAutoFit/>
          </a:bodyPr>
          <a:lstStyle/>
          <a:p>
            <a:r>
              <a:rPr sz="1200" b="1" i="0">
                <a:solidFill>
                  <a:srgbClr val="006E96"/>
                </a:solidFill>
                <a:latin typeface="Arial"/>
              </a:rPr>
              <a:t>WHERE WE START</a:t>
            </a:r>
          </a:p>
        </p:txBody>
      </p:sp>
      <p:sp>
        <p:nvSpPr>
          <p:cNvPr id="3" name="TextBox 2"/>
          <p:cNvSpPr txBox="1"/>
          <p:nvPr/>
        </p:nvSpPr>
        <p:spPr>
          <a:xfrm>
            <a:off x="1005840" y="1783080"/>
            <a:ext cx="10149840" cy="1737360"/>
          </a:xfrm>
          <a:prstGeom prst="rect">
            <a:avLst/>
          </a:prstGeom>
          <a:noFill/>
        </p:spPr>
        <p:txBody>
          <a:bodyPr wrap="square">
            <a:spAutoFit/>
          </a:bodyPr>
          <a:lstStyle/>
          <a:p>
            <a:r>
              <a:rPr sz="3000" b="1" i="0">
                <a:solidFill>
                  <a:srgbClr val="1A1A1A"/>
                </a:solidFill>
                <a:latin typeface="Arial"/>
              </a:rPr>
              <a:t>Do we have the people — and can we afford to train them?</a:t>
            </a:r>
          </a:p>
        </p:txBody>
      </p:sp>
      <p:sp>
        <p:nvSpPr>
          <p:cNvPr id="4" name="TextBox 3"/>
          <p:cNvSpPr txBox="1"/>
          <p:nvPr/>
        </p:nvSpPr>
        <p:spPr>
          <a:xfrm>
            <a:off x="1005840" y="3611880"/>
            <a:ext cx="10149840" cy="2377440"/>
          </a:xfrm>
          <a:prstGeom prst="rect">
            <a:avLst/>
          </a:prstGeom>
          <a:noFill/>
        </p:spPr>
        <p:txBody>
          <a:bodyPr wrap="square">
            <a:spAutoFit/>
          </a:bodyPr>
          <a:lstStyle/>
          <a:p>
            <a:pPr>
              <a:spcAft>
                <a:spcPts val="800"/>
              </a:spcAft>
            </a:pPr>
            <a:r>
              <a:rPr sz="1700" b="0" i="0">
                <a:solidFill>
                  <a:srgbClr val="595959"/>
                </a:solidFill>
                <a:latin typeface="Arial"/>
              </a:rPr>
              <a:t>You do not have to build the knowledge from scratch.</a:t>
            </a:r>
          </a:p>
          <a:p>
            <a:pPr>
              <a:spcAft>
                <a:spcPts val="800"/>
              </a:spcAft>
            </a:pPr>
            <a:r>
              <a:rPr sz="1700" b="0" i="0">
                <a:solidFill>
                  <a:srgbClr val="595959"/>
                </a:solidFill>
                <a:latin typeface="Arial"/>
              </a:rPr>
              <a:t>The method, the framework and the training materials already exist as open knowledge products.</a:t>
            </a:r>
          </a:p>
        </p:txBody>
      </p:sp>
      <p:sp>
        <p:nvSpPr>
          <p:cNvPr id="5" name="TextBox 4"/>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5.5 · Build your team's capability with open knowledge products</a:t>
            </a:r>
          </a:p>
        </p:txBody>
      </p:sp>
      <p:sp>
        <p:nvSpPr>
          <p:cNvPr id="6" name="TextBox 5"/>
          <p:cNvSpPr txBox="1"/>
          <p:nvPr/>
        </p:nvSpPr>
        <p:spPr>
          <a:xfrm>
            <a:off x="10058400" y="6473952"/>
            <a:ext cx="1673352" cy="292608"/>
          </a:xfrm>
          <a:prstGeom prst="rect">
            <a:avLst/>
          </a:prstGeom>
          <a:noFill/>
        </p:spPr>
        <p:txBody>
          <a:bodyPr wrap="square">
            <a:spAutoFit/>
          </a:bodyPr>
          <a:lstStyle/>
          <a:p>
            <a:pPr algn="r"/>
            <a:r>
              <a:rPr sz="900" b="0" i="0">
                <a:solidFill>
                  <a:srgbClr val="595959"/>
                </a:solidFill>
                <a:latin typeface="Arial"/>
              </a:rPr>
              <a:t>www.itu.int</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The method is not locked in a consultant's head</a:t>
            </a:r>
          </a:p>
        </p:txBody>
      </p:sp>
      <p:sp>
        <p:nvSpPr>
          <p:cNvPr id="4" name="TextBox 3"/>
          <p:cNvSpPr txBox="1"/>
          <p:nvPr/>
        </p:nvSpPr>
        <p:spPr>
          <a:xfrm>
            <a:off x="658368" y="1600200"/>
            <a:ext cx="10881360" cy="2194560"/>
          </a:xfrm>
          <a:prstGeom prst="rect">
            <a:avLst/>
          </a:prstGeom>
          <a:noFill/>
        </p:spPr>
        <p:txBody>
          <a:bodyPr wrap="square">
            <a:spAutoFit/>
          </a:bodyPr>
          <a:lstStyle/>
          <a:p>
            <a:pPr>
              <a:spcAft>
                <a:spcPts val="1200"/>
              </a:spcAft>
            </a:pPr>
            <a:r>
              <a:rPr sz="2000" b="0" i="0">
                <a:solidFill>
                  <a:srgbClr val="1A1A1A"/>
                </a:solidFill>
                <a:latin typeface="Arial"/>
              </a:rPr>
              <a:t>The reference architecture is published. The building-block specifications are open. The knowledge products — videos, written guides, worked examples — are made to teach a practising architect the method step by step.</a:t>
            </a:r>
          </a:p>
          <a:p>
            <a:pPr>
              <a:spcAft>
                <a:spcPts val="1200"/>
              </a:spcAft>
            </a:pPr>
            <a:r>
              <a:rPr sz="2000" b="0" i="0">
                <a:solidFill>
                  <a:srgbClr val="1A1A1A"/>
                </a:solidFill>
                <a:latin typeface="Arial"/>
              </a:rPr>
              <a:t>Your team does not start from a blank page. They start from a documented method that other countries are already using.</a:t>
            </a:r>
          </a:p>
        </p:txBody>
      </p:sp>
      <p:sp>
        <p:nvSpPr>
          <p:cNvPr id="5" name="Rounded Rectangle 4"/>
          <p:cNvSpPr/>
          <p:nvPr/>
        </p:nvSpPr>
        <p:spPr>
          <a:xfrm>
            <a:off x="658368" y="3977639"/>
            <a:ext cx="10881360" cy="1325880"/>
          </a:xfrm>
          <a:prstGeom prst="roundRect">
            <a:avLst>
              <a:gd name="adj" fmla="val 4500"/>
            </a:avLst>
          </a:prstGeom>
          <a:solidFill>
            <a:srgbClr val="E5F5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59536" y="4169663"/>
            <a:ext cx="10479024" cy="1051560"/>
          </a:xfrm>
          <a:prstGeom prst="rect">
            <a:avLst/>
          </a:prstGeom>
          <a:noFill/>
        </p:spPr>
        <p:txBody>
          <a:bodyPr wrap="square">
            <a:spAutoFit/>
          </a:bodyPr>
          <a:lstStyle/>
          <a:p>
            <a:pPr>
              <a:spcAft>
                <a:spcPts val="700"/>
              </a:spcAft>
            </a:pPr>
            <a:r>
              <a:rPr sz="2300" b="1" i="0">
                <a:solidFill>
                  <a:srgbClr val="006E96"/>
                </a:solidFill>
                <a:latin typeface="Arial"/>
              </a:rPr>
              <a:t>Your training cost is a fraction of building the knowledge yourself.</a:t>
            </a:r>
          </a:p>
        </p:txBody>
      </p:sp>
      <p:sp>
        <p:nvSpPr>
          <p:cNvPr id="7" name="TextBox 6"/>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5.5 · Build your team's capability with open knowledge products</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Three layers you draw on rather than build</a:t>
            </a:r>
          </a:p>
        </p:txBody>
      </p:sp>
      <p:sp>
        <p:nvSpPr>
          <p:cNvPr id="4" name="Oval 3"/>
          <p:cNvSpPr/>
          <p:nvPr/>
        </p:nvSpPr>
        <p:spPr>
          <a:xfrm>
            <a:off x="621792" y="1508760"/>
            <a:ext cx="310896" cy="310896"/>
          </a:xfrm>
          <a:prstGeom prst="ellipse">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square"/>
          <a:lstStyle/>
          <a:p>
            <a:pPr algn="ctr"/>
            <a:r>
              <a:rPr sz="1300" b="1" i="0">
                <a:solidFill>
                  <a:srgbClr val="FFFFFF"/>
                </a:solidFill>
                <a:latin typeface="Arial"/>
              </a:rPr>
              <a:t>1</a:t>
            </a:r>
          </a:p>
        </p:txBody>
      </p:sp>
      <p:sp>
        <p:nvSpPr>
          <p:cNvPr id="5" name="TextBox 4"/>
          <p:cNvSpPr txBox="1"/>
          <p:nvPr/>
        </p:nvSpPr>
        <p:spPr>
          <a:xfrm>
            <a:off x="1115568" y="1463040"/>
            <a:ext cx="10527487" cy="1386839"/>
          </a:xfrm>
          <a:prstGeom prst="rect">
            <a:avLst/>
          </a:prstGeom>
          <a:noFill/>
        </p:spPr>
        <p:txBody>
          <a:bodyPr wrap="square">
            <a:spAutoFit/>
          </a:bodyPr>
          <a:lstStyle/>
          <a:p>
            <a:pPr>
              <a:spcAft>
                <a:spcPts val="300"/>
              </a:spcAft>
            </a:pPr>
            <a:r>
              <a:rPr sz="1900" b="1" i="0">
                <a:solidFill>
                  <a:srgbClr val="1A1A1A"/>
                </a:solidFill>
                <a:latin typeface="Arial"/>
              </a:rPr>
              <a:t>The published framework</a:t>
            </a:r>
          </a:p>
          <a:p>
            <a:pPr>
              <a:spcAft>
                <a:spcPts val="300"/>
              </a:spcAft>
            </a:pPr>
            <a:r>
              <a:rPr sz="1550" b="0" i="0">
                <a:solidFill>
                  <a:srgbClr val="595959"/>
                </a:solidFill>
                <a:latin typeface="Arial"/>
              </a:rPr>
              <a:t>What to do — the phases, the principles, the deliverables.</a:t>
            </a:r>
          </a:p>
        </p:txBody>
      </p:sp>
      <p:sp>
        <p:nvSpPr>
          <p:cNvPr id="6" name="Rectangle 5"/>
          <p:cNvSpPr/>
          <p:nvPr/>
        </p:nvSpPr>
        <p:spPr>
          <a:xfrm>
            <a:off x="621792" y="2854452"/>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621792" y="2941319"/>
            <a:ext cx="310896" cy="310896"/>
          </a:xfrm>
          <a:prstGeom prst="ellipse">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square"/>
          <a:lstStyle/>
          <a:p>
            <a:pPr algn="ctr"/>
            <a:r>
              <a:rPr sz="1300" b="1" i="0">
                <a:solidFill>
                  <a:srgbClr val="FFFFFF"/>
                </a:solidFill>
                <a:latin typeface="Arial"/>
              </a:rPr>
              <a:t>2</a:t>
            </a:r>
          </a:p>
        </p:txBody>
      </p:sp>
      <p:sp>
        <p:nvSpPr>
          <p:cNvPr id="8" name="TextBox 7"/>
          <p:cNvSpPr txBox="1"/>
          <p:nvPr/>
        </p:nvSpPr>
        <p:spPr>
          <a:xfrm>
            <a:off x="1115568" y="2895600"/>
            <a:ext cx="10527487" cy="1386839"/>
          </a:xfrm>
          <a:prstGeom prst="rect">
            <a:avLst/>
          </a:prstGeom>
          <a:noFill/>
        </p:spPr>
        <p:txBody>
          <a:bodyPr wrap="square">
            <a:spAutoFit/>
          </a:bodyPr>
          <a:lstStyle/>
          <a:p>
            <a:pPr>
              <a:spcAft>
                <a:spcPts val="300"/>
              </a:spcAft>
            </a:pPr>
            <a:r>
              <a:rPr sz="1900" b="1" i="0">
                <a:solidFill>
                  <a:srgbClr val="1A1A1A"/>
                </a:solidFill>
                <a:latin typeface="Arial"/>
              </a:rPr>
              <a:t>The worked examples and the AI plays</a:t>
            </a:r>
          </a:p>
          <a:p>
            <a:pPr>
              <a:spcAft>
                <a:spcPts val="300"/>
              </a:spcAft>
            </a:pPr>
            <a:r>
              <a:rPr sz="1550" b="0" i="0">
                <a:solidFill>
                  <a:srgbClr val="595959"/>
                </a:solidFill>
                <a:latin typeface="Arial"/>
              </a:rPr>
              <a:t>How to do it faster — a method turned into a draft in minutes.</a:t>
            </a:r>
          </a:p>
        </p:txBody>
      </p:sp>
      <p:sp>
        <p:nvSpPr>
          <p:cNvPr id="9" name="Rectangle 8"/>
          <p:cNvSpPr/>
          <p:nvPr/>
        </p:nvSpPr>
        <p:spPr>
          <a:xfrm>
            <a:off x="621792" y="4287011"/>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621792" y="4373879"/>
            <a:ext cx="310896" cy="310896"/>
          </a:xfrm>
          <a:prstGeom prst="ellipse">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square"/>
          <a:lstStyle/>
          <a:p>
            <a:pPr algn="ctr"/>
            <a:r>
              <a:rPr sz="1300" b="1" i="0">
                <a:solidFill>
                  <a:srgbClr val="FFFFFF"/>
                </a:solidFill>
                <a:latin typeface="Arial"/>
              </a:rPr>
              <a:t>3</a:t>
            </a:r>
          </a:p>
        </p:txBody>
      </p:sp>
      <p:sp>
        <p:nvSpPr>
          <p:cNvPr id="11" name="TextBox 10"/>
          <p:cNvSpPr txBox="1"/>
          <p:nvPr/>
        </p:nvSpPr>
        <p:spPr>
          <a:xfrm>
            <a:off x="1115568" y="4328159"/>
            <a:ext cx="10527487" cy="1386839"/>
          </a:xfrm>
          <a:prstGeom prst="rect">
            <a:avLst/>
          </a:prstGeom>
          <a:noFill/>
        </p:spPr>
        <p:txBody>
          <a:bodyPr wrap="square">
            <a:spAutoFit/>
          </a:bodyPr>
          <a:lstStyle/>
          <a:p>
            <a:pPr>
              <a:spcAft>
                <a:spcPts val="300"/>
              </a:spcAft>
            </a:pPr>
            <a:r>
              <a:rPr sz="1900" b="1" i="0">
                <a:solidFill>
                  <a:srgbClr val="1A1A1A"/>
                </a:solidFill>
                <a:latin typeface="Arial"/>
              </a:rPr>
              <a:t>The community of countries and partners</a:t>
            </a:r>
          </a:p>
          <a:p>
            <a:pPr>
              <a:spcAft>
                <a:spcPts val="300"/>
              </a:spcAft>
            </a:pPr>
            <a:r>
              <a:rPr sz="1550" b="0" i="0">
                <a:solidFill>
                  <a:srgbClr val="595959"/>
                </a:solidFill>
                <a:latin typeface="Arial"/>
              </a:rPr>
              <a:t>Who to ask when your team is stuck.</a:t>
            </a:r>
          </a:p>
        </p:txBody>
      </p:sp>
      <p:sp>
        <p:nvSpPr>
          <p:cNvPr id="12" name="TextBox 11"/>
          <p:cNvSpPr txBox="1"/>
          <p:nvPr/>
        </p:nvSpPr>
        <p:spPr>
          <a:xfrm>
            <a:off x="658368" y="5870448"/>
            <a:ext cx="10881360" cy="548640"/>
          </a:xfrm>
          <a:prstGeom prst="rect">
            <a:avLst/>
          </a:prstGeom>
          <a:noFill/>
        </p:spPr>
        <p:txBody>
          <a:bodyPr wrap="square">
            <a:spAutoFit/>
          </a:bodyPr>
          <a:lstStyle/>
          <a:p>
            <a:r>
              <a:rPr sz="1550" b="1" i="0">
                <a:solidFill>
                  <a:srgbClr val="006E96"/>
                </a:solidFill>
                <a:latin typeface="Arial"/>
              </a:rPr>
              <a:t>You are not equipping your team alone. You are connecting them to a network.</a:t>
            </a:r>
          </a:p>
        </p:txBody>
      </p:sp>
      <p:sp>
        <p:nvSpPr>
          <p:cNvPr id="13" name="TextBox 12"/>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5.5 · Build your team's capability with open knowledge products</a:t>
            </a: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What you actually need to fund is time, not invention</a:t>
            </a:r>
          </a:p>
        </p:txBody>
      </p:sp>
      <p:sp>
        <p:nvSpPr>
          <p:cNvPr id="4" name="TextBox 3"/>
          <p:cNvSpPr txBox="1"/>
          <p:nvPr/>
        </p:nvSpPr>
        <p:spPr>
          <a:xfrm>
            <a:off x="658368" y="1600200"/>
            <a:ext cx="10881360" cy="2194560"/>
          </a:xfrm>
          <a:prstGeom prst="rect">
            <a:avLst/>
          </a:prstGeom>
          <a:noFill/>
        </p:spPr>
        <p:txBody>
          <a:bodyPr wrap="square">
            <a:spAutoFit/>
          </a:bodyPr>
          <a:lstStyle/>
          <a:p>
            <a:pPr>
              <a:spcAft>
                <a:spcPts val="1200"/>
              </a:spcAft>
            </a:pPr>
            <a:r>
              <a:rPr sz="2000" b="0" i="0">
                <a:solidFill>
                  <a:srgbClr val="1A1A1A"/>
                </a:solidFill>
                <a:latin typeface="Arial"/>
              </a:rPr>
              <a:t>Not the invention of a method — that exists. You fund a small team given the time to learn it and apply it to your country, and access to the materials and the community.</a:t>
            </a:r>
          </a:p>
          <a:p>
            <a:pPr>
              <a:spcAft>
                <a:spcPts val="1200"/>
              </a:spcAft>
            </a:pPr>
            <a:r>
              <a:rPr sz="2000" b="0" i="0">
                <a:solidFill>
                  <a:srgbClr val="1A1A1A"/>
                </a:solidFill>
                <a:latin typeface="Arial"/>
              </a:rPr>
              <a:t>The expensive thing — decades of accumulated knowledge about what works in public-sector architecture — you get for the cost of learning it, not the cost of discovering it.</a:t>
            </a:r>
          </a:p>
        </p:txBody>
      </p:sp>
      <p:sp>
        <p:nvSpPr>
          <p:cNvPr id="5" name="Rounded Rectangle 4"/>
          <p:cNvSpPr/>
          <p:nvPr/>
        </p:nvSpPr>
        <p:spPr>
          <a:xfrm>
            <a:off x="658368" y="3977639"/>
            <a:ext cx="10881360" cy="1325880"/>
          </a:xfrm>
          <a:prstGeom prst="roundRect">
            <a:avLst>
              <a:gd name="adj" fmla="val 4500"/>
            </a:avLst>
          </a:prstGeom>
          <a:solidFill>
            <a:srgbClr val="E5F5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59536" y="4169663"/>
            <a:ext cx="10479024" cy="1051560"/>
          </a:xfrm>
          <a:prstGeom prst="rect">
            <a:avLst/>
          </a:prstGeom>
          <a:noFill/>
        </p:spPr>
        <p:txBody>
          <a:bodyPr wrap="square">
            <a:spAutoFit/>
          </a:bodyPr>
          <a:lstStyle/>
          <a:p>
            <a:pPr>
              <a:spcAft>
                <a:spcPts val="700"/>
              </a:spcAft>
            </a:pPr>
            <a:r>
              <a:rPr sz="2300" b="1" i="0">
                <a:solidFill>
                  <a:srgbClr val="006E96"/>
                </a:solidFill>
                <a:latin typeface="Arial"/>
              </a:rPr>
              <a:t>Fund a team to apply a proven method, not consultants to invent one.</a:t>
            </a:r>
          </a:p>
        </p:txBody>
      </p:sp>
      <p:sp>
        <p:nvSpPr>
          <p:cNvPr id="7" name="TextBox 6"/>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5.5 · Build your team's capability with open knowledge products</a:t>
            </a:r>
          </a:p>
        </p:txBody>
      </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Build the capability in your own people</a:t>
            </a:r>
          </a:p>
        </p:txBody>
      </p:sp>
      <p:sp>
        <p:nvSpPr>
          <p:cNvPr id="4" name="TextBox 3"/>
          <p:cNvSpPr txBox="1"/>
          <p:nvPr/>
        </p:nvSpPr>
        <p:spPr>
          <a:xfrm>
            <a:off x="658368" y="1600200"/>
            <a:ext cx="10881360" cy="2194560"/>
          </a:xfrm>
          <a:prstGeom prst="rect">
            <a:avLst/>
          </a:prstGeom>
          <a:noFill/>
        </p:spPr>
        <p:txBody>
          <a:bodyPr wrap="square">
            <a:spAutoFit/>
          </a:bodyPr>
          <a:lstStyle/>
          <a:p>
            <a:pPr>
              <a:spcAft>
                <a:spcPts val="1200"/>
              </a:spcAft>
            </a:pPr>
            <a:r>
              <a:rPr sz="2000" b="0" i="0">
                <a:solidFill>
                  <a:srgbClr val="1A1A1A"/>
                </a:solidFill>
                <a:latin typeface="Arial"/>
              </a:rPr>
              <a:t>Open knowledge products let you build the capability inside your own institutions — architects who learn the method, apply it, and stay — instead of expertise that walks out of the door when a contract ends.</a:t>
            </a:r>
          </a:p>
          <a:p>
            <a:pPr>
              <a:spcAft>
                <a:spcPts val="1200"/>
              </a:spcAft>
            </a:pPr>
            <a:r>
              <a:rPr sz="2000" b="0" i="0">
                <a:solidFill>
                  <a:srgbClr val="1A1A1A"/>
                </a:solidFill>
                <a:latin typeface="Arial"/>
              </a:rPr>
              <a:t>A strategist's quiet goal in all of this is a national capability that outlasts any single contract or consultant.</a:t>
            </a:r>
          </a:p>
        </p:txBody>
      </p:sp>
      <p:sp>
        <p:nvSpPr>
          <p:cNvPr id="5" name="Rounded Rectangle 4"/>
          <p:cNvSpPr/>
          <p:nvPr/>
        </p:nvSpPr>
        <p:spPr>
          <a:xfrm>
            <a:off x="658368" y="3977639"/>
            <a:ext cx="10881360" cy="1325880"/>
          </a:xfrm>
          <a:prstGeom prst="roundRect">
            <a:avLst>
              <a:gd name="adj" fmla="val 4500"/>
            </a:avLst>
          </a:prstGeom>
          <a:solidFill>
            <a:srgbClr val="E5F5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59536" y="4169663"/>
            <a:ext cx="10479024" cy="1051560"/>
          </a:xfrm>
          <a:prstGeom prst="rect">
            <a:avLst/>
          </a:prstGeom>
          <a:noFill/>
        </p:spPr>
        <p:txBody>
          <a:bodyPr wrap="square">
            <a:spAutoFit/>
          </a:bodyPr>
          <a:lstStyle/>
          <a:p>
            <a:pPr>
              <a:spcAft>
                <a:spcPts val="700"/>
              </a:spcAft>
            </a:pPr>
            <a:r>
              <a:rPr sz="2300" b="1" i="0">
                <a:solidFill>
                  <a:srgbClr val="006E96"/>
                </a:solidFill>
                <a:latin typeface="Arial"/>
              </a:rPr>
              <a:t>Open knowledge products are how you build it in your own people.</a:t>
            </a:r>
          </a:p>
        </p:txBody>
      </p:sp>
      <p:sp>
        <p:nvSpPr>
          <p:cNvPr id="7" name="TextBox 6"/>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5.5 · Build your team's capability with open knowledge products</a:t>
            </a:r>
          </a:p>
        </p:txBody>
      </p:sp>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1005840" y="2103120"/>
            <a:ext cx="10149840" cy="2377440"/>
          </a:xfrm>
          <a:prstGeom prst="rect">
            <a:avLst/>
          </a:prstGeom>
          <a:noFill/>
        </p:spPr>
        <p:txBody>
          <a:bodyPr wrap="square">
            <a:spAutoFit/>
          </a:bodyPr>
          <a:lstStyle/>
          <a:p>
            <a:r>
              <a:rPr sz="3000" b="1" i="0">
                <a:solidFill>
                  <a:srgbClr val="1A1A1A"/>
                </a:solidFill>
                <a:latin typeface="Arial"/>
              </a:rPr>
              <a:t>The method, the framework and the training already exist as open knowledge products — so fund a small team to learn and apply them, not consultants to reinvent them, and build the capability in your own people.</a:t>
            </a:r>
          </a:p>
        </p:txBody>
      </p:sp>
      <p:sp>
        <p:nvSpPr>
          <p:cNvPr id="3" name="TextBox 2"/>
          <p:cNvSpPr txBox="1"/>
          <p:nvPr/>
        </p:nvSpPr>
        <p:spPr>
          <a:xfrm>
            <a:off x="1005840" y="1554480"/>
            <a:ext cx="5486400" cy="365760"/>
          </a:xfrm>
          <a:prstGeom prst="rect">
            <a:avLst/>
          </a:prstGeom>
          <a:noFill/>
        </p:spPr>
        <p:txBody>
          <a:bodyPr wrap="square">
            <a:spAutoFit/>
          </a:bodyPr>
          <a:lstStyle/>
          <a:p>
            <a:r>
              <a:rPr sz="1200" b="1" i="0">
                <a:solidFill>
                  <a:srgbClr val="006E96"/>
                </a:solidFill>
                <a:latin typeface="Arial"/>
              </a:rPr>
              <a:t>IN ONE SENTENCE</a:t>
            </a:r>
          </a:p>
        </p:txBody>
      </p:sp>
      <p:sp>
        <p:nvSpPr>
          <p:cNvPr id="4" name="Rounded Rectangle 3"/>
          <p:cNvSpPr/>
          <p:nvPr/>
        </p:nvSpPr>
        <p:spPr>
          <a:xfrm>
            <a:off x="658368" y="4709160"/>
            <a:ext cx="10881360" cy="1554480"/>
          </a:xfrm>
          <a:prstGeom prst="roundRect">
            <a:avLst>
              <a:gd name="adj" fmla="val 4500"/>
            </a:avLst>
          </a:prstGeom>
          <a:solidFill>
            <a:srgbClr val="FFFFFF"/>
          </a:solidFill>
          <a:ln w="9525">
            <a:solidFill>
              <a:srgbClr val="009CD6"/>
            </a:solid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228600" tIns="109728" bIns="109728">
            <a:noAutofit/>
          </a:bodyPr>
          <a:lstStyle/>
          <a:p>
            <a:pPr algn="l">
              <a:spcAft>
                <a:spcPts val="400"/>
              </a:spcAft>
            </a:pPr>
            <a:r>
              <a:rPr sz="1800" b="1" i="0">
                <a:solidFill>
                  <a:srgbClr val="006E96"/>
                </a:solidFill>
                <a:latin typeface="Arial"/>
              </a:rPr>
              <a:t>Do this on your own sector. </a:t>
            </a:r>
            <a:r>
              <a:rPr sz="1800" b="1" i="0">
                <a:solidFill>
                  <a:srgbClr val="1A1A1A"/>
                </a:solidFill>
                <a:latin typeface="Arial"/>
              </a:rPr>
              <a:t>Build your team's capability-building plan.</a:t>
            </a:r>
          </a:p>
          <a:p>
            <a:pPr algn="l">
              <a:spcAft>
                <a:spcPts val="400"/>
              </a:spcAft>
            </a:pPr>
            <a:r>
              <a:rPr sz="1800" b="0" i="0">
                <a:solidFill>
                  <a:srgbClr val="595959"/>
                </a:solidFill>
                <a:latin typeface="Arial"/>
              </a:rPr>
              <a:t>The prompt in the companion material gives you a learning sequence, the three layers to use, what to fund, and how to retain the capability. Before the next video.</a:t>
            </a:r>
          </a:p>
        </p:txBody>
      </p:sp>
      <p:sp>
        <p:nvSpPr>
          <p:cNvPr id="5" name="TextBox 4"/>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5.5 · Build your team's capability with open knowledge products</a:t>
            </a:r>
          </a:p>
        </p:txBody>
      </p:sp>
      <p:sp>
        <p:nvSpPr>
          <p:cNvPr id="6" name="TextBox 5"/>
          <p:cNvSpPr txBox="1"/>
          <p:nvPr/>
        </p:nvSpPr>
        <p:spPr>
          <a:xfrm>
            <a:off x="10058400" y="6473952"/>
            <a:ext cx="1673352" cy="292608"/>
          </a:xfrm>
          <a:prstGeom prst="rect">
            <a:avLst/>
          </a:prstGeom>
          <a:noFill/>
        </p:spPr>
        <p:txBody>
          <a:bodyPr wrap="square">
            <a:spAutoFit/>
          </a:bodyPr>
          <a:lstStyle/>
          <a:p>
            <a:pPr algn="r"/>
            <a:r>
              <a:rPr sz="900" b="0" i="0">
                <a:solidFill>
                  <a:srgbClr val="595959"/>
                </a:solidFill>
                <a:latin typeface="Arial"/>
              </a:rPr>
              <a:t>www.itu.int</a:t>
            </a:r>
          </a:p>
        </p:txBody>
      </p:sp>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Sources</a:t>
            </a:r>
          </a:p>
        </p:txBody>
      </p:sp>
      <p:sp>
        <p:nvSpPr>
          <p:cNvPr id="4" name="TextBox 3"/>
          <p:cNvSpPr txBox="1"/>
          <p:nvPr/>
        </p:nvSpPr>
        <p:spPr>
          <a:xfrm>
            <a:off x="658368" y="1554480"/>
            <a:ext cx="10789920" cy="3840480"/>
          </a:xfrm>
          <a:prstGeom prst="rect">
            <a:avLst/>
          </a:prstGeom>
          <a:noFill/>
        </p:spPr>
        <p:txBody>
          <a:bodyPr wrap="square">
            <a:spAutoFit/>
          </a:bodyPr>
          <a:lstStyle/>
          <a:p>
            <a:pPr>
              <a:spcAft>
                <a:spcPts val="1200"/>
              </a:spcAft>
            </a:pPr>
            <a:r>
              <a:rPr sz="1700" b="0" i="0">
                <a:solidFill>
                  <a:srgbClr val="1A1A1A"/>
                </a:solidFill>
                <a:latin typeface="Arial"/>
              </a:rPr>
              <a:t>•  PAERA v1.0 — §4.5 (Digital Co-creation)</a:t>
            </a:r>
          </a:p>
          <a:p>
            <a:pPr>
              <a:spcAft>
                <a:spcPts val="1200"/>
              </a:spcAft>
            </a:pPr>
            <a:r>
              <a:rPr sz="1700" b="0" i="0">
                <a:solidFill>
                  <a:srgbClr val="1A1A1A"/>
                </a:solidFill>
                <a:latin typeface="Arial"/>
              </a:rPr>
              <a:t>•  PAERA v1.0 — §1.3 (GovStack Vision)</a:t>
            </a:r>
          </a:p>
          <a:p>
            <a:pPr>
              <a:spcAft>
                <a:spcPts val="1200"/>
              </a:spcAft>
            </a:pPr>
            <a:r>
              <a:rPr sz="1700" b="0" i="0">
                <a:solidFill>
                  <a:srgbClr val="1A1A1A"/>
                </a:solidFill>
                <a:latin typeface="Arial"/>
              </a:rPr>
              <a:t>•  GovStack knowledge base — govstack.global</a:t>
            </a:r>
          </a:p>
        </p:txBody>
      </p:sp>
      <p:sp>
        <p:nvSpPr>
          <p:cNvPr id="5" name="TextBox 4"/>
          <p:cNvSpPr txBox="1"/>
          <p:nvPr/>
        </p:nvSpPr>
        <p:spPr>
          <a:xfrm>
            <a:off x="658368" y="5806440"/>
            <a:ext cx="10789920" cy="457200"/>
          </a:xfrm>
          <a:prstGeom prst="rect">
            <a:avLst/>
          </a:prstGeom>
          <a:noFill/>
        </p:spPr>
        <p:txBody>
          <a:bodyPr wrap="square">
            <a:spAutoFit/>
          </a:bodyPr>
          <a:lstStyle/>
          <a:p>
            <a:r>
              <a:rPr sz="1400" b="1" i="0">
                <a:solidFill>
                  <a:srgbClr val="006E96"/>
                </a:solidFill>
                <a:latin typeface="Arial"/>
              </a:rPr>
              <a:t>Find the link in the description.</a:t>
            </a:r>
          </a:p>
        </p:txBody>
      </p:sp>
      <p:sp>
        <p:nvSpPr>
          <p:cNvPr id="6" name="TextBox 5"/>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5.5 · Build your team's capability with open knowledge products</a:t>
            </a:r>
          </a:p>
        </p:txBody>
      </p:sp>
    </p:spTree>
  </p:cSld>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822960" y="822960"/>
            <a:ext cx="7315200" cy="457200"/>
          </a:xfrm>
          <a:prstGeom prst="rect">
            <a:avLst/>
          </a:prstGeom>
          <a:noFill/>
        </p:spPr>
        <p:txBody>
          <a:bodyPr wrap="square">
            <a:spAutoFit/>
          </a:bodyPr>
          <a:lstStyle/>
          <a:p>
            <a:r>
              <a:rPr sz="1200" b="1" i="0">
                <a:solidFill>
                  <a:srgbClr val="595959"/>
                </a:solidFill>
                <a:latin typeface="Arial"/>
              </a:rPr>
              <a:t>MODULE 5 · VIDEO 5.6</a:t>
            </a:r>
          </a:p>
        </p:txBody>
      </p:sp>
      <p:sp>
        <p:nvSpPr>
          <p:cNvPr id="3" name="TextBox 2"/>
          <p:cNvSpPr txBox="1"/>
          <p:nvPr/>
        </p:nvSpPr>
        <p:spPr>
          <a:xfrm>
            <a:off x="822960" y="1828800"/>
            <a:ext cx="2011680" cy="1097280"/>
          </a:xfrm>
          <a:prstGeom prst="rect">
            <a:avLst/>
          </a:prstGeom>
          <a:noFill/>
        </p:spPr>
        <p:txBody>
          <a:bodyPr wrap="square">
            <a:spAutoFit/>
          </a:bodyPr>
          <a:lstStyle/>
          <a:p>
            <a:r>
              <a:rPr sz="6000" b="1" i="0">
                <a:solidFill>
                  <a:srgbClr val="009CD6"/>
                </a:solidFill>
                <a:latin typeface="Arial"/>
              </a:rPr>
              <a:t>5.6</a:t>
            </a:r>
          </a:p>
        </p:txBody>
      </p:sp>
      <p:sp>
        <p:nvSpPr>
          <p:cNvPr id="4" name="TextBox 3"/>
          <p:cNvSpPr txBox="1"/>
          <p:nvPr/>
        </p:nvSpPr>
        <p:spPr>
          <a:xfrm>
            <a:off x="822960" y="2880360"/>
            <a:ext cx="9601200" cy="1371600"/>
          </a:xfrm>
          <a:prstGeom prst="rect">
            <a:avLst/>
          </a:prstGeom>
          <a:noFill/>
        </p:spPr>
        <p:txBody>
          <a:bodyPr wrap="square">
            <a:spAutoFit/>
          </a:bodyPr>
          <a:lstStyle/>
          <a:p>
            <a:r>
              <a:rPr sz="3400" b="1" i="0">
                <a:solidFill>
                  <a:srgbClr val="1A1A1A"/>
                </a:solidFill>
                <a:latin typeface="Arial"/>
              </a:rPr>
              <a:t>The closing case — proven, portable, and necessary now</a:t>
            </a:r>
          </a:p>
        </p:txBody>
      </p:sp>
      <p:sp>
        <p:nvSpPr>
          <p:cNvPr id="5" name="TextBox 4"/>
          <p:cNvSpPr txBox="1"/>
          <p:nvPr/>
        </p:nvSpPr>
        <p:spPr>
          <a:xfrm>
            <a:off x="822960" y="4343400"/>
            <a:ext cx="9875520" cy="1554480"/>
          </a:xfrm>
          <a:prstGeom prst="rect">
            <a:avLst/>
          </a:prstGeom>
          <a:noFill/>
        </p:spPr>
        <p:txBody>
          <a:bodyPr wrap="square">
            <a:spAutoFit/>
          </a:bodyPr>
          <a:lstStyle/>
          <a:p>
            <a:r>
              <a:rPr sz="1700" b="0" i="1">
                <a:solidFill>
                  <a:srgbClr val="595959"/>
                </a:solidFill>
                <a:latin typeface="Arial"/>
              </a:rPr>
              <a:t>The case for a national EA comes down to three things you can now say with confidence — it is proven, it is portable, and in the era of redesigning how government works it is no longer optional but necessary — held together by the two reasons an EA exists: it makes re-use possible, and it gives business and IT a shared language.</a:t>
            </a:r>
          </a:p>
        </p:txBody>
      </p:sp>
      <p:sp>
        <p:nvSpPr>
          <p:cNvPr id="6" name="TextBox 5"/>
          <p:cNvSpPr txBox="1"/>
          <p:nvPr/>
        </p:nvSpPr>
        <p:spPr>
          <a:xfrm>
            <a:off x="822960" y="5989320"/>
            <a:ext cx="7315200" cy="365760"/>
          </a:xfrm>
          <a:prstGeom prst="rect">
            <a:avLst/>
          </a:prstGeom>
          <a:noFill/>
        </p:spPr>
        <p:txBody>
          <a:bodyPr wrap="square">
            <a:spAutoFit/>
          </a:bodyPr>
          <a:lstStyle/>
          <a:p>
            <a:r>
              <a:rPr sz="1200" b="0" i="0">
                <a:solidFill>
                  <a:srgbClr val="595959"/>
                </a:solidFill>
                <a:latin typeface="Arial"/>
              </a:rPr>
              <a:t>standalone video · voice-over on text slides</a:t>
            </a:r>
          </a:p>
        </p:txBody>
      </p:sp>
    </p:spTree>
  </p:cSld>
  <p:clrMapOvr>
    <a:masterClrMapping/>
  </p:clrMapOvr>
</p:sld>
</file>

<file path=ppt/slides/slide4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1005840" y="1325880"/>
            <a:ext cx="5486400" cy="365760"/>
          </a:xfrm>
          <a:prstGeom prst="rect">
            <a:avLst/>
          </a:prstGeom>
          <a:noFill/>
        </p:spPr>
        <p:txBody>
          <a:bodyPr wrap="square">
            <a:spAutoFit/>
          </a:bodyPr>
          <a:lstStyle/>
          <a:p>
            <a:r>
              <a:rPr sz="1200" b="1" i="0">
                <a:solidFill>
                  <a:srgbClr val="006E96"/>
                </a:solidFill>
                <a:latin typeface="Arial"/>
              </a:rPr>
              <a:t>WHERE WE START</a:t>
            </a:r>
          </a:p>
        </p:txBody>
      </p:sp>
      <p:sp>
        <p:nvSpPr>
          <p:cNvPr id="3" name="TextBox 2"/>
          <p:cNvSpPr txBox="1"/>
          <p:nvPr/>
        </p:nvSpPr>
        <p:spPr>
          <a:xfrm>
            <a:off x="1005840" y="1783080"/>
            <a:ext cx="10149840" cy="1737360"/>
          </a:xfrm>
          <a:prstGeom prst="rect">
            <a:avLst/>
          </a:prstGeom>
          <a:noFill/>
        </p:spPr>
        <p:txBody>
          <a:bodyPr wrap="square">
            <a:spAutoFit/>
          </a:bodyPr>
          <a:lstStyle/>
          <a:p>
            <a:r>
              <a:rPr sz="3000" b="1" i="0">
                <a:solidFill>
                  <a:srgbClr val="1A1A1A"/>
                </a:solidFill>
                <a:latin typeface="Arial"/>
              </a:rPr>
              <a:t>Three sentences a minister can hold.</a:t>
            </a:r>
          </a:p>
        </p:txBody>
      </p:sp>
      <p:sp>
        <p:nvSpPr>
          <p:cNvPr id="4" name="TextBox 3"/>
          <p:cNvSpPr txBox="1"/>
          <p:nvPr/>
        </p:nvSpPr>
        <p:spPr>
          <a:xfrm>
            <a:off x="1005840" y="3611880"/>
            <a:ext cx="10149840" cy="2377440"/>
          </a:xfrm>
          <a:prstGeom prst="rect">
            <a:avLst/>
          </a:prstGeom>
          <a:noFill/>
        </p:spPr>
        <p:txBody>
          <a:bodyPr wrap="square">
            <a:spAutoFit/>
          </a:bodyPr>
          <a:lstStyle/>
          <a:p>
            <a:pPr>
              <a:spcAft>
                <a:spcPts val="800"/>
              </a:spcAft>
            </a:pPr>
            <a:r>
              <a:rPr sz="1700" b="0" i="0">
                <a:solidFill>
                  <a:srgbClr val="595959"/>
                </a:solidFill>
                <a:latin typeface="Arial"/>
              </a:rPr>
              <a:t>This is proven. It is portable. It is necessary now.</a:t>
            </a:r>
          </a:p>
          <a:p>
            <a:pPr>
              <a:spcAft>
                <a:spcPts val="800"/>
              </a:spcAft>
            </a:pPr>
            <a:r>
              <a:rPr sz="1700" b="0" i="0">
                <a:solidFill>
                  <a:srgbClr val="595959"/>
                </a:solidFill>
                <a:latin typeface="Arial"/>
              </a:rPr>
              <a:t>Underneath those sit the two reasons an Enterprise Architecture exists at all.</a:t>
            </a:r>
          </a:p>
        </p:txBody>
      </p:sp>
      <p:sp>
        <p:nvSpPr>
          <p:cNvPr id="5" name="TextBox 4"/>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5.6 · The closing case — proven, portable, and necessary now</a:t>
            </a:r>
          </a:p>
        </p:txBody>
      </p:sp>
      <p:sp>
        <p:nvSpPr>
          <p:cNvPr id="6" name="TextBox 5"/>
          <p:cNvSpPr txBox="1"/>
          <p:nvPr/>
        </p:nvSpPr>
        <p:spPr>
          <a:xfrm>
            <a:off x="10058400" y="6473952"/>
            <a:ext cx="1673352" cy="292608"/>
          </a:xfrm>
          <a:prstGeom prst="rect">
            <a:avLst/>
          </a:prstGeom>
          <a:noFill/>
        </p:spPr>
        <p:txBody>
          <a:bodyPr wrap="square">
            <a:spAutoFit/>
          </a:bodyPr>
          <a:lstStyle/>
          <a:p>
            <a:pPr algn="r"/>
            <a:r>
              <a:rPr sz="900" b="0" i="0">
                <a:solidFill>
                  <a:srgbClr val="595959"/>
                </a:solidFill>
                <a:latin typeface="Arial"/>
              </a:rPr>
              <a:t>www.itu.int</a:t>
            </a:r>
          </a:p>
        </p:txBody>
      </p:sp>
    </p:spTree>
  </p:cSld>
  <p:clrMapOvr>
    <a:masterClrMapping/>
  </p:clrMapOvr>
</p:sld>
</file>

<file path=ppt/slides/slide4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Proven and portable — the first two you can say plainly</a:t>
            </a:r>
          </a:p>
        </p:txBody>
      </p:sp>
      <p:sp>
        <p:nvSpPr>
          <p:cNvPr id="4" name="Rounded Rectangle 3"/>
          <p:cNvSpPr/>
          <p:nvPr/>
        </p:nvSpPr>
        <p:spPr>
          <a:xfrm>
            <a:off x="658368" y="1554480"/>
            <a:ext cx="5394960" cy="2926080"/>
          </a:xfrm>
          <a:prstGeom prst="roundRect">
            <a:avLst>
              <a:gd name="adj" fmla="val 4500"/>
            </a:avLst>
          </a:prstGeom>
          <a:solidFill>
            <a:srgbClr val="E5F5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59536" y="1700784"/>
            <a:ext cx="4992624" cy="2651760"/>
          </a:xfrm>
          <a:prstGeom prst="rect">
            <a:avLst/>
          </a:prstGeom>
          <a:noFill/>
        </p:spPr>
        <p:txBody>
          <a:bodyPr wrap="square">
            <a:spAutoFit/>
          </a:bodyPr>
          <a:lstStyle/>
          <a:p>
            <a:pPr>
              <a:spcAft>
                <a:spcPts val="700"/>
              </a:spcAft>
            </a:pPr>
            <a:r>
              <a:rPr sz="1900" b="1" i="0">
                <a:solidFill>
                  <a:srgbClr val="006E96"/>
                </a:solidFill>
                <a:latin typeface="Arial"/>
              </a:rPr>
              <a:t>PROVEN</a:t>
            </a:r>
          </a:p>
          <a:p>
            <a:pPr>
              <a:spcAft>
                <a:spcPts val="700"/>
              </a:spcAft>
            </a:pPr>
            <a:r>
              <a:rPr sz="1600" b="0" i="0">
                <a:solidFill>
                  <a:srgbClr val="1A1A1A"/>
                </a:solidFill>
                <a:latin typeface="Arial"/>
              </a:rPr>
              <a:t>Four very different governments built the same pattern.</a:t>
            </a:r>
          </a:p>
          <a:p>
            <a:pPr>
              <a:spcAft>
                <a:spcPts val="700"/>
              </a:spcAft>
            </a:pPr>
            <a:r>
              <a:rPr sz="1600" b="0" i="0">
                <a:solidFill>
                  <a:srgbClr val="1A1A1A"/>
                </a:solidFill>
                <a:latin typeface="Arial"/>
              </a:rPr>
              <a:t>Successes and failures both documented.</a:t>
            </a:r>
          </a:p>
          <a:p>
            <a:pPr>
              <a:spcAft>
                <a:spcPts val="700"/>
              </a:spcAft>
            </a:pPr>
            <a:r>
              <a:rPr sz="1600" b="0" i="0">
                <a:solidFill>
                  <a:srgbClr val="1A1A1A"/>
                </a:solidFill>
                <a:latin typeface="Arial"/>
              </a:rPr>
              <a:t>You adapt a charted path rather than invent one.</a:t>
            </a:r>
          </a:p>
        </p:txBody>
      </p:sp>
      <p:sp>
        <p:nvSpPr>
          <p:cNvPr id="6" name="Rounded Rectangle 5"/>
          <p:cNvSpPr/>
          <p:nvPr/>
        </p:nvSpPr>
        <p:spPr>
          <a:xfrm>
            <a:off x="6263640" y="1554480"/>
            <a:ext cx="5394960" cy="2926080"/>
          </a:xfrm>
          <a:prstGeom prst="roundRect">
            <a:avLst>
              <a:gd name="adj" fmla="val 4500"/>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464808" y="1700784"/>
            <a:ext cx="4992624" cy="2651760"/>
          </a:xfrm>
          <a:prstGeom prst="rect">
            <a:avLst/>
          </a:prstGeom>
          <a:noFill/>
        </p:spPr>
        <p:txBody>
          <a:bodyPr wrap="square">
            <a:spAutoFit/>
          </a:bodyPr>
          <a:lstStyle/>
          <a:p>
            <a:pPr>
              <a:spcAft>
                <a:spcPts val="700"/>
              </a:spcAft>
            </a:pPr>
            <a:r>
              <a:rPr sz="1900" b="1" i="0">
                <a:solidFill>
                  <a:srgbClr val="006E96"/>
                </a:solidFill>
                <a:latin typeface="Arial"/>
              </a:rPr>
              <a:t>PORTABLE</a:t>
            </a:r>
          </a:p>
          <a:p>
            <a:pPr>
              <a:spcAft>
                <a:spcPts val="700"/>
              </a:spcAft>
            </a:pPr>
            <a:r>
              <a:rPr sz="1600" b="0" i="0">
                <a:solidFill>
                  <a:srgbClr val="1A1A1A"/>
                </a:solidFill>
                <a:latin typeface="Arial"/>
              </a:rPr>
              <a:t>The method is sector-agnostic.</a:t>
            </a:r>
          </a:p>
          <a:p>
            <a:pPr>
              <a:spcAft>
                <a:spcPts val="700"/>
              </a:spcAft>
            </a:pPr>
            <a:r>
              <a:rPr sz="1600" b="0" i="0">
                <a:solidFill>
                  <a:srgbClr val="1A1A1A"/>
                </a:solidFill>
                <a:latin typeface="Arial"/>
              </a:rPr>
              <a:t>The same phases on a learner, a patient, a farmer.</a:t>
            </a:r>
          </a:p>
          <a:p>
            <a:pPr>
              <a:spcAft>
                <a:spcPts val="700"/>
              </a:spcAft>
            </a:pPr>
            <a:r>
              <a:rPr sz="1600" b="0" i="0">
                <a:solidFill>
                  <a:srgbClr val="1A1A1A"/>
                </a:solidFill>
                <a:latin typeface="Arial"/>
              </a:rPr>
              <a:t>Each sector after the first costs less — the muscle is built once.</a:t>
            </a:r>
          </a:p>
        </p:txBody>
      </p:sp>
      <p:sp>
        <p:nvSpPr>
          <p:cNvPr id="8" name="TextBox 7"/>
          <p:cNvSpPr txBox="1"/>
          <p:nvPr/>
        </p:nvSpPr>
        <p:spPr>
          <a:xfrm>
            <a:off x="658368" y="4663440"/>
            <a:ext cx="10881360" cy="548640"/>
          </a:xfrm>
          <a:prstGeom prst="rect">
            <a:avLst/>
          </a:prstGeom>
          <a:noFill/>
        </p:spPr>
        <p:txBody>
          <a:bodyPr wrap="square">
            <a:spAutoFit/>
          </a:bodyPr>
          <a:lstStyle/>
          <a:p>
            <a:r>
              <a:rPr sz="1550" b="1" i="0">
                <a:solidFill>
                  <a:srgbClr val="006E96"/>
                </a:solidFill>
                <a:latin typeface="Arial"/>
              </a:rPr>
              <a:t>The third is the one that makes it urgent.</a:t>
            </a:r>
          </a:p>
        </p:txBody>
      </p:sp>
      <p:sp>
        <p:nvSpPr>
          <p:cNvPr id="9" name="TextBox 8"/>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5.6 · The closing case — proven, portable, and necessary now</a:t>
            </a:r>
          </a:p>
        </p:txBody>
      </p:sp>
    </p:spTree>
  </p:cSld>
  <p:clrMapOvr>
    <a:masterClrMapping/>
  </p:clrMapOvr>
</p:sld>
</file>

<file path=ppt/slides/slide4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For thirty years, digital government meant putting paper online. That era is ending</a:t>
            </a:r>
          </a:p>
        </p:txBody>
      </p:sp>
      <p:sp>
        <p:nvSpPr>
          <p:cNvPr id="4" name="TextBox 3"/>
          <p:cNvSpPr txBox="1"/>
          <p:nvPr/>
        </p:nvSpPr>
        <p:spPr>
          <a:xfrm>
            <a:off x="658368" y="1600200"/>
            <a:ext cx="10881360" cy="2194560"/>
          </a:xfrm>
          <a:prstGeom prst="rect">
            <a:avLst/>
          </a:prstGeom>
          <a:noFill/>
        </p:spPr>
        <p:txBody>
          <a:bodyPr wrap="square">
            <a:spAutoFit/>
          </a:bodyPr>
          <a:lstStyle/>
          <a:p>
            <a:pPr>
              <a:spcAft>
                <a:spcPts val="1200"/>
              </a:spcAft>
            </a:pPr>
            <a:r>
              <a:rPr sz="2000" b="0" i="0">
                <a:solidFill>
                  <a:srgbClr val="1A1A1A"/>
                </a:solidFill>
                <a:latin typeface="Arial"/>
              </a:rPr>
              <a:t>The form became a web form, the queue an appointment. The work that delivers today is different: once-only data sharing, a shared identity, a single record that follows a person across services.</a:t>
            </a:r>
          </a:p>
          <a:p>
            <a:pPr>
              <a:spcAft>
                <a:spcPts val="1200"/>
              </a:spcAft>
            </a:pPr>
            <a:r>
              <a:rPr sz="2000" b="0" i="0">
                <a:solidFill>
                  <a:srgbClr val="1A1A1A"/>
                </a:solidFill>
                <a:latin typeface="Arial"/>
              </a:rPr>
              <a:t>That is not putting paper online. It is changing how the government operates — and it cannot be done by the IT department alone, or the policy side alone.</a:t>
            </a:r>
          </a:p>
        </p:txBody>
      </p:sp>
      <p:sp>
        <p:nvSpPr>
          <p:cNvPr id="5" name="Rounded Rectangle 4"/>
          <p:cNvSpPr/>
          <p:nvPr/>
        </p:nvSpPr>
        <p:spPr>
          <a:xfrm>
            <a:off x="658368" y="3977639"/>
            <a:ext cx="10881360" cy="1325880"/>
          </a:xfrm>
          <a:prstGeom prst="roundRect">
            <a:avLst>
              <a:gd name="adj" fmla="val 4500"/>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59536" y="4169663"/>
            <a:ext cx="10479024" cy="1051560"/>
          </a:xfrm>
          <a:prstGeom prst="rect">
            <a:avLst/>
          </a:prstGeom>
          <a:noFill/>
        </p:spPr>
        <p:txBody>
          <a:bodyPr wrap="square">
            <a:spAutoFit/>
          </a:bodyPr>
          <a:lstStyle/>
          <a:p>
            <a:pPr>
              <a:spcAft>
                <a:spcPts val="700"/>
              </a:spcAft>
            </a:pPr>
            <a:r>
              <a:rPr sz="2300" b="1" i="0">
                <a:solidFill>
                  <a:srgbClr val="FFFFFF"/>
                </a:solidFill>
                <a:latin typeface="Arial"/>
              </a:rPr>
              <a:t>Useful then. Necessary now.</a:t>
            </a:r>
          </a:p>
        </p:txBody>
      </p:sp>
      <p:sp>
        <p:nvSpPr>
          <p:cNvPr id="7" name="TextBox 6"/>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5.6 · The closing case — proven, portable, and necessary now</a:t>
            </a:r>
          </a:p>
        </p:txBody>
      </p:sp>
    </p:spTree>
  </p:cSld>
  <p:clrMapOvr>
    <a:masterClrMapping/>
  </p:clrMapOvr>
</p:sld>
</file>

<file path=ppt/slides/slide4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The two reasons an Enterprise Architecture exists</a:t>
            </a:r>
          </a:p>
        </p:txBody>
      </p:sp>
      <p:sp>
        <p:nvSpPr>
          <p:cNvPr id="4" name="Rounded Rectangle 3"/>
          <p:cNvSpPr/>
          <p:nvPr/>
        </p:nvSpPr>
        <p:spPr>
          <a:xfrm>
            <a:off x="658368" y="1554480"/>
            <a:ext cx="5394960" cy="2926080"/>
          </a:xfrm>
          <a:prstGeom prst="roundRect">
            <a:avLst>
              <a:gd name="adj" fmla="val 4500"/>
            </a:avLst>
          </a:prstGeom>
          <a:solidFill>
            <a:srgbClr val="E5F5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59536" y="1700784"/>
            <a:ext cx="4992624" cy="2651760"/>
          </a:xfrm>
          <a:prstGeom prst="rect">
            <a:avLst/>
          </a:prstGeom>
          <a:noFill/>
        </p:spPr>
        <p:txBody>
          <a:bodyPr wrap="square">
            <a:spAutoFit/>
          </a:bodyPr>
          <a:lstStyle/>
          <a:p>
            <a:pPr>
              <a:spcAft>
                <a:spcPts val="700"/>
              </a:spcAft>
            </a:pPr>
            <a:r>
              <a:rPr sz="1900" b="1" i="0">
                <a:solidFill>
                  <a:srgbClr val="006E96"/>
                </a:solidFill>
                <a:latin typeface="Arial"/>
              </a:rPr>
              <a:t>RE-USE</a:t>
            </a:r>
          </a:p>
          <a:p>
            <a:pPr>
              <a:spcAft>
                <a:spcPts val="700"/>
              </a:spcAft>
            </a:pPr>
            <a:r>
              <a:rPr sz="1600" b="0" i="0">
                <a:solidFill>
                  <a:srgbClr val="1A1A1A"/>
                </a:solidFill>
                <a:latin typeface="Arial"/>
              </a:rPr>
              <a:t>Inside any project, building your own is cheaper than reusing — so projects fragment.</a:t>
            </a:r>
          </a:p>
          <a:p>
            <a:pPr>
              <a:spcAft>
                <a:spcPts val="700"/>
              </a:spcAft>
            </a:pPr>
            <a:r>
              <a:rPr sz="1600" b="0" i="0">
                <a:solidFill>
                  <a:srgbClr val="1A1A1A"/>
                </a:solidFill>
                <a:latin typeface="Arial"/>
              </a:rPr>
              <a:t>No procurement rule can change that.</a:t>
            </a:r>
          </a:p>
          <a:p>
            <a:pPr>
              <a:spcAft>
                <a:spcPts val="700"/>
              </a:spcAft>
            </a:pPr>
            <a:r>
              <a:rPr sz="1600" b="0" i="0">
                <a:solidFill>
                  <a:srgbClr val="1A1A1A"/>
                </a:solidFill>
                <a:latin typeface="Arial"/>
              </a:rPr>
              <a:t>Only whole-of-government planning makes re-use rational, and only an EA gives that view.</a:t>
            </a:r>
          </a:p>
        </p:txBody>
      </p:sp>
      <p:sp>
        <p:nvSpPr>
          <p:cNvPr id="6" name="Rounded Rectangle 5"/>
          <p:cNvSpPr/>
          <p:nvPr/>
        </p:nvSpPr>
        <p:spPr>
          <a:xfrm>
            <a:off x="6263640" y="1554480"/>
            <a:ext cx="5394960" cy="2926080"/>
          </a:xfrm>
          <a:prstGeom prst="roundRect">
            <a:avLst>
              <a:gd name="adj" fmla="val 4500"/>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464808" y="1700784"/>
            <a:ext cx="4992624" cy="2651760"/>
          </a:xfrm>
          <a:prstGeom prst="rect">
            <a:avLst/>
          </a:prstGeom>
          <a:noFill/>
        </p:spPr>
        <p:txBody>
          <a:bodyPr wrap="square">
            <a:spAutoFit/>
          </a:bodyPr>
          <a:lstStyle/>
          <a:p>
            <a:pPr>
              <a:spcAft>
                <a:spcPts val="700"/>
              </a:spcAft>
            </a:pPr>
            <a:r>
              <a:rPr sz="1900" b="1" i="0">
                <a:solidFill>
                  <a:srgbClr val="006E96"/>
                </a:solidFill>
                <a:latin typeface="Arial"/>
              </a:rPr>
              <a:t>SHARED LANGUAGE</a:t>
            </a:r>
          </a:p>
          <a:p>
            <a:pPr>
              <a:spcAft>
                <a:spcPts val="700"/>
              </a:spcAft>
            </a:pPr>
            <a:r>
              <a:rPr sz="1600" b="0" i="0">
                <a:solidFill>
                  <a:srgbClr val="1A1A1A"/>
                </a:solidFill>
                <a:latin typeface="Arial"/>
              </a:rPr>
              <a:t>The new work needs the business side and the IT side to decide together.</a:t>
            </a:r>
          </a:p>
          <a:p>
            <a:pPr>
              <a:spcAft>
                <a:spcPts val="700"/>
              </a:spcAft>
            </a:pPr>
            <a:r>
              <a:rPr sz="1600" b="0" i="0">
                <a:solidFill>
                  <a:srgbClr val="1A1A1A"/>
                </a:solidFill>
                <a:latin typeface="Arial"/>
              </a:rPr>
              <a:t>They do not speak the same language.</a:t>
            </a:r>
          </a:p>
          <a:p>
            <a:pPr>
              <a:spcAft>
                <a:spcPts val="700"/>
              </a:spcAft>
            </a:pPr>
            <a:r>
              <a:rPr sz="1600" b="0" i="0">
                <a:solidFill>
                  <a:srgbClr val="1A1A1A"/>
                </a:solidFill>
                <a:latin typeface="Arial"/>
              </a:rPr>
              <a:t>An EA gives them a shared picture, shared words, and a forum to decide in.</a:t>
            </a:r>
          </a:p>
        </p:txBody>
      </p:sp>
      <p:sp>
        <p:nvSpPr>
          <p:cNvPr id="8" name="TextBox 7"/>
          <p:cNvSpPr txBox="1"/>
          <p:nvPr/>
        </p:nvSpPr>
        <p:spPr>
          <a:xfrm>
            <a:off x="658368" y="4663440"/>
            <a:ext cx="10881360" cy="548640"/>
          </a:xfrm>
          <a:prstGeom prst="rect">
            <a:avLst/>
          </a:prstGeom>
          <a:noFill/>
        </p:spPr>
        <p:txBody>
          <a:bodyPr wrap="square">
            <a:spAutoFit/>
          </a:bodyPr>
          <a:lstStyle/>
          <a:p>
            <a:r>
              <a:rPr sz="1550" b="1" i="0">
                <a:solidFill>
                  <a:srgbClr val="006E96"/>
                </a:solidFill>
                <a:latin typeface="Arial"/>
              </a:rPr>
              <a:t>The two ideas to carry out of this whole knowledge product.</a:t>
            </a:r>
          </a:p>
        </p:txBody>
      </p:sp>
      <p:sp>
        <p:nvSpPr>
          <p:cNvPr id="9" name="TextBox 8"/>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5.6 · The closing case — proven, portable, and necessary now</a:t>
            </a:r>
          </a:p>
        </p:txBody>
      </p:sp>
    </p:spTree>
  </p:cSld>
  <p:clrMapOvr>
    <a:masterClrMapping/>
  </p:clrMapOvr>
</p:sld>
</file>

<file path=ppt/slides/slide4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1005840" y="2103120"/>
            <a:ext cx="10149840" cy="2377440"/>
          </a:xfrm>
          <a:prstGeom prst="rect">
            <a:avLst/>
          </a:prstGeom>
          <a:noFill/>
        </p:spPr>
        <p:txBody>
          <a:bodyPr wrap="square">
            <a:spAutoFit/>
          </a:bodyPr>
          <a:lstStyle/>
          <a:p>
            <a:r>
              <a:rPr sz="3000" b="1" i="0">
                <a:solidFill>
                  <a:srgbClr val="1A1A1A"/>
                </a:solidFill>
                <a:latin typeface="Arial"/>
              </a:rPr>
              <a:t>Proven, portable, and necessary now — held together by the two reasons an EA exists: it makes re-use possible, and it gives business and IT a shared language.</a:t>
            </a:r>
          </a:p>
        </p:txBody>
      </p:sp>
      <p:sp>
        <p:nvSpPr>
          <p:cNvPr id="3" name="TextBox 2"/>
          <p:cNvSpPr txBox="1"/>
          <p:nvPr/>
        </p:nvSpPr>
        <p:spPr>
          <a:xfrm>
            <a:off x="1005840" y="1554480"/>
            <a:ext cx="5486400" cy="365760"/>
          </a:xfrm>
          <a:prstGeom prst="rect">
            <a:avLst/>
          </a:prstGeom>
          <a:noFill/>
        </p:spPr>
        <p:txBody>
          <a:bodyPr wrap="square">
            <a:spAutoFit/>
          </a:bodyPr>
          <a:lstStyle/>
          <a:p>
            <a:r>
              <a:rPr sz="1200" b="1" i="0">
                <a:solidFill>
                  <a:srgbClr val="006E96"/>
                </a:solidFill>
                <a:latin typeface="Arial"/>
              </a:rPr>
              <a:t>IN ONE SENTENCE</a:t>
            </a:r>
          </a:p>
        </p:txBody>
      </p:sp>
      <p:sp>
        <p:nvSpPr>
          <p:cNvPr id="4" name="Rounded Rectangle 3"/>
          <p:cNvSpPr/>
          <p:nvPr/>
        </p:nvSpPr>
        <p:spPr>
          <a:xfrm>
            <a:off x="658368" y="4709160"/>
            <a:ext cx="10881360" cy="1554480"/>
          </a:xfrm>
          <a:prstGeom prst="roundRect">
            <a:avLst>
              <a:gd name="adj" fmla="val 4500"/>
            </a:avLst>
          </a:prstGeom>
          <a:solidFill>
            <a:srgbClr val="FFFFFF"/>
          </a:solidFill>
          <a:ln w="9525">
            <a:solidFill>
              <a:srgbClr val="009CD6"/>
            </a:solid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228600" tIns="109728" bIns="109728">
            <a:noAutofit/>
          </a:bodyPr>
          <a:lstStyle/>
          <a:p>
            <a:pPr algn="l">
              <a:spcAft>
                <a:spcPts val="400"/>
              </a:spcAft>
            </a:pPr>
            <a:r>
              <a:rPr sz="1800" b="1" i="0">
                <a:solidFill>
                  <a:srgbClr val="006E96"/>
                </a:solidFill>
                <a:latin typeface="Arial"/>
              </a:rPr>
              <a:t>Do this on your own sector. </a:t>
            </a:r>
            <a:r>
              <a:rPr sz="1800" b="1" i="0">
                <a:solidFill>
                  <a:srgbClr val="1A1A1A"/>
                </a:solidFill>
                <a:latin typeface="Arial"/>
              </a:rPr>
              <a:t>Draft your closing one-page case for the minister.</a:t>
            </a:r>
          </a:p>
          <a:p>
            <a:pPr algn="l">
              <a:spcAft>
                <a:spcPts val="400"/>
              </a:spcAft>
            </a:pPr>
            <a:r>
              <a:rPr sz="1800" b="0" i="0">
                <a:solidFill>
                  <a:srgbClr val="595959"/>
                </a:solidFill>
                <a:latin typeface="Arial"/>
              </a:rPr>
              <a:t>The prompt in the companion material gives you a one-page closing case. Before the next video.</a:t>
            </a:r>
          </a:p>
        </p:txBody>
      </p:sp>
      <p:sp>
        <p:nvSpPr>
          <p:cNvPr id="5" name="TextBox 4"/>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5.6 · The closing case — proven, portable, and necessary now</a:t>
            </a:r>
          </a:p>
        </p:txBody>
      </p:sp>
      <p:sp>
        <p:nvSpPr>
          <p:cNvPr id="6" name="TextBox 5"/>
          <p:cNvSpPr txBox="1"/>
          <p:nvPr/>
        </p:nvSpPr>
        <p:spPr>
          <a:xfrm>
            <a:off x="10058400" y="6473952"/>
            <a:ext cx="1673352" cy="292608"/>
          </a:xfrm>
          <a:prstGeom prst="rect">
            <a:avLst/>
          </a:prstGeom>
          <a:noFill/>
        </p:spPr>
        <p:txBody>
          <a:bodyPr wrap="square">
            <a:spAutoFit/>
          </a:bodyPr>
          <a:lstStyle/>
          <a:p>
            <a:pPr algn="r"/>
            <a:r>
              <a:rPr sz="900" b="0" i="0">
                <a:solidFill>
                  <a:srgbClr val="595959"/>
                </a:solidFill>
                <a:latin typeface="Arial"/>
              </a:rPr>
              <a:t>www.itu.int</a:t>
            </a:r>
          </a:p>
        </p:txBody>
      </p:sp>
    </p:spTree>
  </p:cSld>
  <p:clrMapOvr>
    <a:masterClrMapping/>
  </p:clrMapOvr>
</p:sld>
</file>

<file path=ppt/slides/slide4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Sources</a:t>
            </a:r>
          </a:p>
        </p:txBody>
      </p:sp>
      <p:sp>
        <p:nvSpPr>
          <p:cNvPr id="4" name="TextBox 3"/>
          <p:cNvSpPr txBox="1"/>
          <p:nvPr/>
        </p:nvSpPr>
        <p:spPr>
          <a:xfrm>
            <a:off x="658368" y="1554480"/>
            <a:ext cx="10789920" cy="3840480"/>
          </a:xfrm>
          <a:prstGeom prst="rect">
            <a:avLst/>
          </a:prstGeom>
          <a:noFill/>
        </p:spPr>
        <p:txBody>
          <a:bodyPr wrap="square">
            <a:spAutoFit/>
          </a:bodyPr>
          <a:lstStyle/>
          <a:p>
            <a:pPr>
              <a:spcAft>
                <a:spcPts val="1200"/>
              </a:spcAft>
            </a:pPr>
            <a:r>
              <a:rPr sz="1700" b="0" i="0">
                <a:solidFill>
                  <a:srgbClr val="1A1A1A"/>
                </a:solidFill>
                <a:latin typeface="Arial"/>
              </a:rPr>
              <a:t>•  PAERA v1.0 — §2.3 (Role of Enterprise Architecture)</a:t>
            </a:r>
          </a:p>
          <a:p>
            <a:pPr>
              <a:spcAft>
                <a:spcPts val="1200"/>
              </a:spcAft>
            </a:pPr>
            <a:r>
              <a:rPr sz="1700" b="0" i="0">
                <a:solidFill>
                  <a:srgbClr val="1A1A1A"/>
                </a:solidFill>
                <a:latin typeface="Arial"/>
              </a:rPr>
              <a:t>•  PAERA v1.0 — §2.5 (What is Digital Government?)</a:t>
            </a:r>
          </a:p>
        </p:txBody>
      </p:sp>
      <p:sp>
        <p:nvSpPr>
          <p:cNvPr id="5" name="TextBox 4"/>
          <p:cNvSpPr txBox="1"/>
          <p:nvPr/>
        </p:nvSpPr>
        <p:spPr>
          <a:xfrm>
            <a:off x="658368" y="5806440"/>
            <a:ext cx="10789920" cy="457200"/>
          </a:xfrm>
          <a:prstGeom prst="rect">
            <a:avLst/>
          </a:prstGeom>
          <a:noFill/>
        </p:spPr>
        <p:txBody>
          <a:bodyPr wrap="square">
            <a:spAutoFit/>
          </a:bodyPr>
          <a:lstStyle/>
          <a:p>
            <a:r>
              <a:rPr sz="1400" b="1" i="0">
                <a:solidFill>
                  <a:srgbClr val="006E96"/>
                </a:solidFill>
                <a:latin typeface="Arial"/>
              </a:rPr>
              <a:t>Find the link in the description.</a:t>
            </a:r>
          </a:p>
        </p:txBody>
      </p:sp>
      <p:sp>
        <p:nvSpPr>
          <p:cNvPr id="6" name="TextBox 5"/>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5.6 · The closing case — proven, portable, and necessary now</a:t>
            </a:r>
          </a:p>
        </p:txBody>
      </p:sp>
    </p:spTree>
  </p:cSld>
  <p:clrMapOvr>
    <a:masterClrMapping/>
  </p:clrMapOvr>
</p:sld>
</file>

<file path=ppt/slides/slide4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Tree>
  </p:cSld>
  <p:clrMapOvr>
    <a:masterClrMapping/>
  </p:clrMapOvr>
</p:sld>
</file>

<file path=ppt/theme/theme1.xml><?xml version="1.0" encoding="utf-8"?>
<a:theme xmlns:a="http://schemas.openxmlformats.org/drawingml/2006/main" name="ITU Theme - White bg">
  <a:themeElements>
    <a:clrScheme name="ITU Template">
      <a:dk1>
        <a:sysClr val="windowText" lastClr="000000"/>
      </a:dk1>
      <a:lt1>
        <a:sysClr val="window" lastClr="FFFFFF"/>
      </a:lt1>
      <a:dk2>
        <a:srgbClr val="3A3838"/>
      </a:dk2>
      <a:lt2>
        <a:srgbClr val="F5FAFC"/>
      </a:lt2>
      <a:accent1>
        <a:srgbClr val="009CD6"/>
      </a:accent1>
      <a:accent2>
        <a:srgbClr val="757070"/>
      </a:accent2>
      <a:accent3>
        <a:srgbClr val="A5A5A5"/>
      </a:accent3>
      <a:accent4>
        <a:srgbClr val="595959"/>
      </a:accent4>
      <a:accent5>
        <a:srgbClr val="005EB8"/>
      </a:accent5>
      <a:accent6>
        <a:srgbClr val="E5F5FB"/>
      </a:accent6>
      <a:hlink>
        <a:srgbClr val="000000"/>
      </a:hlink>
      <a:folHlink>
        <a:srgbClr val="757070"/>
      </a:folHlink>
    </a:clrScheme>
    <a:fontScheme name="ITU Powerpoint Tempolate">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ITU_Powerpoint_Standard_template_July_2022.potx" id="{034C4141-8F63-40F4-9DEE-E5766630A6A8}" vid="{A0500DBE-3369-4A4A-B28D-9AE5003E2570}"/>
    </a:ext>
  </a:extLst>
</a:theme>
</file>

<file path=ppt/theme/theme2.xml><?xml version="1.0" encoding="utf-8"?>
<a:theme xmlns:a="http://schemas.openxmlformats.org/drawingml/2006/main" name="Big text">
  <a:themeElements>
    <a:clrScheme name="ITU Template">
      <a:dk1>
        <a:sysClr val="windowText" lastClr="000000"/>
      </a:dk1>
      <a:lt1>
        <a:sysClr val="window" lastClr="FFFFFF"/>
      </a:lt1>
      <a:dk2>
        <a:srgbClr val="3A3838"/>
      </a:dk2>
      <a:lt2>
        <a:srgbClr val="F5FAFC"/>
      </a:lt2>
      <a:accent1>
        <a:srgbClr val="009CD6"/>
      </a:accent1>
      <a:accent2>
        <a:srgbClr val="757070"/>
      </a:accent2>
      <a:accent3>
        <a:srgbClr val="A5A5A5"/>
      </a:accent3>
      <a:accent4>
        <a:srgbClr val="595959"/>
      </a:accent4>
      <a:accent5>
        <a:srgbClr val="005EB8"/>
      </a:accent5>
      <a:accent6>
        <a:srgbClr val="E5F5FB"/>
      </a:accent6>
      <a:hlink>
        <a:srgbClr val="009CD6"/>
      </a:hlink>
      <a:folHlink>
        <a:srgbClr val="009CD6"/>
      </a:folHlink>
    </a:clrScheme>
    <a:fontScheme name="ITU Powerpoint Tempolate">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ITU_Powerpoint_Standard_template_July_2022.potx" id="{034C4141-8F63-40F4-9DEE-E5766630A6A8}" vid="{EA5A528F-177A-4F34-B410-08836428AF20}"/>
    </a:ext>
  </a:extLst>
</a:theme>
</file>

<file path=ppt/theme/theme3.xml><?xml version="1.0" encoding="utf-8"?>
<a:theme xmlns:a="http://schemas.openxmlformats.org/drawingml/2006/main" name="Quote Slide">
  <a:themeElements>
    <a:clrScheme name="ITU Template">
      <a:dk1>
        <a:sysClr val="windowText" lastClr="000000"/>
      </a:dk1>
      <a:lt1>
        <a:sysClr val="window" lastClr="FFFFFF"/>
      </a:lt1>
      <a:dk2>
        <a:srgbClr val="3A3838"/>
      </a:dk2>
      <a:lt2>
        <a:srgbClr val="F5FAFC"/>
      </a:lt2>
      <a:accent1>
        <a:srgbClr val="009CD6"/>
      </a:accent1>
      <a:accent2>
        <a:srgbClr val="757070"/>
      </a:accent2>
      <a:accent3>
        <a:srgbClr val="A5A5A5"/>
      </a:accent3>
      <a:accent4>
        <a:srgbClr val="595959"/>
      </a:accent4>
      <a:accent5>
        <a:srgbClr val="005EB8"/>
      </a:accent5>
      <a:accent6>
        <a:srgbClr val="E5F5FB"/>
      </a:accent6>
      <a:hlink>
        <a:srgbClr val="009CD6"/>
      </a:hlink>
      <a:folHlink>
        <a:srgbClr val="009CD6"/>
      </a:folHlink>
    </a:clrScheme>
    <a:fontScheme name="ITU Powerpoint Tempolate">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ITU_Powerpoint_Standard_template_July_2022.potx" id="{034C4141-8F63-40F4-9DEE-E5766630A6A8}" vid="{B0771621-B97B-4C13-9C8D-7F1D735791AC}"/>
    </a:ext>
  </a:extLst>
</a:theme>
</file>

<file path=ppt/theme/theme4.xml><?xml version="1.0" encoding="utf-8"?>
<a:theme xmlns:a="http://schemas.openxmlformats.org/drawingml/2006/main" name="ITU Theme light blue bg">
  <a:themeElements>
    <a:clrScheme name="ITU Template">
      <a:dk1>
        <a:sysClr val="windowText" lastClr="000000"/>
      </a:dk1>
      <a:lt1>
        <a:sysClr val="window" lastClr="FFFFFF"/>
      </a:lt1>
      <a:dk2>
        <a:srgbClr val="3A3838"/>
      </a:dk2>
      <a:lt2>
        <a:srgbClr val="F5FAFC"/>
      </a:lt2>
      <a:accent1>
        <a:srgbClr val="009CD6"/>
      </a:accent1>
      <a:accent2>
        <a:srgbClr val="757070"/>
      </a:accent2>
      <a:accent3>
        <a:srgbClr val="A5A5A5"/>
      </a:accent3>
      <a:accent4>
        <a:srgbClr val="595959"/>
      </a:accent4>
      <a:accent5>
        <a:srgbClr val="005EB8"/>
      </a:accent5>
      <a:accent6>
        <a:srgbClr val="E5F5FB"/>
      </a:accent6>
      <a:hlink>
        <a:srgbClr val="009CD6"/>
      </a:hlink>
      <a:folHlink>
        <a:srgbClr val="009CD6"/>
      </a:folHlink>
    </a:clrScheme>
    <a:fontScheme name="ITU Powerpoint Tempolate">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ITU_Powerpoint_Standard_template_July_2022.potx" id="{034C4141-8F63-40F4-9DEE-E5766630A6A8}" vid="{D1ECFA71-5D53-4A3F-BEBD-1C69573B5224}"/>
    </a:ext>
  </a:extLst>
</a:theme>
</file>

<file path=ppt/theme/theme5.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6.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lcf76f155ced4ddcb4097134ff3c332f xmlns="ed7f0f61-51dd-499b-8f04-7c837a526382">
      <Terms xmlns="http://schemas.microsoft.com/office/infopath/2007/PartnerControls"/>
    </lcf76f155ced4ddcb4097134ff3c332f>
    <TaxCatchAll xmlns="ab90e5c9-10d8-4476-84ba-6005a25f4984" xsi:nil="true"/>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 ma:contentTypeID="0x01010053A3A08329EEE04EB33D96A577905A26" ma:contentTypeVersion="19" ma:contentTypeDescription="Create a new document." ma:contentTypeScope="" ma:versionID="a8087e2cbe64624dcde6ca4894bfb0b6">
  <xsd:schema xmlns:xsd="http://www.w3.org/2001/XMLSchema" xmlns:xs="http://www.w3.org/2001/XMLSchema" xmlns:p="http://schemas.microsoft.com/office/2006/metadata/properties" xmlns:ns2="ed7f0f61-51dd-499b-8f04-7c837a526382" xmlns:ns3="ab90e5c9-10d8-4476-84ba-6005a25f4984" targetNamespace="http://schemas.microsoft.com/office/2006/metadata/properties" ma:root="true" ma:fieldsID="2701f39123c6a01fbf026076f5c6add9" ns2:_="" ns3:_="">
    <xsd:import namespace="ed7f0f61-51dd-499b-8f04-7c837a526382"/>
    <xsd:import namespace="ab90e5c9-10d8-4476-84ba-6005a25f4984"/>
    <xsd:element name="properties">
      <xsd:complexType>
        <xsd:sequence>
          <xsd:element name="documentManagement">
            <xsd:complexType>
              <xsd:all>
                <xsd:element ref="ns2:MediaServiceMetadata" minOccurs="0"/>
                <xsd:element ref="ns2:MediaServiceFastMetadata" minOccurs="0"/>
                <xsd:element ref="ns2:MediaServiceAutoKeyPoints" minOccurs="0"/>
                <xsd:element ref="ns2:MediaServiceKeyPoints" minOccurs="0"/>
                <xsd:element ref="ns3:SharedWithUsers" minOccurs="0"/>
                <xsd:element ref="ns3:SharedWithDetails" minOccurs="0"/>
                <xsd:element ref="ns2:MediaServiceDateTaken" minOccurs="0"/>
                <xsd:element ref="ns2:MediaLengthInSeconds" minOccurs="0"/>
                <xsd:element ref="ns2:MediaServiceAutoTags" minOccurs="0"/>
                <xsd:element ref="ns2:MediaServiceOCR" minOccurs="0"/>
                <xsd:element ref="ns2:MediaServiceGenerationTime" minOccurs="0"/>
                <xsd:element ref="ns2:MediaServiceEventHashCode" minOccurs="0"/>
                <xsd:element ref="ns2:lcf76f155ced4ddcb4097134ff3c332f" minOccurs="0"/>
                <xsd:element ref="ns3:TaxCatchAll" minOccurs="0"/>
                <xsd:element ref="ns2:MediaServiceLocation" minOccurs="0"/>
                <xsd:element ref="ns2:MediaServiceObjectDetectorVersions" minOccurs="0"/>
                <xsd:element ref="ns2:MediaServiceSearchProperties" minOccurs="0"/>
                <xsd:element ref="ns2:MediaServiceBillingMetadata"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ed7f0f61-51dd-499b-8f04-7c837a526382"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KeyPoints" ma:index="10" nillable="true" ma:displayName="MediaServiceAutoKeyPoints" ma:hidden="true" ma:internalName="MediaServiceAutoKeyPoints" ma:readOnly="true">
      <xsd:simpleType>
        <xsd:restriction base="dms:Note"/>
      </xsd:simpleType>
    </xsd:element>
    <xsd:element name="MediaServiceKeyPoints" ma:index="11" nillable="true" ma:displayName="KeyPoints" ma:internalName="MediaServiceKeyPoints" ma:readOnly="true">
      <xsd:simpleType>
        <xsd:restriction base="dms:Note">
          <xsd:maxLength value="255"/>
        </xsd:restriction>
      </xsd:simpleType>
    </xsd:element>
    <xsd:element name="MediaServiceDateTaken" ma:index="14" nillable="true" ma:displayName="MediaServiceDateTaken" ma:hidden="true" ma:internalName="MediaServiceDateTaken" ma:readOnly="true">
      <xsd:simpleType>
        <xsd:restriction base="dms:Text"/>
      </xsd:simpleType>
    </xsd:element>
    <xsd:element name="MediaLengthInSeconds" ma:index="15" nillable="true" ma:displayName="MediaLengthInSeconds" ma:hidden="true" ma:internalName="MediaLengthInSeconds" ma:readOnly="true">
      <xsd:simpleType>
        <xsd:restriction base="dms:Unknown"/>
      </xsd:simpleType>
    </xsd:element>
    <xsd:element name="MediaServiceAutoTags" ma:index="16" nillable="true" ma:displayName="Tags" ma:internalName="MediaServiceAutoTags" ma:readOnly="true">
      <xsd:simpleType>
        <xsd:restriction base="dms:Text"/>
      </xsd:simpleType>
    </xsd:element>
    <xsd:element name="MediaServiceOCR" ma:index="17" nillable="true" ma:displayName="Extracted Text" ma:internalName="MediaServiceOCR" ma:readOnly="true">
      <xsd:simpleType>
        <xsd:restriction base="dms:Note">
          <xsd:maxLength value="255"/>
        </xsd:restriction>
      </xsd:simpleType>
    </xsd:element>
    <xsd:element name="MediaServiceGenerationTime" ma:index="18" nillable="true" ma:displayName="MediaServiceGenerationTime" ma:hidden="true" ma:internalName="MediaServiceGenerationTime" ma:readOnly="true">
      <xsd:simpleType>
        <xsd:restriction base="dms:Text"/>
      </xsd:simpleType>
    </xsd:element>
    <xsd:element name="MediaServiceEventHashCode" ma:index="19" nillable="true" ma:displayName="MediaServiceEventHashCode" ma:hidden="true" ma:internalName="MediaServiceEventHashCode" ma:readOnly="true">
      <xsd:simpleType>
        <xsd:restriction base="dms:Text"/>
      </xsd:simpleType>
    </xsd:element>
    <xsd:element name="lcf76f155ced4ddcb4097134ff3c332f" ma:index="21" nillable="true" ma:taxonomy="true" ma:internalName="lcf76f155ced4ddcb4097134ff3c332f" ma:taxonomyFieldName="MediaServiceImageTags" ma:displayName="Image Tags" ma:readOnly="false" ma:fieldId="{5cf76f15-5ced-4ddc-b409-7134ff3c332f}" ma:taxonomyMulti="true" ma:sspId="0e895586-ec57-4162-862b-45953123501e" ma:termSetId="09814cd3-568e-fe90-9814-8d621ff8fb84" ma:anchorId="fba54fb3-c3e1-fe81-a776-ca4b69148c4d" ma:open="true" ma:isKeyword="false">
      <xsd:complexType>
        <xsd:sequence>
          <xsd:element ref="pc:Terms" minOccurs="0" maxOccurs="1"/>
        </xsd:sequence>
      </xsd:complexType>
    </xsd:element>
    <xsd:element name="MediaServiceLocation" ma:index="23" nillable="true" ma:displayName="Location" ma:indexed="true" ma:internalName="MediaServiceLocation" ma:readOnly="true">
      <xsd:simpleType>
        <xsd:restriction base="dms:Text"/>
      </xsd:simpleType>
    </xsd:element>
    <xsd:element name="MediaServiceObjectDetectorVersions" ma:index="24" nillable="true" ma:displayName="MediaServiceObjectDetectorVersions" ma:hidden="true" ma:indexed="true" ma:internalName="MediaServiceObjectDetectorVersions" ma:readOnly="true">
      <xsd:simpleType>
        <xsd:restriction base="dms:Text"/>
      </xsd:simpleType>
    </xsd:element>
    <xsd:element name="MediaServiceSearchProperties" ma:index="25" nillable="true" ma:displayName="MediaServiceSearchProperties" ma:hidden="true" ma:internalName="MediaServiceSearchProperties" ma:readOnly="true">
      <xsd:simpleType>
        <xsd:restriction base="dms:Note"/>
      </xsd:simpleType>
    </xsd:element>
    <xsd:element name="MediaServiceBillingMetadata" ma:index="26" nillable="true" ma:displayName="MediaServiceBillingMetadata" ma:hidden="true" ma:internalName="MediaServiceBillingMetadata"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ab90e5c9-10d8-4476-84ba-6005a25f4984" elementFormDefault="qualified">
    <xsd:import namespace="http://schemas.microsoft.com/office/2006/documentManagement/types"/>
    <xsd:import namespace="http://schemas.microsoft.com/office/infopath/2007/PartnerControls"/>
    <xsd:element name="SharedWithUsers" ma:index="12"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3" nillable="true" ma:displayName="Shared With Details" ma:internalName="SharedWithDetails" ma:readOnly="true">
      <xsd:simpleType>
        <xsd:restriction base="dms:Note">
          <xsd:maxLength value="255"/>
        </xsd:restriction>
      </xsd:simpleType>
    </xsd:element>
    <xsd:element name="TaxCatchAll" ma:index="22" nillable="true" ma:displayName="Taxonomy Catch All Column" ma:hidden="true" ma:list="{f45fae84-f8a8-4d35-b240-8a5cf95bb259}" ma:internalName="TaxCatchAll" ma:showField="CatchAllData" ma:web="ab90e5c9-10d8-4476-84ba-6005a25f4984">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5F615F30-55BC-4400-8171-49B6C1A1BF75}">
  <ds:schemaRefs>
    <ds:schemaRef ds:uri="http://schemas.microsoft.com/office/2006/metadata/properties"/>
    <ds:schemaRef ds:uri="http://schemas.microsoft.com/office/infopath/2007/PartnerControls"/>
    <ds:schemaRef ds:uri="http://schemas.microsoft.com/sharepoint/v3"/>
    <ds:schemaRef ds:uri="ed7f0f61-51dd-499b-8f04-7c837a526382"/>
    <ds:schemaRef ds:uri="ab90e5c9-10d8-4476-84ba-6005a25f4984"/>
  </ds:schemaRefs>
</ds:datastoreItem>
</file>

<file path=customXml/itemProps2.xml><?xml version="1.0" encoding="utf-8"?>
<ds:datastoreItem xmlns:ds="http://schemas.openxmlformats.org/officeDocument/2006/customXml" ds:itemID="{A48191B6-3A4E-47E8-99A3-94A5982E1B43}">
  <ds:schemaRefs>
    <ds:schemaRef ds:uri="http://schemas.microsoft.com/sharepoint/v3/contenttype/forms"/>
  </ds:schemaRefs>
</ds:datastoreItem>
</file>

<file path=customXml/itemProps3.xml><?xml version="1.0" encoding="utf-8"?>
<ds:datastoreItem xmlns:ds="http://schemas.openxmlformats.org/officeDocument/2006/customXml" ds:itemID="{68C4513F-118C-4668-805A-58D1CE3FDA87}">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ed7f0f61-51dd-499b-8f04-7c837a526382"/>
    <ds:schemaRef ds:uri="ab90e5c9-10d8-4476-84ba-6005a25f4984"/>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emplate>ITU_Powerpoint_standard_template_16x9__July_2022</Template>
  <TotalTime>462</TotalTime>
  <Words>2240</Words>
  <Application>Microsoft Office PowerPoint</Application>
  <PresentationFormat>Widescreen</PresentationFormat>
  <Paragraphs>473</Paragraphs>
  <Slides>38</Slides>
  <Notes>20</Notes>
  <HiddenSlides>0</HiddenSlides>
  <MMClips>0</MMClips>
  <ScaleCrop>false</ScaleCrop>
  <HeadingPairs>
    <vt:vector size="6" baseType="variant">
      <vt:variant>
        <vt:lpstr>Fonts Used</vt:lpstr>
      </vt:variant>
      <vt:variant>
        <vt:i4>6</vt:i4>
      </vt:variant>
      <vt:variant>
        <vt:lpstr>Theme</vt:lpstr>
      </vt:variant>
      <vt:variant>
        <vt:i4>4</vt:i4>
      </vt:variant>
      <vt:variant>
        <vt:lpstr>Slide Titles</vt:lpstr>
      </vt:variant>
      <vt:variant>
        <vt:i4>38</vt:i4>
      </vt:variant>
    </vt:vector>
  </HeadingPairs>
  <TitlesOfParts>
    <vt:vector size="48" baseType="lpstr">
      <vt:lpstr>Arial</vt:lpstr>
      <vt:lpstr>Avenir Next LT Pro</vt:lpstr>
      <vt:lpstr>Calibri</vt:lpstr>
      <vt:lpstr>Georgia</vt:lpstr>
      <vt:lpstr>Lato Light</vt:lpstr>
      <vt:lpstr>Roboto</vt:lpstr>
      <vt:lpstr>ITU Theme - White bg</vt:lpstr>
      <vt:lpstr>Big text</vt:lpstr>
      <vt:lpstr>Quote Slide</vt:lpstr>
      <vt:lpstr>ITU Theme light blue bg</vt:lpstr>
      <vt:lpstr>PowerPoint Presentation</vt:lpstr>
      <vt:lpstr>PowerPoint Presentation</vt:lpstr>
      <vt:lpstr>Slide title text Arial Bold 28pt</vt:lpstr>
      <vt:lpstr>PowerPoint Presentation</vt:lpstr>
      <vt:lpstr>Long slide title  goes here second line here</vt:lpstr>
      <vt:lpstr>Slide title goes here second line of slide title goes here </vt:lpstr>
      <vt:lpstr>Long slide title goes here second line here</vt:lpstr>
      <vt:lpstr>Long slide title goes here second line of slide title here third line goes here</vt:lpstr>
      <vt:lpstr>Long slide title goes here second line of slide title here third line goes here</vt:lpstr>
      <vt:lpstr>Slide title goes here</vt:lpstr>
      <vt:lpstr>PowerPoint Presentation</vt:lpstr>
      <vt:lpstr>Click to add slide title here  </vt:lpstr>
      <vt:lpstr>Click to add slide title here </vt:lpstr>
      <vt:lpstr>PowerPoint Presentation</vt:lpstr>
      <vt:lpstr>PowerPoint Presentation</vt:lpstr>
      <vt:lpstr>PowerPoint Presentation</vt:lpstr>
      <vt:lpstr>PowerPoint Presentation</vt:lpstr>
      <vt:lpstr>Placeholder text for slide title</vt:lpstr>
      <vt:lpstr>Simple table</vt:lpstr>
      <vt:lpstr>PowerPoint Presentation</vt:lpstr>
      <vt:lpstr>Figure 1: Figure title</vt:lpstr>
      <vt:lpstr>Graphics</vt:lpstr>
      <vt:lpstr>PowerPoint Presentation</vt:lpstr>
      <vt:lpstr>PowerPoint Presentation</vt:lpstr>
      <vt:lpstr>PowerPoint Presentation</vt:lpstr>
      <vt:lpstr>PowerPoint Presentation</vt:lpstr>
      <vt:lpstr>PowerPoint Presentation</vt:lpstr>
      <vt:lpstr>Figure Title</vt:lpstr>
      <vt:lpstr>Figure Title</vt:lpstr>
      <vt:lpstr>Figure Title</vt:lpstr>
      <vt:lpstr>Key figures</vt:lpstr>
      <vt:lpstr>PowerPoint Presentation</vt:lpstr>
      <vt:lpstr>Timeline title</vt:lpstr>
      <vt:lpstr>Timeline title</vt:lpstr>
      <vt:lpstr>Timeline title</vt:lpstr>
      <vt:lpstr>PowerPoint Presentation</vt:lpstr>
      <vt:lpstr>ITU Blue</vt:lpstr>
      <vt:lpstr>PowerPoint Presentation</vt:lpstr>
    </vt:vector>
  </TitlesOfParts>
  <Company>ITU</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CHIMA HERNANDEZ, Maria Fernanda</dc:creator>
  <cp:lastModifiedBy>Anselmino, Carolina</cp:lastModifiedBy>
  <cp:revision>1</cp:revision>
  <dcterms:created xsi:type="dcterms:W3CDTF">2026-05-08T11:19:41Z</dcterms:created>
  <dcterms:modified xsi:type="dcterms:W3CDTF">2026-07-22T19:37:40Z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0x01010053A3A08329EEE04EB33D96A577905A26</vt:lpwstr>
  </property>
  <property fmtid="{D5CDD505-2E9C-101B-9397-08002B2CF9AE}" pid="3" name="MediaServiceImageTags">
    <vt:lpwstr/>
  </property>
</Properties>
</file>