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19" r:id="rId41"/>
    <p:sldId id="2720" r:id="rId42"/>
    <p:sldId id="2721" r:id="rId43"/>
    <p:sldId id="2722" r:id="rId44"/>
    <p:sldId id="2723" r:id="rId45"/>
    <p:sldId id="2724" r:id="rId17"/>
    <p:sldId id="2725" r:id="rId16"/>
    <p:sldId id="272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5" Type="http://schemas.openxmlformats.org/officeDocument/2006/relationships/slide" Target="slides/slide33.xml"/><Relationship Id="rId16" Type="http://schemas.openxmlformats.org/officeDocument/2006/relationships/slide" Target="slides/slide32.xml"/><Relationship Id="rId17" Type="http://schemas.openxmlformats.org/officeDocument/2006/relationships/slide" Target="slides/slide31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hardest step is getting your minister to commit the team, the mandate and the money. Ministers do not commit to architecture; they commit to numbers and to cases they can defend in cabinet. So bring three things: the saving, the proof, the honest cost.</a:t>
            </a:r>
          </a:p>
          <a:p/>
          <a:p>
            <a:r>
              <a:t>Retrieval prompt — ask before playing on: of everything in your case, what does a minister actually act on?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Lead with the saving, because that is what a minister can act on. The strongest number you have is the cost of fragmentation: every programme that builds its own identity, its own registry, its own integration, means the country pays many times for one thing. A whole-of-government business case shows that consuming shared building blocks instead would save a meaningful share of the sectoral digital budget over five years. That number — not the four-layer diagram — is what opens a cabinet conversation. The architecture is how you achieve the saving; the saving is what you sell.</a:t>
            </a:r>
          </a:p>
          <a:p/>
          <a:p>
            <a:r>
              <a:t>Production cue: the pivotal slide of this video, and it answers the retrieval prompt set on the title slide. Hold it a beat longer.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Back the number with the proof, because a minister's first worry is risk. A saving that depends on an untested approach is easy to refuse. A saving backed by four governments that have already built the same pattern is much harder to wave away. So pair the business case with the evidence: this is not an experiment, it is a charted path that countries like yours have walked, with the obstacles documented. You are not asking the minister to bet on a theory. You are asking them to capture a saving that others have already proven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Then be honest about the cost and the time, because overselling loses the case the moment a sharp official tests it. Name the real cost: a small permanent team and governance, typically around two per cent of the digital-government budget, sustained for five years. And name the real horizon: about six months to a roadmap the minister can show, but years to full maturity — which means the minister who launches this will likely not be the one who completes it. Said as a weakness, that sinks the case. Said as the truth about serious institution-building, it is what separates a credible proposal from a salesman's. Ministers fund people who tell them the real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Put it on one page, in that order. The saving — the country-level number over five years. The proof — the governments that have done it. The ask — a small permanent team, a board with real authority, around two per cent of the digital budget, and a promise to protect the team. And the horizon — six months to a roadmap, then a sustained practice. Saving, proof, ask, horizon. That single page turns a technical request the minister would defer into a business case they can defend in cabinet.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Winning the commitment is not an architecture conversation. It is a one-page business case: the saving, the proof, the ask, the honest horizon. Bring that, and your minister can say yes and defend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5 · VIDEO 5.4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Win the commitment — the business case that gets your minister to 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Winning the minister's commitment is not about the architecture — it's about the number. Pair the whole-of-government re-use saving with the proven evidence and an honest time horizon, and you turn a technical case into one a minister can take to cabinet.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Ministers do not commit to architecture. They commit to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The hardest step is getting the team, the mandate and the money.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Bring three things: the saving, the proof, the honest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Win the commitment — the business case that gets your minister to 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Lead with the saving, not 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The strongest number you have is the cost of fragmentation: every programme that builds its own identity, its own registry, its own integration means the country pays many times for one thing.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 whole-of-government business case shows that consuming shared building blocks instead would save a meaningful share of the sectoral digital budget over five years. That number, not the four-layer diagram, opens a cabinet conversation.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977639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169663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The architecture is how you achieve the saving. The saving is what you sell.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Win the commitment — the business case that gets your minister to yes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Back the number with the proof, because a minister's first worry is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 saving that depends on an untested approach is easy to refuse. A saving backed by four governments that have already built the same pattern is much harder to wave away.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This is a charted path that countries like yours have walked, with the obstacles documented.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977639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169663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Not a bet on a theory — a saving others have already proven is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Win the commitment — the business case that gets your minister to yes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Ministers fund people who tell them the real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Name the real cost: a small permanent team and governance, typically around two per cent of the digital-government budget, sustained for five years.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And the real horizon: about six months to a roadmap the minister can show, but years to full maturity — so the minister who launches this will likely not be the one who completes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977639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169663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Said as a weakness, that sinks the case. Said as the truth, it wins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Win the commitment — the business case that gets your minister to yes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one page, in the order a minister reads it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50876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63040"/>
            <a:ext cx="105274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The saving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country-level number over five years.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49631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2583179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537460"/>
            <a:ext cx="105274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The proof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governments that have already done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57073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3657599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11879"/>
            <a:ext cx="105274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The ask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A small permanent team, a board with real authority, ~2% sustained, protect the team.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464515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" y="473202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686300"/>
            <a:ext cx="10527487" cy="1028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The horizon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Six months to a roadmap, then a sustained practice.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870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Saving, proof, ask, horizon — a request the minister can defend in cabinet.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Win the commitment — the business case that gets your minister to yes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Ministers commit to numbers and proof, not architecture — pair the whole-of-government saving with the evidence and an honest cost, and you turn a technical request into a cabinet-ready case.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Draft the one-page ministerial business case.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 one-page ministerial business case.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Win the commitment — the business case that gets your minister to 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§5.6 (Sourcing Strategy)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§5.4 (Organisational Assessment &amp; Roadmap)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5.4 · Win the commitment — the business case that gets your minister to yes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