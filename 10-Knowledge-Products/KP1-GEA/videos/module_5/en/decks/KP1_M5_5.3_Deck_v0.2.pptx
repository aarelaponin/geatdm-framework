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9" r:id="rId31"/>
    <p:sldId id="2710" r:id="rId32"/>
    <p:sldId id="2711" r:id="rId33"/>
    <p:sldId id="2712" r:id="rId34"/>
    <p:sldId id="2713" r:id="rId35"/>
    <p:sldId id="2714" r:id="rId36"/>
    <p:sldId id="271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5.3. Content slides are identical to the corresponding section of the combined deck KP1_M5_Deck_v0.2.pptx;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5.3 — Roll it out across sectors — and why the second is cheaper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5.3</a:t>
            </a:r>
          </a:p>
          <a:p>
            <a:r>
              <a:rPr sz="12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