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1" r:id="rId33"/>
    <p:sldId id="2712" r:id="rId34"/>
    <p:sldId id="2713" r:id="rId35"/>
    <p:sldId id="2714" r:id="rId36"/>
    <p:sldId id="2715" r:id="rId37"/>
    <p:sldId id="2716" r:id="rId38"/>
    <p:sldId id="2717" r:id="rId39"/>
    <p:sldId id="271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Beyond one sector: does the method travel, and how do you roll it out?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questions, and the answers are linked.</a:t>
            </a:r>
          </a:p>
          <a:p>
            <a:pPr>
              <a:spcAft>
                <a:spcPts val="800"/>
              </a:spcAft>
            </a:pPr>
            <a:r>
              <a:rPr sz="1700" b="0" i="0">
                <a:solidFill>
                  <a:srgbClr val="595959"/>
                </a:solidFill>
                <a:latin typeface="Arial"/>
              </a:rPr>
              <a:t>The second sector is cheaper than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