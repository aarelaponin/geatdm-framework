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24" r:id="rId17"/>
    <p:sldId id="2725" r:id="rId16"/>
    <p:sldId id="2726" r:id="rId15"/>
    <p:sldId id="2727" r:id="rId14"/>
    <p:sldId id="2728" r:id="rId13"/>
    <p:sldId id="2729" r:id="rId12"/>
    <p:sldId id="273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11" Type="http://schemas.openxmlformats.org/officeDocument/2006/relationships/slide" Target="slides/slide37.xml"/><Relationship Id="rId12" Type="http://schemas.openxmlformats.org/officeDocument/2006/relationships/slide" Target="slides/slide36.xml"/><Relationship Id="rId13" Type="http://schemas.openxmlformats.org/officeDocument/2006/relationships/slide" Target="slides/slide35.xml"/><Relationship Id="rId14" Type="http://schemas.openxmlformats.org/officeDocument/2006/relationships/slide" Target="slides/slide3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17" Type="http://schemas.openxmlformats.org/officeDocument/2006/relationships/slide" Target="slides/slide31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5.5. Content slides are identical to the corresponding section of the combined deck KP1_M5_Deck_v0.1.pptx;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The fourth play drafts the documents that make governance real — and that architects most dread starting. A Board terms of reference. A review-gate checklist. A gate-decision paper for a specific project. These are formal, structured, and slow to write from scratch. The play gets you a strong draft to edit.</a:t>
            </a:r>
          </a:p>
          <a:p/>
          <a:p>
            <a:r>
              <a:t>On screen: the play's copy-paste prompt is not shown on a slide — it ships in the video description so the viewer can run it on the other half of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the Board terms of reference. You give the AI your country's relevant roles — the digitalisation officer, the sector CIOs, the registry owners, the data-protection regulator. It drafts a terms of reference with the parts that matter: the purpose, the binding decision scope spelled out as specific decision types, the membership, the cadence, the reporting line, the escalation path. You get a one-to-two-page institutional document to take to the chair, instead of a blank page and a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Second, the review-gate checklist — the questions every project answers before funding. You give it your adopted principles and the shared building blocks you have. It drafts the intake questions, what a pass looks like for each, an exception form with a sunset date, and the fields for the decision log. This is the operational heart of governance, and the play gives you a working draft of it in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Third, the gate-decision paper for a real project. You paste a project proposal — the scholarship programme that wants its own learner list — and the AI drafts the gate questions answered, a recommended ruling, consume the registry or a time-boxed exception, and the decision-log entry. You arrive at the Board with a prepared paper. The Board still rules — but it rules on a clear, structured recommendation instead of an argument made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firm caution with this play. The documents it drafts are institutional, and some of them — especially the Board's binding decision scope — interact with your country's laws. The AI draft is a starting point for your legal counsel, never the final text. A Board that claims authority it does not legally hold will be overruled the first time a powerful ministry tests it, and that overrule sets a precedent that is hard to undo. Draft fast with the play; ratify slowly, with counsel.</a:t>
            </a:r>
          </a:p>
          <a:p/>
          <a:p>
            <a:r>
              <a:t>Production cue: the operative beat of this video.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So the fourth play drafts the institutional documents governance needs. The terms of reference, the review-gate checklist, the gate-decision paper. Use it to skip the dread of the blank page — and route every document that touches authority through your legal counsel before it is adopted.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5.5 — Play 4 — Draft your governance artefacts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5 · Video 5.5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The fourth play drafts the institutional documents governance needs — the Board terms of reference, the review-gate checklist, the gate-decision paper — so you arrive at the meeting with a strong draft to edit, not a blank page to dread.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Length: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~4 mins</a:t>
            </a:r>
          </a:p>
          <a:p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FIVE PLAYS THIS MODULE TEACHES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Play 1 — Discovery and Assess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Play 2 — the re-use business case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Play 3 — minister and architects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Play 4 — the governance artefacts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4690872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Play 5 — comparators and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4-part prompt · 5 plays · 4 safeguards · you decide, the AI drafts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5 · VIDEO 5.5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Play 4 — Draft your governance artefacts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The fourth play drafts the institutional documents governance needs — the Board terms of reference, the review-gate checklist, the gate-decision paper — so you arrive at the meeting with a strong draft to edit, not a blank page to dread.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Board terms of reference — the one-to-two pages you take to the chair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Purpose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What the Board is for, in one paragraph.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25399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95144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Binding decision scope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Spelled out as specific decision types — not "provides guidance".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13182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72968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Membership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digitalisation officer, the sector CIOs, the registry owners, the data-protection regulator.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00964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050791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Cadence and reporting line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often it meets, and who it reports 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488746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928616"/>
            <a:ext cx="10984687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Escalation path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What happens when a body refuses a ruling.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161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Give it your country's roles; get a draft instead of a blank page and a deadline.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review-gate checklist — the operational heart of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intake questions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What every project answers before funding.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3746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What a pass looks like for each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So the gate is a test, not an opinion.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611879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 exception form with a sunset date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Exceptions are granted in writing, and they expire.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68630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decision-log fields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What was decided, and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Give it your adopted principles and your shared blocks; get a working draft in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gate-decision paper — arrive prepared, and let the Board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You paste a real project proposal — the scholarship programme that wants its own learner list — and the AI drafts the gate questions answered, a recommended ruling and the decision-log entry.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ruling it recommends is either consume the registry, or a written exception with a sunset date and a reason.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The Board still rules — on a structured paper, not an argument made on the spot.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Board claiming authority it does not legally hold is overruled on first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documents this play drafts are institutional, and some of them — especially the Board's binding decision scope — interact with your country's laws. The AI draft is a starting point for your legal counsel, never the final text.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first time a powerful ministry tests an authority the Board does not have, the overrule sets a precedent that is hard to undo.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Draft fast with the play. Ratify slowly, with counsel.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This play drafts the Board terms of reference, the review-gate checklist and the gate-decision paper — so governance arrives as a strong draft to edit, with legal review before anything is adopted.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§4.2.1 (Management)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5.5 · Play 4 — Draft your governance artefacts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