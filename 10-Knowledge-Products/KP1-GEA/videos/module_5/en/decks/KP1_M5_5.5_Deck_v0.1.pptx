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24" r:id="rId17"/>
    <p:sldId id="2725" r:id="rId16"/>
    <p:sldId id="2726" r:id="rId15"/>
    <p:sldId id="2727" r:id="rId14"/>
    <p:sldId id="2728" r:id="rId13"/>
    <p:sldId id="2729" r:id="rId12"/>
    <p:sldId id="273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5.5. Content slides are identical to the corresponding section of the combined deck KP1_M5_Deck_v0.1.pptx;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One worry that stops strategists committing is capability: do we have the people who can do this, and can we afford to train them? The reassuring answer is that you do not have to build the knowledge from scratch. The method, the framework and the training materials already exist as open knowledge products — which changes what you actually need to fund.</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is not locked in a consultant's head. The reference architecture is published. The building-block specifications are open. And the knowledge products — videos, written guides, worked examples, the very materials this is part of — are made to teach a practising architect the method step by step. Your team does not start from a blank page. They start from a documented method that other countries are already using, which means your training cost is a fraction of what building the knowledge yourself would be.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Think of the capability as three layers you can draw on rather than build. The published framework tells your team what to do — the phases, the principles, the deliverables. The worked examples and the AI plays show them how to do it faster — turning a method into a draft in minutes. And the community — the countries, the partners, the certification and the shared knowledge base around the framework — tells them who to ask when they are stuck. You are not equipping your team alone. You are connecting them to a network that is already solving these problems.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what do you actually need to fund? Not the invention of a method — that exists. You need a small team given the time to learn it and apply it to your country, and access to the materials and the community. The expensive thing — the decades of accumulated knowledge about what works in public-sector architecture — you get for the cost of learning it, not the cost of discovering it. That is the difference between funding a team to apply a proven method and funding consultants to invent one. The first is affordable and builds lasting capability in your own people; the second is neither.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aim the capability at your own people, not at a consultancy you will depend on forever. The reason to use open knowledge products is not only that they are cheaper. It is that they let you build the capability inside your own institutions — architects who learn the method, apply it, and stay, instead of expertise that walks out the door when a contract ends. A strategist's quiet goal in all of this is a national capability that outlasts any single contract or consultant. Open knowledge products are how you build it in your own people.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capability is not the barrier it appears to be. The knowledge is documented, open and taught; a community is already using it; and your budget goes to a team that applies it, not to reinventing it. Use the open knowledge products to grow your own architects — and you build something that lasts longer than any contract.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5.5 — Build your team's capability with open knowledge products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5 · Video 5.5</a:t>
            </a:r>
          </a:p>
          <a:p>
            <a:r>
              <a:rPr sz="1200" b="0" i="1">
                <a:solidFill>
                  <a:srgbClr val="595959"/>
                </a:solidFill>
                <a:latin typeface="Arial"/>
              </a:rPr>
              <a:t>You do not have to train your team from scratch — open knowledge products, a shared framework, and a community of practising countries mean your people can learn the method from materials that already exist, freeing your budget for the work itself.</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Build your team's capability with open knowledge products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You do not have to train your team from scratch — open knowledge products, a shared framework, and a community of practising countries mean your people can learn the method from materials that already exist, freeing your budget for the work itself.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method is not locked in a consultant's head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reference architecture is published. The building-block specifications are open. The knowledge products — videos, written guides, worked examples — are made to teach a practising architect the method step by step.</a:t>
            </a:r>
          </a:p>
          <a:p>
            <a:pPr>
              <a:spcAft>
                <a:spcPts val="1200"/>
              </a:spcAft>
            </a:pPr>
            <a:r>
              <a:rPr sz="2000" b="0" i="0">
                <a:solidFill>
                  <a:srgbClr val="1A1A1A"/>
                </a:solidFill>
                <a:latin typeface="Arial"/>
              </a:rPr>
              <a:t>Your team does not start from a blank page. They start from a documented method that other countries are already using.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Your training cost is a fraction of building the knowledge yourself.</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 you draw on rather than build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published framework</a:t>
            </a:r>
          </a:p>
          <a:p>
            <a:pPr>
              <a:spcAft>
                <a:spcPts val="300"/>
              </a:spcAft>
            </a:pPr>
            <a:r>
              <a:rPr sz="1550" b="0" i="0">
                <a:solidFill>
                  <a:srgbClr val="595959"/>
                </a:solidFill>
                <a:latin typeface="Arial"/>
              </a:rPr>
              <a:t>What to do — the phases, the principles, the deliverables.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worked examples and the AI plays</a:t>
            </a:r>
          </a:p>
          <a:p>
            <a:pPr>
              <a:spcAft>
                <a:spcPts val="300"/>
              </a:spcAft>
            </a:pPr>
            <a:r>
              <a:rPr sz="1550" b="0" i="0">
                <a:solidFill>
                  <a:srgbClr val="595959"/>
                </a:solidFill>
                <a:latin typeface="Arial"/>
              </a:rPr>
              <a:t>How to do it faster — a method turned into a draft in minutes.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community of countries and partners</a:t>
            </a:r>
          </a:p>
          <a:p>
            <a:pPr>
              <a:spcAft>
                <a:spcPts val="300"/>
              </a:spcAft>
            </a:pPr>
            <a:r>
              <a:rPr sz="1550" b="0" i="0">
                <a:solidFill>
                  <a:srgbClr val="595959"/>
                </a:solidFill>
                <a:latin typeface="Arial"/>
              </a:rPr>
              <a:t>Who to ask when your team is stuck.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are not equipping your team alone. You are connecting them to a network.</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actually need to fund is time, not invention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Not the invention of a method — that exists. You fund a small team given the time to learn it and apply it to your country, and access to the materials and the community.</a:t>
            </a:r>
          </a:p>
          <a:p>
            <a:pPr>
              <a:spcAft>
                <a:spcPts val="1200"/>
              </a:spcAft>
            </a:pPr>
            <a:r>
              <a:rPr sz="2000" b="0" i="0">
                <a:solidFill>
                  <a:srgbClr val="1A1A1A"/>
                </a:solidFill>
                <a:latin typeface="Arial"/>
              </a:rPr>
              <a:t>The expensive thing — decades of accumulated knowledge about what works in public-sector architecture — you get for the cost of learning it, not the cost of discovering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Fund a team to apply a proven method, not consultants to invent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Build the capability in your own people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Open knowledge products let you build the capability inside your own institutions — architects who learn the method, apply it, and stay — instead of expertise that walks out of the door when a contract ends.</a:t>
            </a:r>
          </a:p>
          <a:p>
            <a:pPr>
              <a:spcAft>
                <a:spcPts val="1200"/>
              </a:spcAft>
            </a:pPr>
            <a:r>
              <a:rPr sz="2000" b="0" i="0">
                <a:solidFill>
                  <a:srgbClr val="1A1A1A"/>
                </a:solidFill>
                <a:latin typeface="Arial"/>
              </a:rPr>
              <a:t>A strategist's quiet goal in all of this is a national capability that outlasts any single contract or consultant.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Open knowledge products are how you build it in your own people.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the framework and the training already exist as open knowledge products — so fund a small team to learn and apply them, not consultants to reinvent them, and build the capability in your own people.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§4.5 (Digital Co-creation)</a:t>
            </a:r>
          </a:p>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GovStack knowledge base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