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10" r:id="rId32"/>
    <p:sldId id="2711" r:id="rId33"/>
    <p:sldId id="2712" r:id="rId34"/>
    <p:sldId id="2713" r:id="rId35"/>
    <p:sldId id="2714" r:id="rId36"/>
    <p:sldId id="2715" r:id="rId37"/>
    <p:sldId id="2716"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the second play is your re-use argument, made concrete. It shows, programme by programme, that building your own is locally cheaper and nationally ruinous, and it totals the saving the country gets from re-use. Use it to win the funding argument that an architect, armed only with a principle, usually loses.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discipline with this play. The numbers it produces are directional, not quotations. Their job is to make the shape of the saving visible — to win the argument that re-use is worth a proper costing — not to be the costing themselves. Present the country-level total as a reason to commission a detailed business case, and name the conditions that make the saving real: the shared blocks must exist, the Board must have authority, the funding must be sustained. Oversell the numbers and a sharp finance officer will dismiss the whole case.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The second play helps you win the hardest argument in EA: that re-use saves money, even though no single project will choose it. The trouble is that the saving is invisible at the project level and only appears across the whole government. This play makes it visible — a business case with a number the budget authority can act on.</a:t>
            </a:r>
          </a:p>
          <a:p/>
          <a:p>
            <a:r>
              <a:t>On screen: the play's copy-paste prompt is not shown on a slide — it ships in the video description so the viewer can run it on the other half of the screen.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argument the play helps you make. Inside any one project, building its own small identity function is cheaper and faster than reusing the national one. So every project builds its own. Across ten projects, the country has paid ten times for identity, and the citizen proves who they are on paper at every counter. The saving from re-use is real, but it only exists when you add up the whole government — which is exactly the view no project has, and the budget authority rarely sees.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play makes that addition for you. You paste in three to five of your country's programmes, with rough budgets, and the shared building blocks that exist. The AI produces a per-programme table: for each, the local cost of building its own versus consuming the shared block — and it honestly shows that consuming is often more expensive for the individual project. Then it totals across all programmes over five years, where the country-level saving finally appears as a single number.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central case for an EA, turned into a number. A procurement rule can require open standards, but it cannot make re-use the cheapest choice for the project doing the work. Only planning at the level of the whole government can show why re-use is worth it — and that is the view an Enterprise Architecture exists to give. This play takes that view, which usually lives in an architect's head, and puts it on one page the budget authority can read. The whole-of-government saving stops being a claim and becomes a calculation.</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5.3. Content slides are identical to the corresponding section of the combined deck KP1_M5_Deck_v0.1.pptx;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5.3 — Play 2 — Build the whole-of-government re-use business case</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5 · Video 5.3</a:t>
            </a:r>
          </a:p>
          <a:p>
            <a:r>
              <a:rPr sz="1200" b="0" i="1">
                <a:solidFill>
                  <a:srgbClr val="595959"/>
                </a:solidFill>
                <a:latin typeface="Arial"/>
              </a:rPr>
              <a:t>The second play builds the business case that makes re-use visible — a cost comparison showing that each project building its own is cheaper for the project but ruinous for the country — the number that wins the budget argument.</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FIVE PLAYS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1 — Discovery and Assess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2 — the re-use business case</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3 — minister and architects</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4 — the governance artefacts</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Play 5 — comparators and transfer</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4-part prompt · 5 plays · 4 safeguards · you decide, the AI drafts</a:t>
            </a:r>
          </a:p>
        </p:txBody>
      </p:sp>
    </p:spTree>
    <p:extLst>
      <p:ext uri="{BB962C8B-B14F-4D97-AF65-F5344CB8AC3E}">
        <p14:creationId xmlns:p14="http://schemas.microsoft.com/office/powerpoint/2010/main" val="1196800265"/>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5 · VIDEO 5.3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Play 2 — Build the whole-of-government re-use business case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second play builds the business case that makes re-use visible — a cost comparison showing that each project building its own is cheaper for the project but ruinous for the country — the number that wins the budget argument.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Cheaper for the project. Ruinous for the country</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INSIDE ONE PROJECT</a:t>
            </a:r>
          </a:p>
          <a:p>
            <a:pPr>
              <a:spcAft>
                <a:spcPts val="700"/>
              </a:spcAft>
            </a:pPr>
            <a:r>
              <a:rPr sz="1600" b="0" i="0">
                <a:solidFill>
                  <a:srgbClr val="1A1A1A"/>
                </a:solidFill>
                <a:latin typeface="Arial"/>
              </a:rPr>
              <a:t>Building its own small identity function is cheaper and faster than reusing the national one.</a:t>
            </a:r>
          </a:p>
          <a:p>
            <a:pPr>
              <a:spcAft>
                <a:spcPts val="700"/>
              </a:spcAft>
            </a:pPr>
            <a:r>
              <a:rPr sz="1600" b="0" i="0">
                <a:solidFill>
                  <a:srgbClr val="1A1A1A"/>
                </a:solidFill>
                <a:latin typeface="Arial"/>
              </a:rPr>
              <a:t>So every project builds its own.</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ACROSS TEN PROJECTS</a:t>
            </a:r>
          </a:p>
          <a:p>
            <a:pPr>
              <a:spcAft>
                <a:spcPts val="700"/>
              </a:spcAft>
            </a:pPr>
            <a:r>
              <a:rPr sz="1600" b="0" i="0">
                <a:solidFill>
                  <a:srgbClr val="1A1A1A"/>
                </a:solidFill>
                <a:latin typeface="Arial"/>
              </a:rPr>
              <a:t>The country has paid ten times for identity.</a:t>
            </a:r>
          </a:p>
          <a:p>
            <a:pPr>
              <a:spcAft>
                <a:spcPts val="700"/>
              </a:spcAft>
            </a:pPr>
            <a:r>
              <a:rPr sz="1600" b="0" i="0">
                <a:solidFill>
                  <a:srgbClr val="1A1A1A"/>
                </a:solidFill>
                <a:latin typeface="Arial"/>
              </a:rPr>
              <a:t>The citizen proves who they are on paper at every counter.</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The re-use saving only exists when you add up the whole government — the view no project has.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Play 2 — Build the whole-of-government re-use business case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play produces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You paste in three to five programmes</a:t>
            </a:r>
          </a:p>
          <a:p>
            <a:pPr>
              <a:spcAft>
                <a:spcPts val="300"/>
              </a:spcAft>
            </a:pPr>
            <a:r>
              <a:rPr sz="1550" b="0" i="0">
                <a:solidFill>
                  <a:srgbClr val="595959"/>
                </a:solidFill>
                <a:latin typeface="Arial"/>
              </a:rPr>
              <a:t>Rough budget envelopes, plus the shared building blocks that already exist.</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It returns a per-programme cost table</a:t>
            </a:r>
          </a:p>
          <a:p>
            <a:pPr>
              <a:spcAft>
                <a:spcPts val="300"/>
              </a:spcAft>
            </a:pPr>
            <a:r>
              <a:rPr sz="1550" b="0" i="0">
                <a:solidFill>
                  <a:srgbClr val="595959"/>
                </a:solidFill>
                <a:latin typeface="Arial"/>
              </a:rPr>
              <a:t>Build your own versus consume the shared block — honestly showing that consuming is often dearer for the single project.</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It totals across all programmes over five years</a:t>
            </a:r>
          </a:p>
          <a:p>
            <a:pPr>
              <a:spcAft>
                <a:spcPts val="300"/>
              </a:spcAft>
            </a:pPr>
            <a:r>
              <a:rPr sz="1550" b="0" i="0">
                <a:solidFill>
                  <a:srgbClr val="595959"/>
                </a:solidFill>
                <a:latin typeface="Arial"/>
              </a:rPr>
              <a:t>Where the country-level saving finally appears as a single number.</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whole-of-government saving stops being a claim and becomes a calculation.</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Play 2 — Build the whole-of-government re-use business case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procurement rule cannot make re-use the cheapest choice for the project doing the work</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 procurement rule can require open standards, but it cannot change the arithmetic inside a single project. Only planning at the level of the whole government can show why re-use is worth it — and that is the view an Enterprise Architecture exists to give.</a:t>
            </a:r>
          </a:p>
          <a:p>
            <a:pPr>
              <a:spcAft>
                <a:spcPts val="1200"/>
              </a:spcAft>
            </a:pPr>
            <a:r>
              <a:rPr sz="2000" b="0" i="0">
                <a:solidFill>
                  <a:srgbClr val="1A1A1A"/>
                </a:solidFill>
                <a:latin typeface="Arial"/>
              </a:rPr>
              <a:t>This play takes that view, which usually lives in an architect's head, and puts it on one page the budget authority can read.</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central case for an EA, turned into a number.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Play 2 — Build the whole-of-government re-use business case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Use the total to motivate a costing, not to quote it</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numbers are directional. Their job is to win the argument that re-use deserves a proper costing — not to be the costing.</a:t>
            </a:r>
          </a:p>
          <a:p>
            <a:pPr>
              <a:spcAft>
                <a:spcPts val="1200"/>
              </a:spcAft>
            </a:pPr>
            <a:r>
              <a:rPr sz="2000" b="0" i="0">
                <a:solidFill>
                  <a:srgbClr val="1A1A1A"/>
                </a:solidFill>
                <a:latin typeface="Arial"/>
              </a:rPr>
              <a:t>Present the country-level total as a reason to commission a detailed business case, and name the conditions that make the saving real: the shared blocks exist, the Board has authority, the funding is sustained.</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Oversell the numbers and a sharp finance officer dismisses the whole case.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Play 2 — Build the whole-of-government re-use business case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This play makes the re-use saving visible — a per-programme cost table totalled to a country-level number — turning the whole-of-government argument into a figure the budget authority can act on.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Play 2 — Build the whole-of-government re-use business case</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§5.6 (Sourcing Strategy)</a:t>
            </a:r>
          </a:p>
          <a:p>
            <a:pPr>
              <a:spcAft>
                <a:spcPts val="1200"/>
              </a:spcAft>
            </a:pPr>
            <a:r>
              <a:rPr sz="1700" b="0" i="0">
                <a:solidFill>
                  <a:srgbClr val="1A1A1A"/>
                </a:solidFill>
                <a:latin typeface="Arial"/>
              </a:rPr>
              <a:t>•  PAERA v1.0 — §1.3 (GovStack Vision)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Play 2 — Build the whole-of-government re-use business case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