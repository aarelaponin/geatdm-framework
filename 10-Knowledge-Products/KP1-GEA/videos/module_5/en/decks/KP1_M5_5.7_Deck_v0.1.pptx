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8" r:id="rId60"/>
    <p:sldId id="2739" r:id="rId61"/>
    <p:sldId id="2740" r:id="rId62"/>
    <p:sldId id="2741" r:id="rId63"/>
    <p:sldId id="2742" r:id="rId64"/>
    <p:sldId id="2743" r:id="rId65"/>
    <p:sldId id="274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5.7.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Bring it all together into the case you carry into the room. After everything, it reduces to three sentences a minister can hold: this is proven, it is portable, and it is necessary now. And underneath those three sit the two reasons an Enterprise Architecture exists at all — the two ideas to leave with.</a:t>
            </a:r>
          </a:p>
          <a:p/>
          <a:p>
            <a:r>
              <a:t>Production cue: the closing video of the module and of KP1. Its AI usage tip drafts the closing one-page case for the minister, and ships in the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now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Proven and portable. Those alone make a strong case. But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real results today is different: redesigning how government serves citizens — once-only data sharing, a shared identity, a single record that follows a person across services. That work is not putting paper online. It is changing how the government operates. And it cannot be done by the IT department alone, or by the policy side alone.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which are the two ideas to carry out of this whole knowledge product. First: re-use. Inside any project, building your own is cheaper than reusing —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 Re-use and shared language. Everything else in this knowledge product serves those two.</a:t>
            </a:r>
          </a:p>
          <a:p/>
          <a:p>
            <a:r>
              <a:t>Production cue: the two ideas the whole knowledge product reduces to.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Which is why the third sentence is the urgent one. In the era of digitising paper, an Enterprise Architecture was useful — a nice-to-have that made things tidier. In the era of redesigning how government works, it is necessary — because without it, re-use does not happen and the business and IT sides cannot have the conversation the redesign requires. The countries delivering real results have understood this. The case you make is not that an EA would be a good idea. It is that the work your government is now being asked to do cannot be done well without one.</a:t>
            </a:r>
          </a:p>
          <a:p/>
          <a:p>
            <a:r>
              <a:t>Production cue: this is the pivotal slide of the whole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that is the case, whole. Proven — four governments have done it. Portable — it works across your sectors and compounds. Necessary now — because the new work of government cannot be done without it. And underneath, the two reasons it exists: re-use, and a shared language between business and IT. Carry those into the room. That is the case for a national Enterprise Architecture — and the case for starting it where you are, now.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5.7 — The closing case — proven, portable, and necessary now</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5.7</a:t>
            </a:r>
          </a:p>
          <a:p>
            <a:r>
              <a:rPr sz="12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now say plainly</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Those two alone make a strong case. The third is what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real results today is different: once-only data sharing, a shared identity, a single record that follows a person across services.</a:t>
            </a:r>
          </a:p>
          <a:p>
            <a:pPr>
              <a:spcAft>
                <a:spcPts val="1200"/>
              </a:spcAft>
            </a:pPr>
            <a:r>
              <a:rPr sz="2000" b="0" i="0">
                <a:solidFill>
                  <a:srgbClr val="1A1A1A"/>
                </a:solidFill>
                <a:latin typeface="Arial"/>
              </a:rPr>
              <a:t>That work is not putting paper online. It is changing how the government operates.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And it cannot be done by the IT department alone, or the policy side alone.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Everything else in this knowledge product serves those two.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Useful then. Necessary now</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In the era of digitising paper, an Enterprise Architecture was useful — a nice-to-have that made things tidier.</a:t>
            </a:r>
          </a:p>
          <a:p>
            <a:pPr>
              <a:spcAft>
                <a:spcPts val="1200"/>
              </a:spcAft>
            </a:pPr>
            <a:r>
              <a:rPr sz="2000" b="0" i="0">
                <a:solidFill>
                  <a:srgbClr val="1A1A1A"/>
                </a:solidFill>
                <a:latin typeface="Arial"/>
              </a:rPr>
              <a:t>In the era of redesigning how government works, it is necessary: without it, re-use does not happen, and the business and IT sides cannot have the conversation the redesign requires.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case is not that an EA would be a good idea. It is that the new work cannot be done well without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