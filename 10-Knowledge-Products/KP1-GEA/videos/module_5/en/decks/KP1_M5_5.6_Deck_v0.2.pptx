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0" r:id="rId11"/>
    <p:sldId id="2731" r:id="rId10"/>
    <p:sldId id="2732" r:id="rId54"/>
    <p:sldId id="2733" r:id="rId55"/>
    <p:sldId id="2734" r:id="rId56"/>
    <p:sldId id="2735"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0" Type="http://schemas.openxmlformats.org/officeDocument/2006/relationships/slide" Target="slides/slide38.xml"/><Relationship Id="rId11" Type="http://schemas.openxmlformats.org/officeDocument/2006/relationships/slide" Target="slides/slide3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5.6. Content slides are identical to the corresponding section of the combined deck KP1_M5_Deck_v0.2.pptx;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Bring it all together into the case you carry into the room. It reduces to three sentences a minister can hold: this is proven, it is portable, and it is necessary now. Underneath those sit the two reasons an Enterprise Architecture exists at all.</a:t>
            </a:r>
          </a:p>
          <a:p/>
          <a:p>
            <a:r>
              <a:t>Production cue: the closing video of the module and of KP1.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results today is different: once-only data sharing, a shared identity, a single record that follows a person across services. That is not putting paper online. It is changing how the government operates, and it cannot be done by the IT department alone, or by the policy side alone. Useful then; necessary now.</a:t>
            </a:r>
          </a:p>
          <a:p/>
          <a:p>
            <a:r>
              <a:t>Production cue: the era-shift argument, told once and in about eighty words; the punch line is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 the two ideas to carry out of this whole knowledge product. First: re-use. Inside any project, building your own is cheaper than reusing,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a:t>
            </a:r>
          </a:p>
          <a:p/>
          <a:p>
            <a:r>
              <a:t>Production cue: the pivotal slide of this video — both structural arguments as the closing synthesis.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that is the case, whole. Proven, portable, and necessary now — held together by the two reasons an EA exists: it makes re-use possible, and it gives business and IT a shared language.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5.6 — The closing case — proven, portable, and necessary now</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5.6</a:t>
            </a:r>
          </a:p>
          <a:p>
            <a:r>
              <a:rPr sz="12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say plainly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 — the muscle is built once.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third is the one that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today is different: once-only data sharing, a shared identity, a single record that follows a person across services.</a:t>
            </a:r>
          </a:p>
          <a:p>
            <a:pPr>
              <a:spcAft>
                <a:spcPts val="1200"/>
              </a:spcAft>
            </a:pPr>
            <a:r>
              <a:rPr sz="2000" b="0" i="0">
                <a:solidFill>
                  <a:srgbClr val="1A1A1A"/>
                </a:solidFill>
                <a:latin typeface="Arial"/>
              </a:rPr>
              <a:t>That is not putting paper online. It is changing how the government operates — and it cannot be done by the IT department alone, or the policy side alone.</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Useful then. Necessary now.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two ideas to carry out of this whole knowledge product.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closing one-page case for the minister.</a:t>
            </a:r>
          </a:p>
          <a:p>
            <a:pPr algn="l">
              <a:spcAft>
                <a:spcPts val="400"/>
              </a:spcAft>
            </a:pPr>
            <a:r>
              <a:rPr sz="1800" b="0" i="0">
                <a:solidFill>
                  <a:srgbClr val="595959"/>
                </a:solidFill>
                <a:latin typeface="Arial"/>
              </a:rPr>
              <a:t>The prompt in the companion material gives you a one-page closing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