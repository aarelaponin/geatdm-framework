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3" r:id="rId25"/>
    <p:sldId id="2704" r:id="rId26"/>
    <p:sldId id="2705" r:id="rId27"/>
    <p:sldId id="2706" r:id="rId28"/>
    <p:sldId id="2707" r:id="rId29"/>
    <p:sldId id="2708" r:id="rId30"/>
    <p:sldId id="270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the evidence shows the pattern works, it also shows, just as clearly, why programmes fail. And the striking thing is that the failures are almost never technical. The technology works. What kills these programmes is organisational — and because it is organisational, you can design around it from the start. Here is what the record says, on both sides.</a:t>
            </a:r>
          </a:p>
          <a:p/>
          <a:p>
            <a:r>
              <a:t>Retrieval prompt — ask before playing on: name the ways a programme like this dies. Are any of them technical? Answer on the next two slides.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works, because you will build these in deliberately. A small permanent team, protected from being pulled onto other work. A published framework that agencies adopt because it helps them, not because it is forced. Governance that can actually say no to a project that would fragment the architecture. And funding sustained across years, not granted annually and withdrawn when priorities shift. Where these four hold, the programmes deliver. Where any one is missing, they wobble.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evidence gives you two lists. What to build in — a protected team, an adopted framework, binding governance, sustained funding. And what to design out — the four organisational failures that quietly kill these programmes in their second year. Brief your minister on both.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6.2. Content slides are identical to the corresponding section of the combined deck KP1_M6_Deck_v0.1.pptx;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6.2 — What the evidence says works — and what quietly kills these programmes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6 · Video 6.2</a:t>
            </a:r>
          </a:p>
          <a:p>
            <a:r>
              <a:rPr sz="12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make them work — build all four in deliberately</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 small permanent team, protected</a:t>
            </a:r>
          </a:p>
          <a:p>
            <a:pPr>
              <a:spcAft>
                <a:spcPts val="300"/>
              </a:spcAft>
            </a:pPr>
            <a:r>
              <a:rPr sz="1550" b="0" i="0">
                <a:solidFill>
                  <a:srgbClr val="595959"/>
                </a:solidFill>
                <a:latin typeface="Arial"/>
              </a:rPr>
              <a:t>Not pulled onto other work when something urgent appears.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 framework agencies adopt, rather than are forced into</a:t>
            </a:r>
          </a:p>
          <a:p>
            <a:pPr>
              <a:spcAft>
                <a:spcPts val="300"/>
              </a:spcAft>
            </a:pPr>
            <a:r>
              <a:rPr sz="1550" b="0" i="0">
                <a:solidFill>
                  <a:srgbClr val="595959"/>
                </a:solidFill>
                <a:latin typeface="Arial"/>
              </a:rPr>
              <a:t>They use it because it helps them.</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Governance that can actually say no</a:t>
            </a:r>
          </a:p>
          <a:p>
            <a:pPr>
              <a:spcAft>
                <a:spcPts val="300"/>
              </a:spcAft>
            </a:pPr>
            <a:r>
              <a:rPr sz="1550" b="0" i="0">
                <a:solidFill>
                  <a:srgbClr val="595959"/>
                </a:solidFill>
                <a:latin typeface="Arial"/>
              </a:rPr>
              <a:t>To a project that would fragment the architecture.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Funding sustained across years</a:t>
            </a:r>
          </a:p>
          <a:p>
            <a:pPr>
              <a:spcAft>
                <a:spcPts val="300"/>
              </a:spcAft>
            </a:pPr>
            <a:r>
              <a:rPr sz="1550" b="0" i="0">
                <a:solidFill>
                  <a:srgbClr val="595959"/>
                </a:solidFill>
                <a:latin typeface="Arial"/>
              </a:rPr>
              <a:t>Not granted annually and withdrawn when priorities shift.</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Where all four hold, the programmes deliver. Where any one is missing, they wobble.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