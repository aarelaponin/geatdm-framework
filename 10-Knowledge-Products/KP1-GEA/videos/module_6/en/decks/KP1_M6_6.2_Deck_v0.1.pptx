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3" r:id="rId25"/>
    <p:sldId id="2704" r:id="rId26"/>
    <p:sldId id="2705" r:id="rId27"/>
    <p:sldId id="2706" r:id="rId28"/>
    <p:sldId id="2707" r:id="rId29"/>
    <p:sldId id="2708" r:id="rId30"/>
    <p:sldId id="27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the evidence shows the pattern works, it also shows, just as clearly, why programmes fail. And the striking thing is that the failures are almost never technical. The technology works. What kills these programmes is organisational — and because it is organisational, you can design around it from the start. Here is what the record says, on both sides.</a:t>
            </a:r>
          </a:p>
          <a:p/>
          <a:p>
            <a:r>
              <a:t>Retrieval prompt — ask before playing on: name the ways a programme like this dies. Are any of them technical? Answer on the next two slides.</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what works, because you will build these in deliberately. A small permanent team, protected from being pulled onto other work. A published framework that agencies adopt because it helps them, not because it is forced. Governance that can actually say no to a project that would fragment the architecture. And funding sustained across years, not granted annually and withdrawn when priorities shift. Where these four hold, the programmes deliver. Where any one is missing, they wobble.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failures, because forewarned is forearmed. The team gets pulled onto the flagship project that is in trouble, and the architecture work stops. The minister or director-general who championed it moves on, and the successor has their own priorities. The governance board, under delivery pressure, lets one powerful project through, then another, until its "no" means nothing. And the funding, never secured as a multi-year commitment, quietly becomes an annual favour that one budget cycle removes. None of these is dramatic. Each is a slow fade, usually in the second year.</a:t>
            </a:r>
          </a:p>
          <a:p/>
          <a:p>
            <a:r>
              <a:t>Production cue: this slide and the next answer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every one of those killers has in common. Not one is about technology. They are about people, authority and money — protecting the team, securing the mandate, defending the governance, locking in the funding. And that is the good news, because those are exactly the things you, as the one making the case upward, can influence. The chief architect cannot protect their own team or secure their own five-year budget. Only the strategist who commissioned the work can. The failures are organisational, which means they are yours to prevent.</a:t>
            </a:r>
          </a:p>
          <a:p/>
          <a:p>
            <a:r>
              <a:t>Production cue: the pivotal reframe of this video, and it closes the retrieval prompt.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design for the second year now, while you have the minister's attention. Get the team's protection in writing. Make the governance mandate legal, not just a memo. Secure a multi-year funding envelope, not an annual line. And plan to re-commit all of it when the sponsor changes, because the next minister will not feel bound by the last one's promises. These are not afterthoughts to add if the programme survives. They are how it survives. Build them in at the start, and you have designed out the four most common ways these programmes die.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evidence gives you two lists. What to build in — a protected team, an adopted framework, binding governance, sustained funding. And what to design out — the four organisational failures that quietly kill these programmes in their second year. Brief your minister on both. A programme designed to survive its own second year is the one that delivers.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6.2.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6.2 — What the evidence says works — and what quietly kills these programmes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6.2</a:t>
            </a:r>
          </a:p>
          <a:p>
            <a:r>
              <a:rPr sz="1200" b="0" i="1">
                <a:solidFill>
                  <a:srgbClr val="595959"/>
                </a:solidFill>
                <a:latin typeface="Arial"/>
              </a:rPr>
              <a:t>The public record is consistent about what makes these programmes succeed and what kills them — and the killers are organisational, not technical. Knowing both lets you design your programme to last, and brief your minister on the real risks.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evidence says works — and what quietly kills these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public record is consistent about what makes these programmes succeed and what kills them — and the killers are organisational, not technical. Knowing both lets you design your programme to last, and brief your minister on the real risks.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things make them work — build all four in deliberately</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small permanent team, protected</a:t>
            </a:r>
          </a:p>
          <a:p>
            <a:pPr>
              <a:spcAft>
                <a:spcPts val="300"/>
              </a:spcAft>
            </a:pPr>
            <a:r>
              <a:rPr sz="1550" b="0" i="0">
                <a:solidFill>
                  <a:srgbClr val="595959"/>
                </a:solidFill>
                <a:latin typeface="Arial"/>
              </a:rPr>
              <a:t>Not pulled onto other work when something urgent appears.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 framework agencies adopt, rather than are forced into</a:t>
            </a:r>
          </a:p>
          <a:p>
            <a:pPr>
              <a:spcAft>
                <a:spcPts val="300"/>
              </a:spcAft>
            </a:pPr>
            <a:r>
              <a:rPr sz="1550" b="0" i="0">
                <a:solidFill>
                  <a:srgbClr val="595959"/>
                </a:solidFill>
                <a:latin typeface="Arial"/>
              </a:rPr>
              <a:t>They use it because it helps them.</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Governance that can actually say no</a:t>
            </a:r>
          </a:p>
          <a:p>
            <a:pPr>
              <a:spcAft>
                <a:spcPts val="300"/>
              </a:spcAft>
            </a:pPr>
            <a:r>
              <a:rPr sz="1550" b="0" i="0">
                <a:solidFill>
                  <a:srgbClr val="595959"/>
                </a:solidFill>
                <a:latin typeface="Arial"/>
              </a:rPr>
              <a:t>To a project that would fragment the architecture.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Funding sustained across years</a:t>
            </a:r>
          </a:p>
          <a:p>
            <a:pPr>
              <a:spcAft>
                <a:spcPts val="300"/>
              </a:spcAft>
            </a:pPr>
            <a:r>
              <a:rPr sz="1550" b="0" i="0">
                <a:solidFill>
                  <a:srgbClr val="595959"/>
                </a:solidFill>
                <a:latin typeface="Arial"/>
              </a:rPr>
              <a:t>Not granted annually and withdrawn when priorities shift.</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Where all four hold, the programmes deliver. Where any one is missing, they wobble.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things quietly kill them — usually in the second year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team is pulled onto the urgent flagship</a:t>
            </a:r>
          </a:p>
          <a:p>
            <a:pPr>
              <a:spcAft>
                <a:spcPts val="300"/>
              </a:spcAft>
            </a:pPr>
            <a:r>
              <a:rPr sz="1550" b="0" i="0">
                <a:solidFill>
                  <a:srgbClr val="595959"/>
                </a:solidFill>
                <a:latin typeface="Arial"/>
              </a:rPr>
              <a:t>The architecture work simply stops.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sponsor changes</a:t>
            </a:r>
          </a:p>
          <a:p>
            <a:pPr>
              <a:spcAft>
                <a:spcPts val="300"/>
              </a:spcAft>
            </a:pPr>
            <a:r>
              <a:rPr sz="1550" b="0" i="0">
                <a:solidFill>
                  <a:srgbClr val="595959"/>
                </a:solidFill>
                <a:latin typeface="Arial"/>
              </a:rPr>
              <a:t>The successor has their own priorities.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drifts to advisory under delivery pressure</a:t>
            </a:r>
          </a:p>
          <a:p>
            <a:pPr>
              <a:spcAft>
                <a:spcPts val="300"/>
              </a:spcAft>
            </a:pPr>
            <a:r>
              <a:rPr sz="1550" b="0" i="0">
                <a:solidFill>
                  <a:srgbClr val="595959"/>
                </a:solidFill>
                <a:latin typeface="Arial"/>
              </a:rPr>
              <a:t>One powerful project through, then another, until its "no" means nothing.</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Funding becomes an annual favour</a:t>
            </a:r>
          </a:p>
          <a:p>
            <a:pPr>
              <a:spcAft>
                <a:spcPts val="300"/>
              </a:spcAft>
            </a:pPr>
            <a:r>
              <a:rPr sz="1550" b="0" i="0">
                <a:solidFill>
                  <a:srgbClr val="595959"/>
                </a:solidFill>
                <a:latin typeface="Arial"/>
              </a:rPr>
              <a:t>One budget cycle removes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None of them is dramatic. Each one is a slow fade.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one of the killers is about technology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They are about people, authority and money — protecting the team, securing the mandate, defending the governance, locking in the funding.</a:t>
            </a:r>
          </a:p>
          <a:p>
            <a:pPr>
              <a:spcAft>
                <a:spcPts val="1200"/>
              </a:spcAft>
            </a:pPr>
            <a:r>
              <a:rPr sz="2000" b="0" i="0">
                <a:solidFill>
                  <a:srgbClr val="1A1A1A"/>
                </a:solidFill>
                <a:latin typeface="Arial"/>
              </a:rPr>
              <a:t>Which is the good news, because those are what you can influence. The chief architect cannot protect their own team or secure their own five-year budget. Only the strategist who commissioned the work can.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failures are organisational, which means they are yours to prevent.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Design for the second year now, while you have the minister's attention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Get the team's protection in writing. Make the governance mandate legal, not just a memo. Secure a multi-year envelope, not an annual line.</a:t>
            </a:r>
          </a:p>
          <a:p>
            <a:pPr>
              <a:spcAft>
                <a:spcPts val="1200"/>
              </a:spcAft>
            </a:pPr>
            <a:r>
              <a:rPr sz="2000" b="0" i="0">
                <a:solidFill>
                  <a:srgbClr val="1A1A1A"/>
                </a:solidFill>
                <a:latin typeface="Arial"/>
              </a:rPr>
              <a:t>And plan to re-commit all of it when the sponsor changes, because the next minister will not feel bound by the last one's promises.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afterthoughts to add if the programme survives. They are how it survives.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kills these programmes is organisational, not technical — the team pulled, the sponsor changed, governance gone advisory, funding withdrawn — so design the protections in from the start.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§4.2.1 (Management)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