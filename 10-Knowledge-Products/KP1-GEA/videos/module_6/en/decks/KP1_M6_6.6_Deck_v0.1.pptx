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media/image3.svg" ContentType="image/svg+xml"/>
  <Override PartName="/ppt/notesMasters/notesMaster1.xml" ContentType="application/vnd.openxmlformats-officedocument.presentationml.notesMaster+xml"/>
  <Override PartName="/ppt/notesSlides/notesSlide21.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4"/>
    <p:sldMasterId id="2147483709" r:id="rId5"/>
    <p:sldMasterId id="2147483713" r:id="rId6"/>
    <p:sldMasterId id="2147483691" r:id="rId7"/>
  </p:sldMasterIdLst>
  <p:notesMasterIdLst>
    <p:notesMasterId r:id="rId46"/>
  </p:notesMasterIdLst>
  <p:handoutMasterIdLst>
    <p:handoutMasterId r:id="rId47"/>
  </p:handoutMasterIdLst>
  <p:sldIdLst>
    <p:sldId id="2681" r:id="rId8"/>
    <p:sldId id="2731" r:id="rId10"/>
    <p:sldId id="2732" r:id="rId54"/>
    <p:sldId id="2733" r:id="rId55"/>
    <p:sldId id="2734" r:id="rId56"/>
    <p:sldId id="2735" r:id="rId57"/>
    <p:sldId id="2736" r:id="rId58"/>
    <p:sldId id="2737" r:id="rId5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6A6A6"/>
    <a:srgbClr val="0083B3"/>
    <a:srgbClr val="9D26FF"/>
    <a:srgbClr val="0076A1"/>
    <a:srgbClr val="FFFFFF"/>
    <a:srgbClr val="009CD6"/>
    <a:srgbClr val="A5A5A5"/>
    <a:srgbClr val="757070"/>
    <a:srgbClr val="6F6F6E"/>
    <a:srgbClr val="F5FAF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CBC4942-2EA4-48B8-A075-B5F2ABFFFDF6}" v="10" dt="2026-07-22T19:37:31.02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71" d="100"/>
          <a:sy n="71" d="100"/>
        </p:scale>
        <p:origin x="412" y="44"/>
      </p:cViewPr>
      <p:guideLst>
        <p:guide orient="horz" pos="2160"/>
        <p:guide pos="3840"/>
      </p:guideLst>
    </p:cSldViewPr>
  </p:slideViewPr>
  <p:notesTextViewPr>
    <p:cViewPr>
      <p:scale>
        <a:sx n="1" d="1"/>
        <a:sy n="1" d="1"/>
      </p:scale>
      <p:origin x="0" y="0"/>
    </p:cViewPr>
  </p:notesTextViewPr>
  <p:notesViewPr>
    <p:cSldViewPr snapToGrid="0">
      <p:cViewPr varScale="1">
        <p:scale>
          <a:sx n="124" d="100"/>
          <a:sy n="124" d="100"/>
        </p:scale>
        <p:origin x="4188" y="8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slide" Target="slides/slide1.xml"/><Relationship Id="rId10" Type="http://schemas.openxmlformats.org/officeDocument/2006/relationships/slide" Target="slides/slide38.xml"/><Relationship Id="rId46" Type="http://schemas.openxmlformats.org/officeDocument/2006/relationships/notesMaster" Target="notesMasters/notesMaster1.xml"/><Relationship Id="rId47" Type="http://schemas.openxmlformats.org/officeDocument/2006/relationships/handoutMaster" Target="handoutMasters/handout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52" Type="http://schemas.microsoft.com/office/2016/11/relationships/changesInfo" Target="changesInfos/changesInfo1.xml"/><Relationship Id="rId53" Type="http://schemas.microsoft.com/office/2015/10/relationships/revisionInfo" Target="revisionInfo.xml"/><Relationship Id="rId54" Type="http://schemas.openxmlformats.org/officeDocument/2006/relationships/slide" Target="slides/slide39.xml"/><Relationship Id="rId55" Type="http://schemas.openxmlformats.org/officeDocument/2006/relationships/slide" Target="slides/slide40.xml"/><Relationship Id="rId56" Type="http://schemas.openxmlformats.org/officeDocument/2006/relationships/slide" Target="slides/slide41.xml"/><Relationship Id="rId57" Type="http://schemas.openxmlformats.org/officeDocument/2006/relationships/slide" Target="slides/slide42.xml"/><Relationship Id="rId58" Type="http://schemas.openxmlformats.org/officeDocument/2006/relationships/slide" Target="slides/slide43.xml"/><Relationship Id="rId59" Type="http://schemas.openxmlformats.org/officeDocument/2006/relationships/slide" Target="slides/slide44.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selmino, Carolina" userId="5c3f6dd0-fb53-498d-9f5e-392bc2a3ffc7" providerId="ADAL" clId="{E38CDB5B-0F14-49C4-839B-AE81B7033013}"/>
    <pc:docChg chg="undo custSel addSld delSld modSld">
      <pc:chgData name="Anselmino, Carolina" userId="5c3f6dd0-fb53-498d-9f5e-392bc2a3ffc7" providerId="ADAL" clId="{E38CDB5B-0F14-49C4-839B-AE81B7033013}" dt="2026-07-22T19:37:31.024" v="702" actId="164"/>
      <pc:docMkLst>
        <pc:docMk/>
      </pc:docMkLst>
      <pc:sldChg chg="modSp mod">
        <pc:chgData name="Anselmino, Carolina" userId="5c3f6dd0-fb53-498d-9f5e-392bc2a3ffc7" providerId="ADAL" clId="{E38CDB5B-0F14-49C4-839B-AE81B7033013}" dt="2026-07-22T11:43:29.600" v="14" actId="1076"/>
        <pc:sldMkLst>
          <pc:docMk/>
          <pc:sldMk cId="1405143857" sldId="280"/>
        </pc:sldMkLst>
        <pc:spChg chg="mod">
          <ac:chgData name="Anselmino, Carolina" userId="5c3f6dd0-fb53-498d-9f5e-392bc2a3ffc7" providerId="ADAL" clId="{E38CDB5B-0F14-49C4-839B-AE81B7033013}" dt="2026-07-22T11:43:19.760" v="12" actId="1076"/>
          <ac:spMkLst>
            <pc:docMk/>
            <pc:sldMk cId="1405143857" sldId="280"/>
            <ac:spMk id="45" creationId="{1FF21F3A-03EB-4BF7-B952-9FA7182F69DE}"/>
          </ac:spMkLst>
        </pc:spChg>
        <pc:grpChg chg="mod">
          <ac:chgData name="Anselmino, Carolina" userId="5c3f6dd0-fb53-498d-9f5e-392bc2a3ffc7" providerId="ADAL" clId="{E38CDB5B-0F14-49C4-839B-AE81B7033013}" dt="2026-07-22T11:43:29.600" v="14" actId="1076"/>
          <ac:grpSpMkLst>
            <pc:docMk/>
            <pc:sldMk cId="1405143857" sldId="280"/>
            <ac:grpSpMk id="44" creationId="{B8FF808C-B389-4C00-87CD-F61A6779EE7C}"/>
          </ac:grpSpMkLst>
        </pc:grpChg>
      </pc:sldChg>
      <pc:sldChg chg="addSp delSp modSp mod">
        <pc:chgData name="Anselmino, Carolina" userId="5c3f6dd0-fb53-498d-9f5e-392bc2a3ffc7" providerId="ADAL" clId="{E38CDB5B-0F14-49C4-839B-AE81B7033013}" dt="2026-07-22T19:37:31.024" v="702" actId="164"/>
        <pc:sldMkLst>
          <pc:docMk/>
          <pc:sldMk cId="1196800265" sldId="2681"/>
        </pc:sldMkLst>
        <pc:spChg chg="mod">
          <ac:chgData name="Anselmino, Carolina" userId="5c3f6dd0-fb53-498d-9f5e-392bc2a3ffc7" providerId="ADAL" clId="{E38CDB5B-0F14-49C4-839B-AE81B7033013}" dt="2026-07-22T11:44:01.404" v="22" actId="12788"/>
          <ac:spMkLst>
            <pc:docMk/>
            <pc:sldMk cId="1196800265" sldId="2681"/>
            <ac:spMk id="9" creationId="{A74A033E-F2C4-63F1-935E-B0E00C34458D}"/>
          </ac:spMkLst>
        </pc:spChg>
        <pc:spChg chg="mod">
          <ac:chgData name="Anselmino, Carolina" userId="5c3f6dd0-fb53-498d-9f5e-392bc2a3ffc7" providerId="ADAL" clId="{E38CDB5B-0F14-49C4-839B-AE81B7033013}" dt="2026-07-22T11:46:41.299" v="210" actId="20577"/>
          <ac:spMkLst>
            <pc:docMk/>
            <pc:sldMk cId="1196800265" sldId="2681"/>
            <ac:spMk id="12" creationId="{EEB08032-CE0E-4986-AEDF-A41026C0E8B9}"/>
          </ac:spMkLst>
        </pc:spChg>
        <pc:spChg chg="add mod">
          <ac:chgData name="Anselmino, Carolina" userId="5c3f6dd0-fb53-498d-9f5e-392bc2a3ffc7" providerId="ADAL" clId="{E38CDB5B-0F14-49C4-839B-AE81B7033013}" dt="2026-07-22T11:46:31.178" v="195" actId="20577"/>
          <ac:spMkLst>
            <pc:docMk/>
            <pc:sldMk cId="1196800265" sldId="2681"/>
            <ac:spMk id="14" creationId="{B5087B80-3EE4-1881-0130-ED58CA625092}"/>
          </ac:spMkLst>
        </pc:spChg>
        <pc:spChg chg="add mod">
          <ac:chgData name="Anselmino, Carolina" userId="5c3f6dd0-fb53-498d-9f5e-392bc2a3ffc7" providerId="ADAL" clId="{E38CDB5B-0F14-49C4-839B-AE81B7033013}" dt="2026-07-22T11:51:15.375" v="432" actId="20577"/>
          <ac:spMkLst>
            <pc:docMk/>
            <pc:sldMk cId="1196800265" sldId="2681"/>
            <ac:spMk id="17" creationId="{5E8796F7-DD26-D250-5E97-B38B22298E72}"/>
          </ac:spMkLst>
        </pc:spChg>
        <pc:spChg chg="add mod">
          <ac:chgData name="Anselmino, Carolina" userId="5c3f6dd0-fb53-498d-9f5e-392bc2a3ffc7" providerId="ADAL" clId="{E38CDB5B-0F14-49C4-839B-AE81B7033013}" dt="2026-07-22T19:37:31.024" v="702" actId="164"/>
          <ac:spMkLst>
            <pc:docMk/>
            <pc:sldMk cId="1196800265" sldId="2681"/>
            <ac:spMk id="19" creationId="{352ECD8B-4B24-AB9F-BF07-5E33A295F52D}"/>
          </ac:spMkLst>
        </pc:spChg>
        <pc:grpChg chg="add mod">
          <ac:chgData name="Anselmino, Carolina" userId="5c3f6dd0-fb53-498d-9f5e-392bc2a3ffc7" providerId="ADAL" clId="{E38CDB5B-0F14-49C4-839B-AE81B7033013}" dt="2026-07-22T19:37:31.024" v="702" actId="164"/>
          <ac:grpSpMkLst>
            <pc:docMk/>
            <pc:sldMk cId="1196800265" sldId="2681"/>
            <ac:grpSpMk id="8" creationId="{759E7638-035C-C837-D321-A8C06D48B5DC}"/>
          </ac:grpSpMkLst>
        </pc:grpChg>
        <pc:grpChg chg="add mod">
          <ac:chgData name="Anselmino, Carolina" userId="5c3f6dd0-fb53-498d-9f5e-392bc2a3ffc7" providerId="ADAL" clId="{E38CDB5B-0F14-49C4-839B-AE81B7033013}" dt="2026-07-22T19:37:31.024" v="702" actId="164"/>
          <ac:grpSpMkLst>
            <pc:docMk/>
            <pc:sldMk cId="1196800265" sldId="2681"/>
            <ac:grpSpMk id="20" creationId="{0D0761BD-2F2F-6D79-B3EF-A531E092890D}"/>
          </ac:grpSpMkLst>
        </pc:grpChg>
        <pc:picChg chg="add del">
          <ac:chgData name="Anselmino, Carolina" userId="5c3f6dd0-fb53-498d-9f5e-392bc2a3ffc7" providerId="ADAL" clId="{E38CDB5B-0F14-49C4-839B-AE81B7033013}" dt="2026-07-22T11:42:32.545" v="4" actId="478"/>
          <ac:picMkLst>
            <pc:docMk/>
            <pc:sldMk cId="1196800265" sldId="2681"/>
            <ac:picMk id="3" creationId="{49CB780D-15A3-48FD-506A-45097B8C84EF}"/>
          </ac:picMkLst>
        </pc:picChg>
        <pc:picChg chg="add mod">
          <ac:chgData name="Anselmino, Carolina" userId="5c3f6dd0-fb53-498d-9f5e-392bc2a3ffc7" providerId="ADAL" clId="{E38CDB5B-0F14-49C4-839B-AE81B7033013}" dt="2026-07-22T11:42:43.855" v="6" actId="1076"/>
          <ac:picMkLst>
            <pc:docMk/>
            <pc:sldMk cId="1196800265" sldId="2681"/>
            <ac:picMk id="4" creationId="{69007BE6-4165-6B9F-CABD-19BC8B326D8F}"/>
          </ac:picMkLst>
        </pc:picChg>
        <pc:picChg chg="add del mod">
          <ac:chgData name="Anselmino, Carolina" userId="5c3f6dd0-fb53-498d-9f5e-392bc2a3ffc7" providerId="ADAL" clId="{E38CDB5B-0F14-49C4-839B-AE81B7033013}" dt="2026-07-22T11:43:03.472" v="10" actId="478"/>
          <ac:picMkLst>
            <pc:docMk/>
            <pc:sldMk cId="1196800265" sldId="2681"/>
            <ac:picMk id="6" creationId="{7BDA84B0-A315-5710-DC3F-3108F335D58B}"/>
          </ac:picMkLst>
        </pc:picChg>
        <pc:picChg chg="mod modCrop">
          <ac:chgData name="Anselmino, Carolina" userId="5c3f6dd0-fb53-498d-9f5e-392bc2a3ffc7" providerId="ADAL" clId="{E38CDB5B-0F14-49C4-839B-AE81B7033013}" dt="2026-07-22T11:36:58.998" v="2" actId="732"/>
          <ac:picMkLst>
            <pc:docMk/>
            <pc:sldMk cId="1196800265" sldId="2681"/>
            <ac:picMk id="7" creationId="{A2066351-C569-4C4C-A096-308777FCDC32}"/>
          </ac:picMkLst>
        </pc:picChg>
        <pc:picChg chg="mod">
          <ac:chgData name="Anselmino, Carolina" userId="5c3f6dd0-fb53-498d-9f5e-392bc2a3ffc7" providerId="ADAL" clId="{E38CDB5B-0F14-49C4-839B-AE81B7033013}" dt="2026-07-22T11:44:01.404" v="22" actId="12788"/>
          <ac:picMkLst>
            <pc:docMk/>
            <pc:sldMk cId="1196800265" sldId="2681"/>
            <ac:picMk id="10" creationId="{D4EAC1CC-FDEC-CB2B-4814-426FB9337D67}"/>
          </ac:picMkLst>
        </pc:picChg>
        <pc:cxnChg chg="mod">
          <ac:chgData name="Anselmino, Carolina" userId="5c3f6dd0-fb53-498d-9f5e-392bc2a3ffc7" providerId="ADAL" clId="{E38CDB5B-0F14-49C4-839B-AE81B7033013}" dt="2026-07-22T11:46:16.310" v="179" actId="14100"/>
          <ac:cxnSpMkLst>
            <pc:docMk/>
            <pc:sldMk cId="1196800265" sldId="2681"/>
            <ac:cxnSpMk id="11" creationId="{D9AD66F2-F7C0-4D03-9150-D28F17AC561D}"/>
          </ac:cxnSpMkLst>
        </pc:cxnChg>
      </pc:sldChg>
      <pc:sldChg chg="del">
        <pc:chgData name="Anselmino, Carolina" userId="5c3f6dd0-fb53-498d-9f5e-392bc2a3ffc7" providerId="ADAL" clId="{E38CDB5B-0F14-49C4-839B-AE81B7033013}" dt="2026-07-22T19:26:38.574" v="665" actId="47"/>
        <pc:sldMkLst>
          <pc:docMk/>
          <pc:sldMk cId="1763900471" sldId="2682"/>
        </pc:sldMkLst>
      </pc:sldChg>
      <pc:sldChg chg="del">
        <pc:chgData name="Anselmino, Carolina" userId="5c3f6dd0-fb53-498d-9f5e-392bc2a3ffc7" providerId="ADAL" clId="{E38CDB5B-0F14-49C4-839B-AE81B7033013}" dt="2026-07-22T19:26:35.304" v="664" actId="47"/>
        <pc:sldMkLst>
          <pc:docMk/>
          <pc:sldMk cId="1891845127" sldId="2685"/>
        </pc:sldMkLst>
      </pc:sldChg>
      <pc:sldChg chg="add del">
        <pc:chgData name="Anselmino, Carolina" userId="5c3f6dd0-fb53-498d-9f5e-392bc2a3ffc7" providerId="ADAL" clId="{E38CDB5B-0F14-49C4-839B-AE81B7033013}" dt="2026-07-22T15:50:00.267" v="434" actId="47"/>
        <pc:sldMkLst>
          <pc:docMk/>
          <pc:sldMk cId="2459501262" sldId="2695"/>
        </pc:sldMkLst>
      </pc:sldChg>
      <pc:sldChg chg="modSp add mod">
        <pc:chgData name="Anselmino, Carolina" userId="5c3f6dd0-fb53-498d-9f5e-392bc2a3ffc7" providerId="ADAL" clId="{E38CDB5B-0F14-49C4-839B-AE81B7033013}" dt="2026-07-22T19:17:50.009" v="663" actId="14100"/>
        <pc:sldMkLst>
          <pc:docMk/>
          <pc:sldMk cId="2895905977" sldId="2695"/>
        </pc:sldMkLst>
        <pc:spChg chg="mod">
          <ac:chgData name="Anselmino, Carolina" userId="5c3f6dd0-fb53-498d-9f5e-392bc2a3ffc7" providerId="ADAL" clId="{E38CDB5B-0F14-49C4-839B-AE81B7033013}" dt="2026-07-22T15:51:46.203" v="494" actId="20577"/>
          <ac:spMkLst>
            <pc:docMk/>
            <pc:sldMk cId="2895905977" sldId="2695"/>
            <ac:spMk id="5" creationId="{05ECEA81-427F-77E6-3A96-077D430CC49C}"/>
          </ac:spMkLst>
        </pc:spChg>
        <pc:spChg chg="mod">
          <ac:chgData name="Anselmino, Carolina" userId="5c3f6dd0-fb53-498d-9f5e-392bc2a3ffc7" providerId="ADAL" clId="{E38CDB5B-0F14-49C4-839B-AE81B7033013}" dt="2026-07-22T19:17:50.009" v="663" actId="14100"/>
          <ac:spMkLst>
            <pc:docMk/>
            <pc:sldMk cId="2895905977" sldId="2695"/>
            <ac:spMk id="6" creationId="{F5AB7147-07E3-D061-CD69-902D615A346F}"/>
          </ac:spMkLst>
        </pc:spChg>
        <pc:spChg chg="mod">
          <ac:chgData name="Anselmino, Carolina" userId="5c3f6dd0-fb53-498d-9f5e-392bc2a3ffc7" providerId="ADAL" clId="{E38CDB5B-0F14-49C4-839B-AE81B7033013}" dt="2026-07-22T15:52:40.119" v="519" actId="14100"/>
          <ac:spMkLst>
            <pc:docMk/>
            <pc:sldMk cId="2895905977" sldId="2695"/>
            <ac:spMk id="7" creationId="{645C8C6B-29A8-B1C0-3772-5822CAB07F15}"/>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BE192EA-4FB5-417A-96F6-B3058A54ABC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875D5479-0008-4BFD-BE18-7442B169130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72114D-3A05-4B20-822E-8261653B33D2}" type="datetimeFigureOut">
              <a:rPr lang="en-US" smtClean="0"/>
              <a:t>7/22/2026</a:t>
            </a:fld>
            <a:endParaRPr lang="en-US"/>
          </a:p>
        </p:txBody>
      </p:sp>
      <p:sp>
        <p:nvSpPr>
          <p:cNvPr id="4" name="Footer Placeholder 3">
            <a:extLst>
              <a:ext uri="{FF2B5EF4-FFF2-40B4-BE49-F238E27FC236}">
                <a16:creationId xmlns:a16="http://schemas.microsoft.com/office/drawing/2014/main" id="{EABD4BE7-9FD8-4D10-87DD-2B2BC23B46E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F10342B2-B657-4BF5-B0C4-8D3FD65073D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1E5079B-D1F0-49DB-8DFB-E06CD09EC17E}" type="slidenum">
              <a:rPr lang="en-US" smtClean="0"/>
              <a:t>‹#›</a:t>
            </a:fld>
            <a:endParaRPr lang="en-US"/>
          </a:p>
        </p:txBody>
      </p:sp>
    </p:spTree>
    <p:extLst>
      <p:ext uri="{BB962C8B-B14F-4D97-AF65-F5344CB8AC3E}">
        <p14:creationId xmlns:p14="http://schemas.microsoft.com/office/powerpoint/2010/main" val="420054729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4F008D2-43B4-45EB-8E80-36DCF9CD046D}" type="datetimeFigureOut">
              <a:rPr lang="en-US" smtClean="0"/>
              <a:t>7/22/2026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6A8591F-50F3-4C40-9DA2-D793276CC051}" type="slidenum">
              <a:rPr lang="en-US" smtClean="0"/>
              <a:t>‹#›</a:t>
            </a:fld>
            <a:endParaRPr lang="en-US"/>
          </a:p>
        </p:txBody>
      </p:sp>
    </p:spTree>
    <p:extLst>
      <p:ext uri="{BB962C8B-B14F-4D97-AF65-F5344CB8AC3E}">
        <p14:creationId xmlns:p14="http://schemas.microsoft.com/office/powerpoint/2010/main" val="7799949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for standalone video 6.6. Content slides are identical to the corresponding section of the combined deck KP1_M6_Deck_v0.1.pptx; voice-over is in each slide’s notes.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slide 1: Suppose you have the commitment. How do you actually roll this out across a government, without trying to do everything at once and failing? The answer is the same discipline the method uses inside one sector, applied to the whole country: a wave roadmap. Start small, prove it, build the shared muscle, then bring sectors on one at a time.</a:t>
            </a:r>
          </a:p>
          <a:p/>
          <a:p>
            <a:r>
              <a:t>On screen: the copy-paste prompt is not shown on a slide — it ships in the video description so the viewer can draft the artefact on the other half of the screen.</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Wave one is one sector, done well. Pick the sector with a clear flagship the minister cares about — the single learner record, the single patient record. Run the full method there, end to end. But notice what wave one really builds: not just that sector's architecture, but the national foundations — the permanent team, the governance board, and the first shared platforms like identity and data exchange. Wave one looks like one sector. It is actually the foundation the whole rollout stands on.</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From wave two, each new sector reuses what wave one built. The health sector consumes the identity platform and the data-exchange backbone that already exist. Its run of the method is lighter, because the team, the framework and the governance are in place. It delivers faster and costs less. And every sector that joins makes the next one easier still, because the shared platforms get more complete and the team more practised. The rollout accelerates as it goes — the opposite of a programme that gets harder under its own weight.</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And govern the rollout rather than just launching it. The same board that reviews projects inside a sector governs the national pipeline: which sector comes next, what each must reuse, where an exception is genuinely warranted. This keeps the rollout coherent — every new sector building on the shared foundation instead of starting its own. A rollout that is launched and left drifts back into fragmentation, one sector at a time. A rollout that is governed compounds into a single national architecture.</a:t>
            </a:r>
          </a:p>
          <a:p/>
          <a:p>
            <a:r>
              <a:t>Production cue: the pivotal slide of this video. Hold it a beat longer.</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Finally, report the national picture upward, on one page, every quarter. How many sectors are live. The re-use rate across them. Which shared platforms are in place. This does two things. It shows the minister the national capability actually growing — sector by sector, saving by saving — which is what sustains the funding across a change of government. And it lets you see, early, if a sector is drifting from the shared foundation, while it is still cheap to correct. The national scorecard is how a multi-year rollout stays funded and stays coherent.</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So the rollout is a wave roadmap at national scale. One sector to prove it and build the foundations. Then sectors one at a time, each reusing the last, each cheaper, all governed into one coherent architecture and reported on a single page. That is how an approach that works in one sector becomes how your whole government works.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Grey margin-Content with Caption (White 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28691" y="1959151"/>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3" name="Text Placeholder 3">
            <a:extLst>
              <a:ext uri="{FF2B5EF4-FFF2-40B4-BE49-F238E27FC236}">
                <a16:creationId xmlns:a16="http://schemas.microsoft.com/office/drawing/2014/main" id="{3E0F6D26-4165-4298-B9DF-69A0CA57C654}"/>
              </a:ext>
            </a:extLst>
          </p:cNvPr>
          <p:cNvSpPr>
            <a:spLocks noGrp="1"/>
          </p:cNvSpPr>
          <p:nvPr>
            <p:ph type="body" sz="half" idx="14" hasCustomPrompt="1"/>
          </p:nvPr>
        </p:nvSpPr>
        <p:spPr>
          <a:xfrm>
            <a:off x="5018432" y="1959150"/>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7" name="Title 1">
            <a:extLst>
              <a:ext uri="{FF2B5EF4-FFF2-40B4-BE49-F238E27FC236}">
                <a16:creationId xmlns:a16="http://schemas.microsoft.com/office/drawing/2014/main" id="{CED336FC-6E45-4A2D-A5AB-BE24E693E093}"/>
              </a:ext>
            </a:extLst>
          </p:cNvPr>
          <p:cNvSpPr>
            <a:spLocks noGrp="1"/>
          </p:cNvSpPr>
          <p:nvPr>
            <p:ph type="title" hasCustomPrompt="1"/>
          </p:nvPr>
        </p:nvSpPr>
        <p:spPr>
          <a:xfrm>
            <a:off x="728691" y="1265849"/>
            <a:ext cx="9051731" cy="502882"/>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20EB37B9-0614-41D6-8AFE-EB91B451A9F5}"/>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E8CDBB-5A4D-4444-85CC-7578EF050F69}"/>
              </a:ext>
            </a:extLst>
          </p:cNvPr>
          <p:cNvSpPr>
            <a:spLocks noGrp="1"/>
          </p:cNvSpPr>
          <p:nvPr>
            <p:ph type="body" sz="quarter" idx="12"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718176021"/>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wo column - Title colum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8D6A0DE-A965-4E02-8A8B-981E2FDE590E}"/>
              </a:ext>
            </a:extLst>
          </p:cNvPr>
          <p:cNvSpPr>
            <a:spLocks noGrp="1"/>
          </p:cNvSpPr>
          <p:nvPr>
            <p:ph type="body" idx="1"/>
          </p:nvPr>
        </p:nvSpPr>
        <p:spPr>
          <a:xfrm>
            <a:off x="728687" y="1994663"/>
            <a:ext cx="4860830"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B820F59-7539-405E-B005-C5C92782E908}"/>
              </a:ext>
            </a:extLst>
          </p:cNvPr>
          <p:cNvSpPr>
            <a:spLocks noGrp="1"/>
          </p:cNvSpPr>
          <p:nvPr>
            <p:ph sz="half" idx="2" hasCustomPrompt="1"/>
          </p:nvPr>
        </p:nvSpPr>
        <p:spPr>
          <a:xfrm>
            <a:off x="728687" y="2490758"/>
            <a:ext cx="4860830"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7" name="Text Placeholder 2">
            <a:extLst>
              <a:ext uri="{FF2B5EF4-FFF2-40B4-BE49-F238E27FC236}">
                <a16:creationId xmlns:a16="http://schemas.microsoft.com/office/drawing/2014/main" id="{9AE6D208-1F00-412A-86E9-1A7081F56572}"/>
              </a:ext>
            </a:extLst>
          </p:cNvPr>
          <p:cNvSpPr>
            <a:spLocks noGrp="1"/>
          </p:cNvSpPr>
          <p:nvPr>
            <p:ph type="body" idx="10"/>
          </p:nvPr>
        </p:nvSpPr>
        <p:spPr>
          <a:xfrm>
            <a:off x="5892510" y="1994663"/>
            <a:ext cx="4751106"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8" name="Content Placeholder 3">
            <a:extLst>
              <a:ext uri="{FF2B5EF4-FFF2-40B4-BE49-F238E27FC236}">
                <a16:creationId xmlns:a16="http://schemas.microsoft.com/office/drawing/2014/main" id="{B8B83478-806A-4C07-A7A7-0CDF7E621EB5}"/>
              </a:ext>
            </a:extLst>
          </p:cNvPr>
          <p:cNvSpPr>
            <a:spLocks noGrp="1"/>
          </p:cNvSpPr>
          <p:nvPr>
            <p:ph sz="half" idx="11" hasCustomPrompt="1"/>
          </p:nvPr>
        </p:nvSpPr>
        <p:spPr>
          <a:xfrm>
            <a:off x="5892510" y="2490758"/>
            <a:ext cx="4751106"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3" name="Title 1">
            <a:extLst>
              <a:ext uri="{FF2B5EF4-FFF2-40B4-BE49-F238E27FC236}">
                <a16:creationId xmlns:a16="http://schemas.microsoft.com/office/drawing/2014/main" id="{20A48B77-BCF1-4349-8EF0-B33A1789375A}"/>
              </a:ext>
            </a:extLst>
          </p:cNvPr>
          <p:cNvSpPr>
            <a:spLocks noGrp="1"/>
          </p:cNvSpPr>
          <p:nvPr>
            <p:ph type="title" hasCustomPrompt="1"/>
          </p:nvPr>
        </p:nvSpPr>
        <p:spPr>
          <a:xfrm>
            <a:off x="728687" y="1238515"/>
            <a:ext cx="9914929" cy="635902"/>
          </a:xfrm>
          <a:prstGeom prst="rect">
            <a:avLst/>
          </a:prstGeom>
        </p:spPr>
        <p:txBody>
          <a:bodyPr>
            <a:noAutofit/>
          </a:bodyPr>
          <a:lstStyle>
            <a:lvl1pPr>
              <a:defRPr sz="2800"/>
            </a:lvl1pPr>
          </a:lstStyle>
          <a:p>
            <a:pPr lvl="0"/>
            <a:r>
              <a:rPr lang="en-US" dirty="0"/>
              <a:t>Click to edit Master text styles</a:t>
            </a:r>
          </a:p>
        </p:txBody>
      </p:sp>
      <p:cxnSp>
        <p:nvCxnSpPr>
          <p:cNvPr id="11" name="Straight Connector 10">
            <a:extLst>
              <a:ext uri="{FF2B5EF4-FFF2-40B4-BE49-F238E27FC236}">
                <a16:creationId xmlns:a16="http://schemas.microsoft.com/office/drawing/2014/main" id="{CCE4054A-3251-41A6-8BA5-67C64EF3E610}"/>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2" name="Text Placeholder 3">
            <a:extLst>
              <a:ext uri="{FF2B5EF4-FFF2-40B4-BE49-F238E27FC236}">
                <a16:creationId xmlns:a16="http://schemas.microsoft.com/office/drawing/2014/main" id="{F8E1AD81-2712-4CFB-B585-60CDC561D6F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8803887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bullet lis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C078E5A-AB76-4634-8AD9-64C991C6FC02}"/>
              </a:ext>
            </a:extLst>
          </p:cNvPr>
          <p:cNvSpPr>
            <a:spLocks noGrp="1"/>
          </p:cNvSpPr>
          <p:nvPr>
            <p:ph sz="half" idx="1" hasCustomPrompt="1"/>
          </p:nvPr>
        </p:nvSpPr>
        <p:spPr>
          <a:xfrm>
            <a:off x="721372" y="2040524"/>
            <a:ext cx="4393315" cy="4125355"/>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4" name="Content Placeholder 3">
            <a:extLst>
              <a:ext uri="{FF2B5EF4-FFF2-40B4-BE49-F238E27FC236}">
                <a16:creationId xmlns:a16="http://schemas.microsoft.com/office/drawing/2014/main" id="{4198F227-A22B-432C-84DE-6E0A3BE38D63}"/>
              </a:ext>
            </a:extLst>
          </p:cNvPr>
          <p:cNvSpPr>
            <a:spLocks noGrp="1"/>
          </p:cNvSpPr>
          <p:nvPr>
            <p:ph sz="half" idx="2" hasCustomPrompt="1"/>
          </p:nvPr>
        </p:nvSpPr>
        <p:spPr>
          <a:xfrm>
            <a:off x="5460255" y="2040523"/>
            <a:ext cx="4393316" cy="4126191"/>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10" name="Title 1">
            <a:extLst>
              <a:ext uri="{FF2B5EF4-FFF2-40B4-BE49-F238E27FC236}">
                <a16:creationId xmlns:a16="http://schemas.microsoft.com/office/drawing/2014/main" id="{D346557F-F9B0-433A-9FC1-56C38B19DE9B}"/>
              </a:ext>
            </a:extLst>
          </p:cNvPr>
          <p:cNvSpPr>
            <a:spLocks noGrp="1"/>
          </p:cNvSpPr>
          <p:nvPr>
            <p:ph type="title" hasCustomPrompt="1"/>
          </p:nvPr>
        </p:nvSpPr>
        <p:spPr>
          <a:xfrm>
            <a:off x="721373" y="1251017"/>
            <a:ext cx="9132198" cy="565079"/>
          </a:xfrm>
          <a:prstGeom prst="rect">
            <a:avLst/>
          </a:prstGeom>
        </p:spPr>
        <p:txBody>
          <a:bodyPr>
            <a:noAutofit/>
          </a:bodyPr>
          <a:lstStyle>
            <a:lvl1pPr>
              <a:defRPr sz="2800"/>
            </a:lvl1pPr>
          </a:lstStyle>
          <a:p>
            <a:pPr lvl="0"/>
            <a:r>
              <a:rPr lang="en-US" dirty="0"/>
              <a:t>Click to edit Master text styles</a:t>
            </a:r>
          </a:p>
        </p:txBody>
      </p:sp>
      <p:cxnSp>
        <p:nvCxnSpPr>
          <p:cNvPr id="12" name="Straight Connector 11">
            <a:extLst>
              <a:ext uri="{FF2B5EF4-FFF2-40B4-BE49-F238E27FC236}">
                <a16:creationId xmlns:a16="http://schemas.microsoft.com/office/drawing/2014/main" id="{56157FF2-E1F2-41A6-A3CB-3DE59785DD4D}"/>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3" name="Text Placeholder 3">
            <a:extLst>
              <a:ext uri="{FF2B5EF4-FFF2-40B4-BE49-F238E27FC236}">
                <a16:creationId xmlns:a16="http://schemas.microsoft.com/office/drawing/2014/main" id="{E8A78C8E-6713-4582-84CE-8C8A0FE572A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513749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ne column tex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37226" y="1975104"/>
            <a:ext cx="6256106" cy="4210543"/>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0" name="Title 1">
            <a:extLst>
              <a:ext uri="{FF2B5EF4-FFF2-40B4-BE49-F238E27FC236}">
                <a16:creationId xmlns:a16="http://schemas.microsoft.com/office/drawing/2014/main" id="{3F01D386-9240-4F38-9F1C-4325351B05E1}"/>
              </a:ext>
            </a:extLst>
          </p:cNvPr>
          <p:cNvSpPr>
            <a:spLocks noGrp="1"/>
          </p:cNvSpPr>
          <p:nvPr>
            <p:ph type="title" hasCustomPrompt="1"/>
          </p:nvPr>
        </p:nvSpPr>
        <p:spPr>
          <a:xfrm>
            <a:off x="737225" y="1261501"/>
            <a:ext cx="7177821" cy="542146"/>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015B0268-1877-4B50-85FE-85F64126C828}"/>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716C6763-4EEE-47FB-A7AD-A329AC03860D}"/>
              </a:ext>
            </a:extLst>
          </p:cNvPr>
          <p:cNvSpPr>
            <a:spLocks noGrp="1"/>
          </p:cNvSpPr>
          <p:nvPr>
            <p:ph type="body" sz="quarter" idx="10" hasCustomPrompt="1"/>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14434721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 Large imag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AA9A3B-CF71-48AC-B4B0-550E5EC772C1}"/>
              </a:ext>
            </a:extLst>
          </p:cNvPr>
          <p:cNvSpPr>
            <a:spLocks noGrp="1"/>
          </p:cNvSpPr>
          <p:nvPr>
            <p:ph type="title"/>
          </p:nvPr>
        </p:nvSpPr>
        <p:spPr>
          <a:xfrm>
            <a:off x="716483" y="1234865"/>
            <a:ext cx="10313024" cy="635902"/>
          </a:xfrm>
          <a:prstGeom prst="rect">
            <a:avLst/>
          </a:prstGeom>
        </p:spPr>
        <p:txBody>
          <a:bodyPr anchor="t"/>
          <a:lstStyle>
            <a:lvl1pPr>
              <a:defRPr sz="2800"/>
            </a:lvl1pPr>
          </a:lstStyle>
          <a:p>
            <a:r>
              <a:rPr lang="en-US"/>
              <a:t>Click to edit Master title style</a:t>
            </a:r>
            <a:endParaRPr lang="en-US" dirty="0"/>
          </a:p>
        </p:txBody>
      </p:sp>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33313" y="1927476"/>
            <a:ext cx="10700345" cy="4218130"/>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9B8B0405-4014-43E6-B303-902A4F998E13}"/>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7" name="Text Placeholder 3">
            <a:extLst>
              <a:ext uri="{FF2B5EF4-FFF2-40B4-BE49-F238E27FC236}">
                <a16:creationId xmlns:a16="http://schemas.microsoft.com/office/drawing/2014/main" id="{B69F8470-F06D-4D52-9A69-30EBD8DA6096}"/>
              </a:ext>
            </a:extLst>
          </p:cNvPr>
          <p:cNvSpPr>
            <a:spLocks noGrp="1"/>
          </p:cNvSpPr>
          <p:nvPr>
            <p:ph type="body" sz="quarter" idx="10"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13910143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Left image - S">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5593557"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500046"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500046"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5593546"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5277038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Lef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656173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46823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46823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656173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25500417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Left image - L">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0"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740457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740457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73533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735337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2536392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Right image - S ">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02635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692373"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98862"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98862"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692362"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823145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Righ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609600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70957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160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1607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70957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86411331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Left image-L (White bg)">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5194302"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65264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65264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60144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60144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27806611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Blank - Footer (white bg) ">
    <p:spTree>
      <p:nvGrpSpPr>
        <p:cNvPr id="1" name=""/>
        <p:cNvGrpSpPr/>
        <p:nvPr/>
      </p:nvGrpSpPr>
      <p:grpSpPr>
        <a:xfrm>
          <a:off x="0" y="0"/>
          <a:ext cx="0" cy="0"/>
          <a:chOff x="0" y="0"/>
          <a:chExt cx="0" cy="0"/>
        </a:xfrm>
      </p:grpSpPr>
    </p:spTree>
    <p:extLst>
      <p:ext uri="{BB962C8B-B14F-4D97-AF65-F5344CB8AC3E}">
        <p14:creationId xmlns:p14="http://schemas.microsoft.com/office/powerpoint/2010/main" val="94355432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21608253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blu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B0641AD-3AD5-4F67-A775-821CB3080BD2}"/>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141802275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_Thank you Slide">
    <p:bg>
      <p:bgPr>
        <a:solidFill>
          <a:srgbClr val="F5FAFC"/>
        </a:solid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3F35E03-ED1F-4BA6-A9DB-BAA193266DF0}"/>
              </a:ext>
            </a:extLst>
          </p:cNvPr>
          <p:cNvSpPr txBox="1"/>
          <p:nvPr userDrawn="1"/>
        </p:nvSpPr>
        <p:spPr>
          <a:xfrm>
            <a:off x="3457462" y="2905780"/>
            <a:ext cx="5246914" cy="584775"/>
          </a:xfrm>
          <a:prstGeom prst="rect">
            <a:avLst/>
          </a:prstGeom>
          <a:noFill/>
        </p:spPr>
        <p:txBody>
          <a:bodyPr wrap="square" rtlCol="0">
            <a:spAutoFit/>
          </a:bodyPr>
          <a:lstStyle/>
          <a:p>
            <a:pPr algn="ctr"/>
            <a:r>
              <a:rPr lang="en-US" sz="3200" b="1" dirty="0">
                <a:solidFill>
                  <a:schemeClr val="tx1"/>
                </a:solidFill>
                <a:cs typeface="Arial" panose="020B0604020202020204" pitchFamily="34" charset="0"/>
              </a:rPr>
              <a:t>Thank you!</a:t>
            </a:r>
          </a:p>
        </p:txBody>
      </p:sp>
      <p:sp>
        <p:nvSpPr>
          <p:cNvPr id="7" name="Rectangle 6">
            <a:extLst>
              <a:ext uri="{FF2B5EF4-FFF2-40B4-BE49-F238E27FC236}">
                <a16:creationId xmlns:a16="http://schemas.microsoft.com/office/drawing/2014/main" id="{D95BEDD7-9550-46FC-AAD4-3BCDC60161D9}"/>
              </a:ext>
            </a:extLst>
          </p:cNvPr>
          <p:cNvSpPr/>
          <p:nvPr userDrawn="1"/>
        </p:nvSpPr>
        <p:spPr>
          <a:xfrm>
            <a:off x="0" y="6115986"/>
            <a:ext cx="12192000" cy="742013"/>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009CD6"/>
              </a:solidFill>
            </a:endParaRPr>
          </a:p>
        </p:txBody>
      </p:sp>
    </p:spTree>
    <p:extLst>
      <p:ext uri="{BB962C8B-B14F-4D97-AF65-F5344CB8AC3E}">
        <p14:creationId xmlns:p14="http://schemas.microsoft.com/office/powerpoint/2010/main" val="69760784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3_Title and Cont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CD000AF-B921-43E9-B432-355A07B6E46E}"/>
              </a:ext>
            </a:extLst>
          </p:cNvPr>
          <p:cNvSpPr/>
          <p:nvPr userDrawn="1"/>
        </p:nvSpPr>
        <p:spPr>
          <a:xfrm>
            <a:off x="0" y="6115986"/>
            <a:ext cx="10028420" cy="742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895364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2445084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ig text two column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8999926" cy="4067251"/>
          </a:xfrm>
        </p:spPr>
        <p:txBody>
          <a:bodyPr numCol="2"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a:p>
            <a:pPr lvl="0"/>
            <a:r>
              <a:rPr lang="en-US" dirty="0" err="1"/>
              <a:t>Nulla</a:t>
            </a:r>
            <a:r>
              <a:rPr lang="en-US" dirty="0"/>
              <a:t> </a:t>
            </a:r>
            <a:r>
              <a:rPr lang="en-US" dirty="0" err="1"/>
              <a:t>consequat</a:t>
            </a:r>
            <a:r>
              <a:rPr lang="en-US" dirty="0"/>
              <a:t> </a:t>
            </a:r>
            <a:r>
              <a:rPr lang="en-US" dirty="0" err="1"/>
              <a:t>massa</a:t>
            </a:r>
            <a:r>
              <a:rPr lang="en-US" dirty="0"/>
              <a:t> </a:t>
            </a:r>
            <a:r>
              <a:rPr lang="en-US" dirty="0" err="1"/>
              <a:t>quis</a:t>
            </a:r>
            <a:r>
              <a:rPr lang="en-US" dirty="0"/>
              <a:t> </a:t>
            </a:r>
            <a:r>
              <a:rPr lang="en-US" dirty="0" err="1"/>
              <a:t>enim</a:t>
            </a:r>
            <a:r>
              <a:rPr lang="en-US" dirty="0"/>
              <a:t>. Donec </a:t>
            </a:r>
            <a:r>
              <a:rPr lang="en-US" dirty="0" err="1"/>
              <a:t>pede</a:t>
            </a:r>
            <a:r>
              <a:rPr lang="en-US" dirty="0"/>
              <a:t> </a:t>
            </a:r>
            <a:r>
              <a:rPr lang="en-US" dirty="0" err="1"/>
              <a:t>justo</a:t>
            </a:r>
            <a:r>
              <a:rPr lang="en-US" dirty="0"/>
              <a:t>, </a:t>
            </a:r>
            <a:r>
              <a:rPr lang="en-US" dirty="0" err="1"/>
              <a:t>fringilla</a:t>
            </a:r>
            <a:r>
              <a:rPr lang="en-US" dirty="0"/>
              <a:t> vel, </a:t>
            </a:r>
            <a:r>
              <a:rPr lang="en-US" dirty="0" err="1"/>
              <a:t>aliquet</a:t>
            </a:r>
            <a:r>
              <a:rPr lang="en-US" dirty="0"/>
              <a:t> </a:t>
            </a:r>
            <a:r>
              <a:rPr lang="en-US" dirty="0" err="1"/>
              <a:t>nec</a:t>
            </a:r>
            <a:r>
              <a:rPr lang="en-US" dirty="0"/>
              <a:t>.</a:t>
            </a:r>
          </a:p>
          <a:p>
            <a:pPr marL="91440" marR="0" lvl="0" indent="0" algn="l" defTabSz="914400" rtl="0" eaLnBrk="1" fontAlgn="auto" latinLnBrk="0" hangingPunct="1">
              <a:lnSpc>
                <a:spcPct val="100000"/>
              </a:lnSpc>
              <a:spcBef>
                <a:spcPts val="1000"/>
              </a:spcBef>
              <a:spcAft>
                <a:spcPts val="0"/>
              </a:spcAft>
              <a:buClr>
                <a:srgbClr val="009CD6"/>
              </a:buClr>
              <a:buSzPct val="110000"/>
              <a:buFontTx/>
              <a:buNone/>
              <a:tabLst/>
              <a:defRPr/>
            </a:pPr>
            <a:r>
              <a:rPr lang="en-US" dirty="0"/>
              <a:t>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50670260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Big text 1 column">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6297178" cy="4067251"/>
          </a:xfrm>
        </p:spPr>
        <p:txBody>
          <a:bodyPr numCol="1"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56407432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3463376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Quote with big quote mark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336800"/>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8795915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Quote with photo">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658534"/>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
        <p:nvSpPr>
          <p:cNvPr id="6" name="Picture Placeholder 5">
            <a:extLst>
              <a:ext uri="{FF2B5EF4-FFF2-40B4-BE49-F238E27FC236}">
                <a16:creationId xmlns:a16="http://schemas.microsoft.com/office/drawing/2014/main" id="{BE0DB947-B9BF-4F5D-BCB3-A4E551A7C958}"/>
              </a:ext>
            </a:extLst>
          </p:cNvPr>
          <p:cNvSpPr>
            <a:spLocks noGrp="1"/>
          </p:cNvSpPr>
          <p:nvPr>
            <p:ph type="pic" sz="quarter" idx="11" hasCustomPrompt="1"/>
          </p:nvPr>
        </p:nvSpPr>
        <p:spPr>
          <a:xfrm>
            <a:off x="5473700" y="1215232"/>
            <a:ext cx="1244600" cy="1244600"/>
          </a:xfrm>
          <a:prstGeom prst="flowChartConnector">
            <a:avLst/>
          </a:prstGeom>
          <a:solidFill>
            <a:schemeClr val="bg1">
              <a:lumMod val="85000"/>
            </a:schemeClr>
          </a:solidFill>
        </p:spPr>
        <p:txBody>
          <a:bodyPr anchor="ctr"/>
          <a:lstStyle>
            <a:lvl1pPr>
              <a:defRPr sz="1400" b="0"/>
            </a:lvl1pPr>
          </a:lstStyle>
          <a:p>
            <a:r>
              <a:rPr lang="en-US" dirty="0"/>
              <a:t>Insert</a:t>
            </a:r>
            <a:br>
              <a:rPr lang="en-US" dirty="0"/>
            </a:br>
            <a:r>
              <a:rPr lang="en-US" dirty="0"/>
              <a:t>Photo</a:t>
            </a:r>
          </a:p>
        </p:txBody>
      </p:sp>
    </p:spTree>
    <p:extLst>
      <p:ext uri="{BB962C8B-B14F-4D97-AF65-F5344CB8AC3E}">
        <p14:creationId xmlns:p14="http://schemas.microsoft.com/office/powerpoint/2010/main" val="10683193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 large image (light blue bg) 2">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698526" y="1881427"/>
            <a:ext cx="10976290" cy="3985973"/>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E7FA0E66-7846-4BCB-AE09-F966602C759F}"/>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0B2556-6FCF-4306-988D-12A70352A48D}"/>
              </a:ext>
            </a:extLst>
          </p:cNvPr>
          <p:cNvSpPr>
            <a:spLocks noGrp="1"/>
          </p:cNvSpPr>
          <p:nvPr>
            <p:ph type="body" sz="quarter" idx="10"/>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Master text styles</a:t>
            </a:r>
          </a:p>
        </p:txBody>
      </p:sp>
      <p:sp>
        <p:nvSpPr>
          <p:cNvPr id="10" name="Title Placeholder 1">
            <a:extLst>
              <a:ext uri="{FF2B5EF4-FFF2-40B4-BE49-F238E27FC236}">
                <a16:creationId xmlns:a16="http://schemas.microsoft.com/office/drawing/2014/main" id="{B0DA0626-8521-4B9A-A854-E817A6A1230B}"/>
              </a:ext>
            </a:extLst>
          </p:cNvPr>
          <p:cNvSpPr>
            <a:spLocks noGrp="1"/>
          </p:cNvSpPr>
          <p:nvPr>
            <p:ph type="title"/>
          </p:nvPr>
        </p:nvSpPr>
        <p:spPr>
          <a:xfrm>
            <a:off x="688392" y="1231105"/>
            <a:ext cx="10515600" cy="568434"/>
          </a:xfrm>
          <a:prstGeom prst="rect">
            <a:avLst/>
          </a:prstGeom>
        </p:spPr>
        <p:txBody>
          <a:bodyPr vert="horz" lIns="91440" tIns="45720" rIns="91440" bIns="45720" rtlCol="0" anchor="t">
            <a:noAutofit/>
          </a:bodyPr>
          <a:lstStyle/>
          <a:p>
            <a:r>
              <a:rPr lang="en-US" dirty="0"/>
              <a:t>Click to edit Master title style</a:t>
            </a:r>
          </a:p>
        </p:txBody>
      </p:sp>
    </p:spTree>
    <p:extLst>
      <p:ext uri="{BB962C8B-B14F-4D97-AF65-F5344CB8AC3E}">
        <p14:creationId xmlns:p14="http://schemas.microsoft.com/office/powerpoint/2010/main" val="236208159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k (light blu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55F4467-8115-4C34-B39A-8E571F625EA9}"/>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06718066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Avenir Next LT Pro" panose="020B0504020202020204" pitchFamily="34" charset="0"/>
              </a:rPr>
              <a:t> </a:t>
            </a:r>
          </a:p>
        </p:txBody>
      </p:sp>
    </p:spTree>
    <p:extLst>
      <p:ext uri="{BB962C8B-B14F-4D97-AF65-F5344CB8AC3E}">
        <p14:creationId xmlns:p14="http://schemas.microsoft.com/office/powerpoint/2010/main" val="105035650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slideLayout" Target="../slideLayouts/slideLayout22.xml"/><Relationship Id="rId3"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8" name="TextBox 7">
            <a:extLst>
              <a:ext uri="{FF2B5EF4-FFF2-40B4-BE49-F238E27FC236}">
                <a16:creationId xmlns:a16="http://schemas.microsoft.com/office/drawing/2014/main" id="{69A5A063-7EAA-4705-81BD-73270FF5BA28}"/>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F4ED357C-3FA0-42D4-850C-879BB0BE1875}"/>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3452108936"/>
      </p:ext>
    </p:extLst>
  </p:cSld>
  <p:clrMap bg1="lt1" tx1="dk1" bg2="lt2" tx2="dk2" accent1="accent1" accent2="accent2" accent3="accent3" accent4="accent4" accent5="accent5" accent6="accent6" hlink="hlink" folHlink="folHlink"/>
  <p:sldLayoutIdLst>
    <p:sldLayoutId id="2147483656" r:id="rId1"/>
    <p:sldLayoutId id="2147483653" r:id="rId2"/>
    <p:sldLayoutId id="2147483652" r:id="rId3"/>
    <p:sldLayoutId id="2147483675" r:id="rId4"/>
    <p:sldLayoutId id="2147483676" r:id="rId5"/>
    <p:sldLayoutId id="2147483674" r:id="rId6"/>
    <p:sldLayoutId id="2147483672" r:id="rId7"/>
    <p:sldLayoutId id="2147483657" r:id="rId8"/>
    <p:sldLayoutId id="2147483717" r:id="rId9"/>
    <p:sldLayoutId id="2147483718" r:id="rId10"/>
    <p:sldLayoutId id="2147483719" r:id="rId11"/>
    <p:sldLayoutId id="2147483670" r:id="rId12"/>
    <p:sldLayoutId id="2147483660" r:id="rId13"/>
    <p:sldLayoutId id="2147483687" r:id="rId14"/>
    <p:sldLayoutId id="2147483707" r:id="rId15"/>
    <p:sldLayoutId id="2147483712" r:id="rId16"/>
    <p:sldLayoutId id="2147483721" r:id="rId17"/>
  </p:sldLayoutIdLst>
  <p:hf hdr="0" ftr="0" dt="0"/>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ts val="2200"/>
        </a:lnSpc>
        <a:spcBef>
          <a:spcPts val="10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6" name="TextBox 5">
            <a:extLst>
              <a:ext uri="{FF2B5EF4-FFF2-40B4-BE49-F238E27FC236}">
                <a16:creationId xmlns:a16="http://schemas.microsoft.com/office/drawing/2014/main" id="{693ABCAB-1B02-4C7B-89B1-A5BB0E479D06}"/>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7" name="TextBox 6">
            <a:extLst>
              <a:ext uri="{FF2B5EF4-FFF2-40B4-BE49-F238E27FC236}">
                <a16:creationId xmlns:a16="http://schemas.microsoft.com/office/drawing/2014/main" id="{77662A7B-D8AC-460A-9C3E-1872390023D8}"/>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497039940"/>
      </p:ext>
    </p:extLst>
  </p:cSld>
  <p:clrMap bg1="lt1" tx1="dk1" bg2="lt2" tx2="dk2" accent1="accent1" accent2="accent2" accent3="accent3" accent4="accent4" accent5="accent5" accent6="accent6" hlink="hlink" folHlink="folHlink"/>
  <p:sldLayoutIdLst>
    <p:sldLayoutId id="2147483710" r:id="rId1"/>
    <p:sldLayoutId id="2147483716" r:id="rId2"/>
    <p:sldLayoutId id="2147483711" r:id="rId3"/>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ct val="100000"/>
        </a:lnSpc>
        <a:spcBef>
          <a:spcPts val="10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1816313" y="2209801"/>
            <a:ext cx="8559373" cy="3793066"/>
          </a:xfrm>
          <a:prstGeom prst="rect">
            <a:avLst/>
          </a:prstGeom>
        </p:spPr>
        <p:txBody>
          <a:bodyPr vert="horz" lIns="91440" tIns="45720" rIns="91440" bIns="45720" rtlCol="0">
            <a:noAutofit/>
          </a:bodyPr>
          <a:lstStyle/>
          <a:p>
            <a:pPr algn="ctr"/>
            <a:r>
              <a:rPr lang="en-US" sz="2800" i="1" dirty="0">
                <a:latin typeface="Georgia" panose="02040502050405020303" pitchFamily="18" charset="0"/>
              </a:rPr>
              <a:t>We grew up with the internet. </a:t>
            </a:r>
            <a:br>
              <a:rPr lang="en-US" sz="2800" i="1" dirty="0">
                <a:latin typeface="Georgia" panose="02040502050405020303" pitchFamily="18" charset="0"/>
              </a:rPr>
            </a:br>
            <a:r>
              <a:rPr lang="en-US" sz="2800" i="1" dirty="0">
                <a:latin typeface="Georgia" panose="02040502050405020303" pitchFamily="18" charset="0"/>
              </a:rPr>
              <a:t>I mean, the internet has always been here with us. The grown-ups are like ‘Wow the internet appeared’, while it is perfectly normal for us.” </a:t>
            </a:r>
          </a:p>
        </p:txBody>
      </p:sp>
      <p:sp>
        <p:nvSpPr>
          <p:cNvPr id="8" name="TextBox 7">
            <a:extLst>
              <a:ext uri="{FF2B5EF4-FFF2-40B4-BE49-F238E27FC236}">
                <a16:creationId xmlns:a16="http://schemas.microsoft.com/office/drawing/2014/main" id="{43FB8933-3AE5-487A-8B03-0B68C8923CB0}"/>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CD9BF5BD-2163-4157-A2AF-C24DDF31C8DA}"/>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57613210"/>
      </p:ext>
    </p:extLst>
  </p:cSld>
  <p:clrMap bg1="lt1" tx1="dk1" bg2="lt2" tx2="dk2" accent1="accent1" accent2="accent2" accent3="accent3" accent4="accent4" accent5="accent5" accent6="accent6" hlink="hlink" folHlink="folHlink"/>
  <p:sldLayoutIdLst>
    <p:sldLayoutId id="2147483714" r:id="rId1"/>
    <p:sldLayoutId id="2147483715" r:id="rId2"/>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91440" indent="0" algn="ctr" defTabSz="914400" rtl="0" eaLnBrk="1" latinLnBrk="0" hangingPunct="1">
        <a:lnSpc>
          <a:spcPct val="100000"/>
        </a:lnSpc>
        <a:spcBef>
          <a:spcPts val="1000"/>
        </a:spcBef>
        <a:buClr>
          <a:srgbClr val="009CD6"/>
        </a:buClr>
        <a:buSzPct val="110000"/>
        <a:buFontTx/>
        <a:buNone/>
        <a:defRPr sz="3600" kern="1200" spc="0">
          <a:solidFill>
            <a:schemeClr val="tx1"/>
          </a:solidFill>
          <a:latin typeface="Arial" panose="020B0604020202020204" pitchFamily="34" charset="0"/>
          <a:ea typeface="+mn-ea"/>
          <a:cs typeface="Arial" panose="020B0604020202020204" pitchFamily="34" charset="0"/>
        </a:defRPr>
      </a:lvl1pPr>
      <a:lvl2pPr marL="548640" indent="0" algn="l" defTabSz="914400" rtl="0" eaLnBrk="1" latinLnBrk="0" hangingPunct="1">
        <a:lnSpc>
          <a:spcPct val="100000"/>
        </a:lnSpc>
        <a:spcBef>
          <a:spcPts val="500"/>
        </a:spcBef>
        <a:buClr>
          <a:srgbClr val="009CD6"/>
        </a:buClr>
        <a:buSzPct val="110000"/>
        <a:buFontTx/>
        <a:buNone/>
        <a:defRPr sz="2800" kern="1200" spc="0">
          <a:solidFill>
            <a:schemeClr val="tx1"/>
          </a:solidFill>
          <a:latin typeface="Arial" panose="020B0604020202020204" pitchFamily="34" charset="0"/>
          <a:ea typeface="+mn-ea"/>
          <a:cs typeface="Arial" panose="020B0604020202020204" pitchFamily="34" charset="0"/>
        </a:defRPr>
      </a:lvl2pPr>
      <a:lvl3pPr marL="10058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3pPr>
      <a:lvl4pPr marL="14630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5FAFC"/>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903303-232A-4935-AFB3-F7B88DD729A5}"/>
              </a:ext>
            </a:extLst>
          </p:cNvPr>
          <p:cNvSpPr>
            <a:spLocks noGrp="1"/>
          </p:cNvSpPr>
          <p:nvPr>
            <p:ph type="title"/>
          </p:nvPr>
        </p:nvSpPr>
        <p:spPr>
          <a:xfrm>
            <a:off x="685893"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C8383453-70D1-44FB-B9C3-2EEFC15545D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marL="228600" marR="0" lvl="0" indent="-137160" algn="l" defTabSz="914400" rtl="0" eaLnBrk="1" fontAlgn="auto" latinLnBrk="0" hangingPunct="1">
              <a:lnSpc>
                <a:spcPts val="2200"/>
              </a:lnSpc>
              <a:spcBef>
                <a:spcPts val="10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Second level</a:t>
            </a:r>
          </a:p>
          <a:p>
            <a:pPr marL="685800" marR="0" lvl="1"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Third level</a:t>
            </a:r>
          </a:p>
          <a:p>
            <a:pPr marL="1143000" marR="0" lvl="2"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Fourth level</a:t>
            </a:r>
          </a:p>
          <a:p>
            <a:pPr marL="1600200" marR="0" lvl="3"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Fifth level</a:t>
            </a:r>
          </a:p>
        </p:txBody>
      </p:sp>
      <p:sp>
        <p:nvSpPr>
          <p:cNvPr id="7" name="TextBox 6">
            <a:extLst>
              <a:ext uri="{FF2B5EF4-FFF2-40B4-BE49-F238E27FC236}">
                <a16:creationId xmlns:a16="http://schemas.microsoft.com/office/drawing/2014/main" id="{E9BFC052-984C-4106-B990-03A1EB3873C1}"/>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8" name="TextBox 7">
            <a:extLst>
              <a:ext uri="{FF2B5EF4-FFF2-40B4-BE49-F238E27FC236}">
                <a16:creationId xmlns:a16="http://schemas.microsoft.com/office/drawing/2014/main" id="{DB202A0A-9127-4C98-B796-7DD30E32B3B1}"/>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86103942"/>
      </p:ext>
    </p:extLst>
  </p:cSld>
  <p:clrMap bg1="lt1" tx1="dk1" bg2="lt2" tx2="dk2" accent1="accent1" accent2="accent2" accent3="accent3" accent4="accent4" accent5="accent5" accent6="accent6" hlink="hlink" folHlink="folHlink"/>
  <p:sldLayoutIdLst>
    <p:sldLayoutId id="2147483696" r:id="rId1"/>
    <p:sldLayoutId id="2147483678" r:id="rId2"/>
    <p:sldLayoutId id="2147483720" r:id="rId3"/>
  </p:sldLayoutIdLst>
  <p:txStyles>
    <p:titleStyle>
      <a:lvl1pPr algn="l" defTabSz="914400" rtl="0" eaLnBrk="1" latinLnBrk="0" hangingPunct="1">
        <a:lnSpc>
          <a:spcPct val="9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png"/><Relationship Id="rId3" Type="http://schemas.openxmlformats.org/officeDocument/2006/relationships/image" Target="../media/image2.jpeg"/><Relationship Id="rId4" Type="http://schemas.openxmlformats.org/officeDocument/2006/relationships/image" Target="../media/image3.svg"/><Relationship Id="rId5" Type="http://schemas.openxmlformats.org/officeDocument/2006/relationships/notesSlide" Target="../notesSlides/notesSlide2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1" name="Straight Connector 10">
            <a:extLst>
              <a:ext uri="{FF2B5EF4-FFF2-40B4-BE49-F238E27FC236}">
                <a16:creationId xmlns:a16="http://schemas.microsoft.com/office/drawing/2014/main" id="{D9AD66F2-F7C0-4D03-9150-D28F17AC561D}"/>
              </a:ext>
            </a:extLst>
          </p:cNvPr>
          <p:cNvCxnSpPr>
            <a:cxnSpLocks/>
          </p:cNvCxnSpPr>
          <p:nvPr/>
        </p:nvCxnSpPr>
        <p:spPr>
          <a:xfrm>
            <a:off x="373021" y="2198718"/>
            <a:ext cx="6843567" cy="0"/>
          </a:xfrm>
          <a:prstGeom prst="line">
            <a:avLst/>
          </a:prstGeom>
          <a:ln w="12700">
            <a:solidFill>
              <a:srgbClr val="009CD6"/>
            </a:solidFill>
          </a:ln>
        </p:spPr>
        <p:style>
          <a:lnRef idx="1">
            <a:schemeClr val="accent1"/>
          </a:lnRef>
          <a:fillRef idx="0">
            <a:schemeClr val="accent1"/>
          </a:fillRef>
          <a:effectRef idx="0">
            <a:schemeClr val="accent1"/>
          </a:effectRef>
          <a:fontRef idx="minor">
            <a:schemeClr val="tx1"/>
          </a:fontRef>
        </p:style>
      </p:cxnSp>
      <p:sp>
        <p:nvSpPr>
          <p:cNvPr id="12" name="Title 9">
            <a:extLst>
              <a:ext uri="{FF2B5EF4-FFF2-40B4-BE49-F238E27FC236}">
                <a16:creationId xmlns:a16="http://schemas.microsoft.com/office/drawing/2014/main" id="{EEB08032-CE0E-4986-AEDF-A41026C0E8B9}"/>
              </a:ext>
            </a:extLst>
          </p:cNvPr>
          <p:cNvSpPr txBox="1">
            <a:spLocks/>
          </p:cNvSpPr>
          <p:nvPr/>
        </p:nvSpPr>
        <p:spPr>
          <a:xfrm>
            <a:off x="237734" y="702833"/>
            <a:ext cx="6432007" cy="1218817"/>
          </a:xfrm>
          <a:prstGeom prst="rect">
            <a:avLst/>
          </a:prstGeom>
        </p:spPr>
        <p:txBody>
          <a:bodyPr anchor="b">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r>
              <a:rPr sz="2400" b="1" i="0">
                <a:solidFill>
                  <a:srgbClr val="1A1A1A"/>
                </a:solidFill>
                <a:latin typeface="Arial"/>
              </a:rPr>
              <a:t>6.6 — Roll it out — from one sector to a national EA practice</a:t>
            </a:r>
          </a:p>
        </p:txBody>
      </p:sp>
      <p:pic>
        <p:nvPicPr>
          <p:cNvPr id="7" name="Picture 6">
            <a:extLst>
              <a:ext uri="{FF2B5EF4-FFF2-40B4-BE49-F238E27FC236}">
                <a16:creationId xmlns:a16="http://schemas.microsoft.com/office/drawing/2014/main" id="{A2066351-C569-4C4C-A096-308777FCDC32}"/>
              </a:ext>
            </a:extLst>
          </p:cNvPr>
          <p:cNvPicPr>
            <a:picLocks noChangeAspect="1"/>
          </p:cNvPicPr>
          <p:nvPr/>
        </p:nvPicPr>
        <p:blipFill>
          <a:blip r:embed="rId2">
            <a:extLst>
              <a:ext uri="{28A0092B-C50C-407E-A947-70E740481C1C}">
                <a14:useLocalDpi xmlns:a14="http://schemas.microsoft.com/office/drawing/2010/main" val="0"/>
              </a:ext>
            </a:extLst>
          </a:blip>
          <a:srcRect t="20219" b="14729"/>
          <a:stretch>
            <a:fillRect/>
          </a:stretch>
        </p:blipFill>
        <p:spPr>
          <a:xfrm>
            <a:off x="0" y="5620871"/>
            <a:ext cx="1323975" cy="1218816"/>
          </a:xfrm>
          <a:prstGeom prst="rect">
            <a:avLst/>
          </a:prstGeom>
        </p:spPr>
      </p:pic>
      <p:sp>
        <p:nvSpPr>
          <p:cNvPr id="14" name="Title 9">
            <a:extLst>
              <a:ext uri="{FF2B5EF4-FFF2-40B4-BE49-F238E27FC236}">
                <a16:creationId xmlns:a16="http://schemas.microsoft.com/office/drawing/2014/main" id="{B5087B80-3EE4-1881-0130-ED58CA625092}"/>
              </a:ext>
            </a:extLst>
          </p:cNvPr>
          <p:cNvSpPr txBox="1">
            <a:spLocks/>
          </p:cNvSpPr>
          <p:nvPr/>
        </p:nvSpPr>
        <p:spPr>
          <a:xfrm>
            <a:off x="284452" y="2475786"/>
            <a:ext cx="6382893" cy="953213"/>
          </a:xfrm>
          <a:prstGeom prst="rect">
            <a:avLst/>
          </a:prstGeom>
        </p:spPr>
        <p:txBody>
          <a:bodyPr anchor="t">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pPr marL="0" marR="0" lvl="0" indent="0" rtl="0">
              <a:spcBef>
                <a:spcPts val="600"/>
              </a:spcBef>
              <a:spcAft>
                <a:spcPts val="0"/>
              </a:spcAft>
              <a:buNone/>
            </a:pPr>
            <a:r>
              <a:rPr sz="1300" b="1" i="0">
                <a:solidFill>
                  <a:srgbClr val="006E96"/>
                </a:solidFill>
                <a:latin typeface="Arial"/>
              </a:rPr>
              <a:t>KP1 · Government Enterprise Architecture · Module 6 · Video 6.6</a:t>
            </a:r>
          </a:p>
          <a:p>
            <a:r>
              <a:rPr sz="1200" b="0" i="1">
                <a:solidFill>
                  <a:srgbClr val="595959"/>
                </a:solidFill>
                <a:latin typeface="Arial"/>
              </a:rPr>
              <a:t>Rolling this out nationally is itself a wave roadmap — start with one sector that proves the pattern and builds the shared platforms, then bring sectors on one at a time, each cheaper than the last, until the architecture is how your whole government works.</a:t>
            </a:r>
          </a:p>
        </p:txBody>
      </p:sp>
      <p:sp>
        <p:nvSpPr>
          <p:cNvPr id="17" name="Title 9">
            <a:extLst>
              <a:ext uri="{FF2B5EF4-FFF2-40B4-BE49-F238E27FC236}">
                <a16:creationId xmlns:a16="http://schemas.microsoft.com/office/drawing/2014/main" id="{5E8796F7-DD26-D250-5E97-B38B22298E72}"/>
              </a:ext>
            </a:extLst>
          </p:cNvPr>
          <p:cNvSpPr txBox="1">
            <a:spLocks/>
          </p:cNvSpPr>
          <p:nvPr/>
        </p:nvSpPr>
        <p:spPr>
          <a:xfrm>
            <a:off x="284452" y="4363897"/>
            <a:ext cx="6382893" cy="953213"/>
          </a:xfrm>
          <a:prstGeom prst="rect">
            <a:avLst/>
          </a:prstGeom>
        </p:spPr>
        <p:txBody>
          <a:bodyPr anchor="t">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pPr marL="0" marR="0" lvl="0" indent="0" rtl="0">
              <a:spcBef>
                <a:spcPts val="600"/>
              </a:spcBef>
              <a:spcAft>
                <a:spcPts val="1200"/>
              </a:spcAft>
              <a:buNone/>
            </a:pPr>
            <a:r>
              <a:rPr sz="1400" b="1" i="0">
                <a:solidFill>
                  <a:srgbClr val="1A1A1A"/>
                </a:solidFill>
                <a:latin typeface="Arial"/>
              </a:rPr>
              <a:t>Length: </a:t>
            </a:r>
            <a:r>
              <a:rPr sz="1400" b="0" i="0">
                <a:solidFill>
                  <a:srgbClr val="1A1A1A"/>
                </a:solidFill>
                <a:latin typeface="Arial"/>
              </a:rPr>
              <a:t>~4 mins</a:t>
            </a:r>
          </a:p>
          <a:p>
            <a:r>
              <a:rPr sz="1400" b="1" i="0">
                <a:solidFill>
                  <a:srgbClr val="1A1A1A"/>
                </a:solidFill>
                <a:latin typeface="Arial"/>
              </a:rPr>
              <a:t>Target audience: </a:t>
            </a:r>
            <a:r>
              <a:rPr sz="1400" b="0" i="0">
                <a:solidFill>
                  <a:srgbClr val="1A1A1A"/>
                </a:solidFill>
                <a:latin typeface="Arial"/>
              </a:rPr>
              <a:t>Director-general · head of a sectoral ICT unit · technical secretary</a:t>
            </a:r>
          </a:p>
        </p:txBody>
      </p:sp>
      <p:sp>
        <p:nvSpPr>
          <p:cNvPr id="18" name="Rectangle 17"/>
          <p:cNvSpPr/>
          <p:nvPr/>
        </p:nvSpPr>
        <p:spPr>
          <a:xfrm>
            <a:off x="7022592" y="0"/>
            <a:ext cx="5169103" cy="6858000"/>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52360" y="457200"/>
            <a:ext cx="4297680" cy="457200"/>
          </a:xfrm>
          <a:prstGeom prst="rect">
            <a:avLst/>
          </a:prstGeom>
          <a:noFill/>
        </p:spPr>
        <p:txBody>
          <a:bodyPr wrap="square">
            <a:spAutoFit/>
          </a:bodyPr>
          <a:lstStyle/>
          <a:p>
            <a:r>
              <a:rPr sz="1100" b="1" i="0">
                <a:solidFill>
                  <a:srgbClr val="E5F5FB"/>
                </a:solidFill>
                <a:latin typeface="Arial"/>
              </a:rPr>
              <a:t>THE CASE YOU CARRY INTO THE ROOM</a:t>
            </a:r>
          </a:p>
        </p:txBody>
      </p:sp>
      <p:sp>
        <p:nvSpPr>
          <p:cNvPr id="20" name="Rounded Rectangle 19"/>
          <p:cNvSpPr/>
          <p:nvPr/>
        </p:nvSpPr>
        <p:spPr>
          <a:xfrm>
            <a:off x="7452360" y="960120"/>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Proven — four real governments</a:t>
            </a:r>
          </a:p>
        </p:txBody>
      </p:sp>
      <p:sp>
        <p:nvSpPr>
          <p:cNvPr id="21" name="Rounded Rectangle 20"/>
          <p:cNvSpPr/>
          <p:nvPr/>
        </p:nvSpPr>
        <p:spPr>
          <a:xfrm>
            <a:off x="7452360" y="1892808"/>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Portable — sector after sector</a:t>
            </a:r>
          </a:p>
        </p:txBody>
      </p:sp>
      <p:sp>
        <p:nvSpPr>
          <p:cNvPr id="22" name="Rounded Rectangle 21"/>
          <p:cNvSpPr/>
          <p:nvPr/>
        </p:nvSpPr>
        <p:spPr>
          <a:xfrm>
            <a:off x="7452360" y="2825496"/>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The commitment — the one page</a:t>
            </a:r>
          </a:p>
        </p:txBody>
      </p:sp>
      <p:sp>
        <p:nvSpPr>
          <p:cNvPr id="23" name="Rounded Rectangle 22"/>
          <p:cNvSpPr/>
          <p:nvPr/>
        </p:nvSpPr>
        <p:spPr>
          <a:xfrm>
            <a:off x="7452360" y="3758184"/>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The capability — your own people</a:t>
            </a:r>
          </a:p>
        </p:txBody>
      </p:sp>
      <p:sp>
        <p:nvSpPr>
          <p:cNvPr id="24" name="Rounded Rectangle 23"/>
          <p:cNvSpPr/>
          <p:nvPr/>
        </p:nvSpPr>
        <p:spPr>
          <a:xfrm>
            <a:off x="7452360" y="4690872"/>
            <a:ext cx="3840480" cy="658368"/>
          </a:xfrm>
          <a:prstGeom prst="roundRect">
            <a:avLst>
              <a:gd name="adj" fmla="val 14000"/>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FFFFFF"/>
                </a:solidFill>
                <a:latin typeface="Arial"/>
              </a:rPr>
              <a:t>Necessary now, not just useful</a:t>
            </a:r>
          </a:p>
        </p:txBody>
      </p:sp>
      <p:sp>
        <p:nvSpPr>
          <p:cNvPr id="25" name="TextBox 24"/>
          <p:cNvSpPr txBox="1"/>
          <p:nvPr/>
        </p:nvSpPr>
        <p:spPr>
          <a:xfrm>
            <a:off x="7452360" y="5806440"/>
            <a:ext cx="4297680" cy="731520"/>
          </a:xfrm>
          <a:prstGeom prst="rect">
            <a:avLst/>
          </a:prstGeom>
          <a:noFill/>
        </p:spPr>
        <p:txBody>
          <a:bodyPr wrap="square">
            <a:spAutoFit/>
          </a:bodyPr>
          <a:lstStyle/>
          <a:p>
            <a:r>
              <a:rPr sz="1200" b="0" i="0">
                <a:solidFill>
                  <a:srgbClr val="FFFFFF"/>
                </a:solidFill>
                <a:latin typeface="Arial"/>
              </a:rPr>
              <a:t>4 governments · 4 killers to design out · 1 page for the minister</a:t>
            </a:r>
          </a:p>
        </p:txBody>
      </p:sp>
    </p:spTree>
    <p:extLst>
      <p:ext uri="{BB962C8B-B14F-4D97-AF65-F5344CB8AC3E}">
        <p14:creationId xmlns:p14="http://schemas.microsoft.com/office/powerpoint/2010/main" val="1196800265"/>
      </p:ext>
    </p:extLst>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6 · VIDEO 6.6</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6.6</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Roll it out — from one sector to a national EA practice</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Rolling this out nationally is itself a wave roadmap — start with one sector that proves the pattern and builds the shared platforms, then bring sectors on one at a time, each cheaper than the last, until the architecture is how your whole government works.</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~4 minutes · standalone video · voice-over on text slides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Wave 1 looks like one sector. It is the foundation the rollout stands on</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Pick the sector with a clear flagship the minister cares about — the single learner record, the single patient record — and run the full method there, end to end.</a:t>
            </a:r>
          </a:p>
          <a:p>
            <a:pPr>
              <a:spcAft>
                <a:spcPts val="1200"/>
              </a:spcAft>
            </a:pPr>
            <a:r>
              <a:rPr sz="2000" b="0" i="0">
                <a:solidFill>
                  <a:srgbClr val="1A1A1A"/>
                </a:solidFill>
                <a:latin typeface="Arial"/>
              </a:rPr>
              <a:t>But notice what Wave 1 really builds: not just that sector's architecture, but the national foundations — the permanent team, the governance board, and the first shared platforms like identity and data exchange.</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One sector, done well — and the national foundations, laid.</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6.6 · Roll it out — from one sector to a national EA practice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From Wave 2 the rollout accelerates instead of getting harder</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Each new sector consumes the shared platforms Wave 1 built, runs a lighter method because the team, the framework and the governance are already in place, and delivers faster for less.</a:t>
            </a:r>
          </a:p>
          <a:p>
            <a:pPr>
              <a:spcAft>
                <a:spcPts val="1200"/>
              </a:spcAft>
            </a:pPr>
            <a:r>
              <a:rPr sz="2000" b="0" i="0">
                <a:solidFill>
                  <a:srgbClr val="1A1A1A"/>
                </a:solidFill>
                <a:latin typeface="Arial"/>
              </a:rPr>
              <a:t>Every sector that joins makes the next one easier still — the platforms get more complete and the team more practised.</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The opposite of a programme that gets harder under its own weight.</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6.6 · Roll it out — from one sector to a national EA practice</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Govern the rollout — do not just launch it</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The same board that reviews projects inside a sector governs the national pipeline: which sector comes next, what each must reuse, and where an exception is genuinely warranted.</a:t>
            </a:r>
          </a:p>
          <a:p>
            <a:pPr>
              <a:spcAft>
                <a:spcPts val="1200"/>
              </a:spcAft>
            </a:pPr>
            <a:r>
              <a:rPr sz="2000" b="0" i="0">
                <a:solidFill>
                  <a:srgbClr val="1A1A1A"/>
                </a:solidFill>
                <a:latin typeface="Arial"/>
              </a:rPr>
              <a:t>A rollout that is launched and left drifts back into fragmentation, one sector at a time.</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A governed rollout compounds into a single national architecture.</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6.6 · Roll it out — from one sector to a national EA practice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One page, every quarter — the national scorecard</a:t>
            </a:r>
          </a:p>
        </p:txBody>
      </p:sp>
      <p:sp>
        <p:nvSpPr>
          <p:cNvPr id="4" name="TextBox 3"/>
          <p:cNvSpPr txBox="1"/>
          <p:nvPr/>
        </p:nvSpPr>
        <p:spPr>
          <a:xfrm>
            <a:off x="658368" y="1463040"/>
            <a:ext cx="10984687" cy="1386839"/>
          </a:xfrm>
          <a:prstGeom prst="rect">
            <a:avLst/>
          </a:prstGeom>
          <a:noFill/>
        </p:spPr>
        <p:txBody>
          <a:bodyPr wrap="square">
            <a:spAutoFit/>
          </a:bodyPr>
          <a:lstStyle/>
          <a:p>
            <a:pPr>
              <a:spcAft>
                <a:spcPts val="300"/>
              </a:spcAft>
            </a:pPr>
            <a:r>
              <a:rPr sz="1900" b="1" i="0">
                <a:solidFill>
                  <a:srgbClr val="1A1A1A"/>
                </a:solidFill>
                <a:latin typeface="Arial"/>
              </a:rPr>
              <a:t>Sectors live</a:t>
            </a:r>
          </a:p>
          <a:p>
            <a:pPr>
              <a:spcAft>
                <a:spcPts val="300"/>
              </a:spcAft>
            </a:pPr>
            <a:r>
              <a:rPr sz="1550" b="0" i="0">
                <a:solidFill>
                  <a:srgbClr val="595959"/>
                </a:solidFill>
                <a:latin typeface="Arial"/>
              </a:rPr>
              <a:t>How many have run the method end to end.</a:t>
            </a:r>
          </a:p>
        </p:txBody>
      </p:sp>
      <p:sp>
        <p:nvSpPr>
          <p:cNvPr id="5" name="Rectangle 4"/>
          <p:cNvSpPr/>
          <p:nvPr/>
        </p:nvSpPr>
        <p:spPr>
          <a:xfrm>
            <a:off x="621792" y="2854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895600"/>
            <a:ext cx="10984687" cy="1386839"/>
          </a:xfrm>
          <a:prstGeom prst="rect">
            <a:avLst/>
          </a:prstGeom>
          <a:noFill/>
        </p:spPr>
        <p:txBody>
          <a:bodyPr wrap="square">
            <a:spAutoFit/>
          </a:bodyPr>
          <a:lstStyle/>
          <a:p>
            <a:pPr>
              <a:spcAft>
                <a:spcPts val="300"/>
              </a:spcAft>
            </a:pPr>
            <a:r>
              <a:rPr sz="1900" b="1" i="0">
                <a:solidFill>
                  <a:srgbClr val="1A1A1A"/>
                </a:solidFill>
                <a:latin typeface="Arial"/>
              </a:rPr>
              <a:t>The re-use rate across them</a:t>
            </a:r>
          </a:p>
          <a:p>
            <a:pPr>
              <a:spcAft>
                <a:spcPts val="300"/>
              </a:spcAft>
            </a:pPr>
            <a:r>
              <a:rPr sz="1550" b="0" i="0">
                <a:solidFill>
                  <a:srgbClr val="595959"/>
                </a:solidFill>
                <a:latin typeface="Arial"/>
              </a:rPr>
              <a:t>How much of the new work consumes a shared block instead of rebuilding it.</a:t>
            </a:r>
          </a:p>
        </p:txBody>
      </p:sp>
      <p:sp>
        <p:nvSpPr>
          <p:cNvPr id="7" name="Rectangle 6"/>
          <p:cNvSpPr/>
          <p:nvPr/>
        </p:nvSpPr>
        <p:spPr>
          <a:xfrm>
            <a:off x="621792" y="4287011"/>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4328159"/>
            <a:ext cx="10984687" cy="1386839"/>
          </a:xfrm>
          <a:prstGeom prst="rect">
            <a:avLst/>
          </a:prstGeom>
          <a:noFill/>
        </p:spPr>
        <p:txBody>
          <a:bodyPr wrap="square">
            <a:spAutoFit/>
          </a:bodyPr>
          <a:lstStyle/>
          <a:p>
            <a:pPr>
              <a:spcAft>
                <a:spcPts val="300"/>
              </a:spcAft>
            </a:pPr>
            <a:r>
              <a:rPr sz="1900" b="1" i="0">
                <a:solidFill>
                  <a:srgbClr val="1A1A1A"/>
                </a:solidFill>
                <a:latin typeface="Arial"/>
              </a:rPr>
              <a:t>Shared platforms in place</a:t>
            </a:r>
          </a:p>
          <a:p>
            <a:pPr>
              <a:spcAft>
                <a:spcPts val="300"/>
              </a:spcAft>
            </a:pPr>
            <a:r>
              <a:rPr sz="1550" b="0" i="0">
                <a:solidFill>
                  <a:srgbClr val="595959"/>
                </a:solidFill>
                <a:latin typeface="Arial"/>
              </a:rPr>
              <a:t>Which of identity, payments and data exchange are authoritative and available.</a:t>
            </a:r>
          </a:p>
        </p:txBody>
      </p:sp>
      <p:sp>
        <p:nvSpPr>
          <p:cNvPr id="9" name="TextBox 8"/>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It sustains funding across a change of government, and catches a drifting sector early.</a:t>
            </a:r>
          </a:p>
        </p:txBody>
      </p:sp>
      <p:sp>
        <p:nvSpPr>
          <p:cNvPr id="10" name="TextBox 9"/>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6.6 · Roll it out — from one sector to a national EA practice</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Roll it out as a wave roadmap — one sector first to prove the pattern and build the shared platforms, then sectors one at a time, each cheaper, governed into a single national architecture.</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TextBox 3"/>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6.6 · Roll it out — from one sector to a national EA practice</a:t>
            </a:r>
          </a:p>
        </p:txBody>
      </p:sp>
      <p:sp>
        <p:nvSpPr>
          <p:cNvPr id="5" name="TextBox 4"/>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§5.7 (Recommended Roadmap)</a:t>
            </a:r>
          </a:p>
          <a:p>
            <a:pPr>
              <a:spcAft>
                <a:spcPts val="1200"/>
              </a:spcAft>
            </a:pPr>
            <a:r>
              <a:rPr sz="1700" b="0" i="0">
                <a:solidFill>
                  <a:srgbClr val="1A1A1A"/>
                </a:solidFill>
                <a:latin typeface="Arial"/>
              </a:rPr>
              <a:t>•  PAERA v1.0 — §5.4 (Organisational Assessment &amp; Roadmap)</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6.6 · Roll it out — from one sector to a national EA practice</a:t>
            </a:r>
          </a:p>
        </p:txBody>
      </p:sp>
    </p:spTree>
  </p:cSld>
  <p:clrMapOvr>
    <a:masterClrMapping/>
  </p:clrMapOvr>
</p:sld>
</file>

<file path=ppt/theme/theme1.xml><?xml version="1.0" encoding="utf-8"?>
<a:theme xmlns:a="http://schemas.openxmlformats.org/drawingml/2006/main" name="ITU Theme - Whit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0000"/>
      </a:hlink>
      <a:folHlink>
        <a:srgbClr val="757070"/>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A0500DBE-3369-4A4A-B28D-9AE5003E2570}"/>
    </a:ext>
  </a:extLst>
</a:theme>
</file>

<file path=ppt/theme/theme2.xml><?xml version="1.0" encoding="utf-8"?>
<a:theme xmlns:a="http://schemas.openxmlformats.org/drawingml/2006/main" name="Big text">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EA5A528F-177A-4F34-B410-08836428AF20}"/>
    </a:ext>
  </a:extLst>
</a:theme>
</file>

<file path=ppt/theme/theme3.xml><?xml version="1.0" encoding="utf-8"?>
<a:theme xmlns:a="http://schemas.openxmlformats.org/drawingml/2006/main" name="Quote Slide">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B0771621-B97B-4C13-9C8D-7F1D735791AC}"/>
    </a:ext>
  </a:extLst>
</a:theme>
</file>

<file path=ppt/theme/theme4.xml><?xml version="1.0" encoding="utf-8"?>
<a:theme xmlns:a="http://schemas.openxmlformats.org/drawingml/2006/main" name="ITU Theme light blu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D1ECFA71-5D53-4A3F-BEBD-1C69573B5224}"/>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ed7f0f61-51dd-499b-8f04-7c837a526382">
      <Terms xmlns="http://schemas.microsoft.com/office/infopath/2007/PartnerControls"/>
    </lcf76f155ced4ddcb4097134ff3c332f>
    <TaxCatchAll xmlns="ab90e5c9-10d8-4476-84ba-6005a25f4984"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53A3A08329EEE04EB33D96A577905A26" ma:contentTypeVersion="19" ma:contentTypeDescription="Create a new document." ma:contentTypeScope="" ma:versionID="a8087e2cbe64624dcde6ca4894bfb0b6">
  <xsd:schema xmlns:xsd="http://www.w3.org/2001/XMLSchema" xmlns:xs="http://www.w3.org/2001/XMLSchema" xmlns:p="http://schemas.microsoft.com/office/2006/metadata/properties" xmlns:ns2="ed7f0f61-51dd-499b-8f04-7c837a526382" xmlns:ns3="ab90e5c9-10d8-4476-84ba-6005a25f4984" targetNamespace="http://schemas.microsoft.com/office/2006/metadata/properties" ma:root="true" ma:fieldsID="2701f39123c6a01fbf026076f5c6add9" ns2:_="" ns3:_="">
    <xsd:import namespace="ed7f0f61-51dd-499b-8f04-7c837a526382"/>
    <xsd:import namespace="ab90e5c9-10d8-4476-84ba-6005a25f4984"/>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MediaServiceDateTaken" minOccurs="0"/>
                <xsd:element ref="ns2:MediaLengthInSeconds" minOccurs="0"/>
                <xsd:element ref="ns2:MediaServiceAutoTags" minOccurs="0"/>
                <xsd:element ref="ns2:MediaServiceOCR" minOccurs="0"/>
                <xsd:element ref="ns2:MediaServiceGenerationTime" minOccurs="0"/>
                <xsd:element ref="ns2:MediaServiceEventHashCode" minOccurs="0"/>
                <xsd:element ref="ns2:lcf76f155ced4ddcb4097134ff3c332f" minOccurs="0"/>
                <xsd:element ref="ns3:TaxCatchAll" minOccurs="0"/>
                <xsd:element ref="ns2:MediaServiceLocation"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d7f0f61-51dd-499b-8f04-7c837a52638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4" nillable="true" ma:displayName="MediaServiceDateTaken" ma:hidden="true" ma:internalName="MediaServiceDateTaken"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MediaServiceAutoTags" ma:index="16" nillable="true" ma:displayName="Tags" ma:internalName="MediaServiceAutoTags"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lcf76f155ced4ddcb4097134ff3c332f" ma:index="21" nillable="true" ma:taxonomy="true" ma:internalName="lcf76f155ced4ddcb4097134ff3c332f" ma:taxonomyFieldName="MediaServiceImageTags" ma:displayName="Image Tags" ma:readOnly="false" ma:fieldId="{5cf76f15-5ced-4ddc-b409-7134ff3c332f}" ma:taxonomyMulti="true" ma:sspId="0e895586-ec57-4162-862b-45953123501e" ma:termSetId="09814cd3-568e-fe90-9814-8d621ff8fb84" ma:anchorId="fba54fb3-c3e1-fe81-a776-ca4b69148c4d" ma:open="true" ma:isKeyword="false">
      <xsd:complexType>
        <xsd:sequence>
          <xsd:element ref="pc:Terms" minOccurs="0" maxOccurs="1"/>
        </xsd:sequence>
      </xsd:complexType>
    </xsd:element>
    <xsd:element name="MediaServiceLocation" ma:index="23" nillable="true" ma:displayName="Location" ma:indexed="true" ma:internalName="MediaServiceLocation" ma:readOnly="true">
      <xsd:simpleType>
        <xsd:restriction base="dms:Text"/>
      </xsd:simple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MediaServiceBillingMetadata" ma:index="26"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ab90e5c9-10d8-4476-84ba-6005a25f4984"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22" nillable="true" ma:displayName="Taxonomy Catch All Column" ma:hidden="true" ma:list="{f45fae84-f8a8-4d35-b240-8a5cf95bb259}" ma:internalName="TaxCatchAll" ma:showField="CatchAllData" ma:web="ab90e5c9-10d8-4476-84ba-6005a25f498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F615F30-55BC-4400-8171-49B6C1A1BF75}">
  <ds:schemaRefs>
    <ds:schemaRef ds:uri="http://schemas.microsoft.com/office/2006/metadata/properties"/>
    <ds:schemaRef ds:uri="http://schemas.microsoft.com/office/infopath/2007/PartnerControls"/>
    <ds:schemaRef ds:uri="http://schemas.microsoft.com/sharepoint/v3"/>
    <ds:schemaRef ds:uri="ed7f0f61-51dd-499b-8f04-7c837a526382"/>
    <ds:schemaRef ds:uri="ab90e5c9-10d8-4476-84ba-6005a25f4984"/>
  </ds:schemaRefs>
</ds:datastoreItem>
</file>

<file path=customXml/itemProps2.xml><?xml version="1.0" encoding="utf-8"?>
<ds:datastoreItem xmlns:ds="http://schemas.openxmlformats.org/officeDocument/2006/customXml" ds:itemID="{A48191B6-3A4E-47E8-99A3-94A5982E1B43}">
  <ds:schemaRefs>
    <ds:schemaRef ds:uri="http://schemas.microsoft.com/sharepoint/v3/contenttype/forms"/>
  </ds:schemaRefs>
</ds:datastoreItem>
</file>

<file path=customXml/itemProps3.xml><?xml version="1.0" encoding="utf-8"?>
<ds:datastoreItem xmlns:ds="http://schemas.openxmlformats.org/officeDocument/2006/customXml" ds:itemID="{68C4513F-118C-4668-805A-58D1CE3FDA8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d7f0f61-51dd-499b-8f04-7c837a526382"/>
    <ds:schemaRef ds:uri="ab90e5c9-10d8-4476-84ba-6005a25f498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ITU_Powerpoint_standard_template_16x9__July_2022</Template>
  <TotalTime>462</TotalTime>
  <Words>2240</Words>
  <Application>Microsoft Office PowerPoint</Application>
  <PresentationFormat>Widescreen</PresentationFormat>
  <Paragraphs>473</Paragraphs>
  <Slides>38</Slides>
  <Notes>20</Notes>
  <HiddenSlides>0</HiddenSlides>
  <MMClips>0</MMClips>
  <ScaleCrop>false</ScaleCrop>
  <HeadingPairs>
    <vt:vector size="6" baseType="variant">
      <vt:variant>
        <vt:lpstr>Fonts Used</vt:lpstr>
      </vt:variant>
      <vt:variant>
        <vt:i4>6</vt:i4>
      </vt:variant>
      <vt:variant>
        <vt:lpstr>Theme</vt:lpstr>
      </vt:variant>
      <vt:variant>
        <vt:i4>4</vt:i4>
      </vt:variant>
      <vt:variant>
        <vt:lpstr>Slide Titles</vt:lpstr>
      </vt:variant>
      <vt:variant>
        <vt:i4>38</vt:i4>
      </vt:variant>
    </vt:vector>
  </HeadingPairs>
  <TitlesOfParts>
    <vt:vector size="48" baseType="lpstr">
      <vt:lpstr>Arial</vt:lpstr>
      <vt:lpstr>Avenir Next LT Pro</vt:lpstr>
      <vt:lpstr>Calibri</vt:lpstr>
      <vt:lpstr>Georgia</vt:lpstr>
      <vt:lpstr>Lato Light</vt:lpstr>
      <vt:lpstr>Roboto</vt:lpstr>
      <vt:lpstr>ITU Theme - White bg</vt:lpstr>
      <vt:lpstr>Big text</vt:lpstr>
      <vt:lpstr>Quote Slide</vt:lpstr>
      <vt:lpstr>ITU Theme light blue bg</vt:lpstr>
      <vt:lpstr>PowerPoint Presentation</vt:lpstr>
      <vt:lpstr>PowerPoint Presentation</vt:lpstr>
      <vt:lpstr>Slide title text Arial Bold 28pt</vt:lpstr>
      <vt:lpstr>PowerPoint Presentation</vt:lpstr>
      <vt:lpstr>Long slide title  goes here second line here</vt:lpstr>
      <vt:lpstr>Slide title goes here second line of slide title goes here </vt:lpstr>
      <vt:lpstr>Long slide title goes here second line here</vt:lpstr>
      <vt:lpstr>Long slide title goes here second line of slide title here third line goes here</vt:lpstr>
      <vt:lpstr>Long slide title goes here second line of slide title here third line goes here</vt:lpstr>
      <vt:lpstr>Slide title goes here</vt:lpstr>
      <vt:lpstr>PowerPoint Presentation</vt:lpstr>
      <vt:lpstr>Click to add slide title here  </vt:lpstr>
      <vt:lpstr>Click to add slide title here </vt:lpstr>
      <vt:lpstr>PowerPoint Presentation</vt:lpstr>
      <vt:lpstr>PowerPoint Presentation</vt:lpstr>
      <vt:lpstr>PowerPoint Presentation</vt:lpstr>
      <vt:lpstr>PowerPoint Presentation</vt:lpstr>
      <vt:lpstr>Placeholder text for slide title</vt:lpstr>
      <vt:lpstr>Simple table</vt:lpstr>
      <vt:lpstr>PowerPoint Presentation</vt:lpstr>
      <vt:lpstr>Figure 1: Figure title</vt:lpstr>
      <vt:lpstr>Graphics</vt:lpstr>
      <vt:lpstr>PowerPoint Presentation</vt:lpstr>
      <vt:lpstr>PowerPoint Presentation</vt:lpstr>
      <vt:lpstr>PowerPoint Presentation</vt:lpstr>
      <vt:lpstr>PowerPoint Presentation</vt:lpstr>
      <vt:lpstr>PowerPoint Presentation</vt:lpstr>
      <vt:lpstr>Figure Title</vt:lpstr>
      <vt:lpstr>Figure Title</vt:lpstr>
      <vt:lpstr>Figure Title</vt:lpstr>
      <vt:lpstr>Key figures</vt:lpstr>
      <vt:lpstr>PowerPoint Presentation</vt:lpstr>
      <vt:lpstr>Timeline title</vt:lpstr>
      <vt:lpstr>Timeline title</vt:lpstr>
      <vt:lpstr>Timeline title</vt:lpstr>
      <vt:lpstr>PowerPoint Presentation</vt:lpstr>
      <vt:lpstr>ITU Blue</vt:lpstr>
      <vt:lpstr>PowerPoint Presentation</vt:lpstr>
    </vt:vector>
  </TitlesOfParts>
  <Company>ITU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CHIMA HERNANDEZ, Maria Fernanda</dc:creator>
  <cp:lastModifiedBy>Anselmino, Carolina</cp:lastModifiedBy>
  <cp:revision>1</cp:revision>
  <dcterms:created xsi:type="dcterms:W3CDTF">2026-05-08T11:19:41Z</dcterms:created>
  <dcterms:modified xsi:type="dcterms:W3CDTF">2026-07-22T19:37:40Z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0x01010053A3A08329EEE04EB33D96A577905A26</vt:lpwstr>
  </property>
  <property fmtid="{D5CDD505-2E9C-101B-9397-08002B2CF9AE}" pid="3" name="MediaServiceImageTags">
    <vt:lpwstr/>
  </property>
</Properties>
</file>