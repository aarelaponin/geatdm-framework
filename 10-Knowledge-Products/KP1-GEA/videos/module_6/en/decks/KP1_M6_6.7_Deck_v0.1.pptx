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8" r:id="rId60"/>
    <p:sldId id="2739" r:id="rId61"/>
    <p:sldId id="2740" r:id="rId62"/>
    <p:sldId id="2741" r:id="rId63"/>
    <p:sldId id="2742" r:id="rId64"/>
    <p:sldId id="2743" r:id="rId65"/>
    <p:sldId id="274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6.7.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Bring it all together into the case you carry into the room. After everything, it reduces to three sentences a minister can hold: this is proven, it is portable, and it is necessary now. And underneath those three sit the two reasons an Enterprise Architecture exists at all — the two ideas to leave with.</a:t>
            </a:r>
          </a:p>
          <a:p/>
          <a:p>
            <a:r>
              <a:t>Production cue: the closing video of the module and of KP1. Its AI usage tip drafts the closing one-page case for the minister, and ships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you can now say plainly. Proven — four very different governments have built the same pattern, with the successes and the failures both documented, so you adapt a charted path rather than invent one. Portable — the method is sector-agnostic, the same phases on a learner, a patient, a farmer, and each sector after the first costs less because the muscle is built once. Proven and portable. Those alone make a strong case. But the third is the one that makes it urgent.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Necessary now. For thirty years, digital government meant taking a paper process and putting it online — the form becomes a web form, the queue an appointment. That era is ending. The work that delivers real results today is different: redesigning how government serves citizens — once-only data sharing, a shared identity, a single record that follows a person across services. That work is not putting paper online. It is changing how the government operates. And it cannot be done by the IT department alone, or by the policy side alone.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here are the two reasons an EA exists, which are the two ideas to carry out of this whole knowledge product. First: re-use. Inside any project, building your own is cheaper than reusing — so projects fragment, and no procurement rule can change that. Only planning at the level of the whole government makes re-use rational, and only an EA gives you that view. Second: shared language. The new work needs the business side and the IT side to decide together, and they do not speak the same language. An EA gives them one — a shared picture, shared words, and a standing forum to decide in. Re-use and shared language. Everything else in this knowledge product serves those two.</a:t>
            </a:r>
          </a:p>
          <a:p/>
          <a:p>
            <a:r>
              <a:t>Production cue: the two ideas the whole knowledge product reduces to.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Which is why the third sentence is the urgent one. In the era of digitising paper, an Enterprise Architecture was useful — a nice-to-have that made things tidier. In the era of redesigning how government works, it is necessary — because without it, re-use does not happen and the business and IT sides cannot have the conversation the redesign requires. The countries delivering real results have understood this. The case you make is not that an EA would be a good idea. It is that the work your government is now being asked to do cannot be done well without one.</a:t>
            </a:r>
          </a:p>
          <a:p/>
          <a:p>
            <a:r>
              <a:t>Production cue: this is the pivotal slide of the whole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that is the case, whole. Proven — four governments have done it. Portable — it works across your sectors and compounds. Necessary now — because the new work of government cannot be done without it. And underneath, the two reasons it exists: re-use, and a shared language between business and IT. Carry those into the room. That is the case for a national Enterprise Architecture — and the case for starting it where you are, now.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6.7 — The closing case — proven, portable, and necessary now</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6.7</a:t>
            </a:r>
          </a:p>
          <a:p>
            <a:r>
              <a:rPr sz="1200" b="0" i="1">
                <a:solidFill>
                  <a:srgbClr val="595959"/>
                </a:solidFill>
                <a:latin typeface="Arial"/>
              </a:rPr>
              <a:t>The case for a national EA comes down to three things you can now say with confidence — it is proven, it is portable, and in the era of redesigning how government works it is no longer optional but necessary — held together by the two reasons an EA exists: it makes re-use possible, and it gives business and IT a shared language.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closing case — proven, portable, and necessary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case for a national EA comes down to three things you can now say with confidence — it is proven, it is portable, and in the era of redesigning how government works it is no longer optional but necessary — held together by the two reasons an EA exists: it makes re-use possible, and it gives business and IT a shared language.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Proven and portable — the first two you can now say plainly</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PROVEN</a:t>
            </a:r>
          </a:p>
          <a:p>
            <a:pPr>
              <a:spcAft>
                <a:spcPts val="700"/>
              </a:spcAft>
            </a:pPr>
            <a:r>
              <a:rPr sz="1600" b="0" i="0">
                <a:solidFill>
                  <a:srgbClr val="1A1A1A"/>
                </a:solidFill>
                <a:latin typeface="Arial"/>
              </a:rPr>
              <a:t>Four very different governments built the same pattern.</a:t>
            </a:r>
          </a:p>
          <a:p>
            <a:pPr>
              <a:spcAft>
                <a:spcPts val="700"/>
              </a:spcAft>
            </a:pPr>
            <a:r>
              <a:rPr sz="1600" b="0" i="0">
                <a:solidFill>
                  <a:srgbClr val="1A1A1A"/>
                </a:solidFill>
                <a:latin typeface="Arial"/>
              </a:rPr>
              <a:t>Successes and failures both documented.</a:t>
            </a:r>
          </a:p>
          <a:p>
            <a:pPr>
              <a:spcAft>
                <a:spcPts val="700"/>
              </a:spcAft>
            </a:pPr>
            <a:r>
              <a:rPr sz="1600" b="0" i="0">
                <a:solidFill>
                  <a:srgbClr val="1A1A1A"/>
                </a:solidFill>
                <a:latin typeface="Arial"/>
              </a:rPr>
              <a:t>You adapt a charted path rather than invent one.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PORTABLE</a:t>
            </a:r>
          </a:p>
          <a:p>
            <a:pPr>
              <a:spcAft>
                <a:spcPts val="700"/>
              </a:spcAft>
            </a:pPr>
            <a:r>
              <a:rPr sz="1600" b="0" i="0">
                <a:solidFill>
                  <a:srgbClr val="1A1A1A"/>
                </a:solidFill>
                <a:latin typeface="Arial"/>
              </a:rPr>
              <a:t>The method is sector-agnostic.</a:t>
            </a:r>
          </a:p>
          <a:p>
            <a:pPr>
              <a:spcAft>
                <a:spcPts val="700"/>
              </a:spcAft>
            </a:pPr>
            <a:r>
              <a:rPr sz="1600" b="0" i="0">
                <a:solidFill>
                  <a:srgbClr val="1A1A1A"/>
                </a:solidFill>
                <a:latin typeface="Arial"/>
              </a:rPr>
              <a:t>The same phases on a learner, a patient, a farmer.</a:t>
            </a:r>
          </a:p>
          <a:p>
            <a:pPr>
              <a:spcAft>
                <a:spcPts val="700"/>
              </a:spcAft>
            </a:pPr>
            <a:r>
              <a:rPr sz="1600" b="0" i="0">
                <a:solidFill>
                  <a:srgbClr val="1A1A1A"/>
                </a:solidFill>
                <a:latin typeface="Arial"/>
              </a:rPr>
              <a:t>Each sector after the first costs less.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Those two alone make a strong case. The third is what makes it urgent.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thirty years, digital government meant putting paper online. That era is ending</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form became a web form, the queue an appointment. The work that delivers real results today is different: once-only data sharing, a shared identity, a single record that follows a person across services.</a:t>
            </a:r>
          </a:p>
          <a:p>
            <a:pPr>
              <a:spcAft>
                <a:spcPts val="1200"/>
              </a:spcAft>
            </a:pPr>
            <a:r>
              <a:rPr sz="2000" b="0" i="0">
                <a:solidFill>
                  <a:srgbClr val="1A1A1A"/>
                </a:solidFill>
                <a:latin typeface="Arial"/>
              </a:rPr>
              <a:t>That work is not putting paper online. It is changing how the government operates.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And it cannot be done by the IT department alone, or the policy side alone.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two reasons an Enterprise Architecture exists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RE-USE</a:t>
            </a:r>
          </a:p>
          <a:p>
            <a:pPr>
              <a:spcAft>
                <a:spcPts val="700"/>
              </a:spcAft>
            </a:pPr>
            <a:r>
              <a:rPr sz="1600" b="0" i="0">
                <a:solidFill>
                  <a:srgbClr val="1A1A1A"/>
                </a:solidFill>
                <a:latin typeface="Arial"/>
              </a:rPr>
              <a:t>Inside any project, building your own is cheaper than reusing — so projects fragment.</a:t>
            </a:r>
          </a:p>
          <a:p>
            <a:pPr>
              <a:spcAft>
                <a:spcPts val="700"/>
              </a:spcAft>
            </a:pPr>
            <a:r>
              <a:rPr sz="1600" b="0" i="0">
                <a:solidFill>
                  <a:srgbClr val="1A1A1A"/>
                </a:solidFill>
                <a:latin typeface="Arial"/>
              </a:rPr>
              <a:t>No procurement rule can change that.</a:t>
            </a:r>
          </a:p>
          <a:p>
            <a:pPr>
              <a:spcAft>
                <a:spcPts val="700"/>
              </a:spcAft>
            </a:pPr>
            <a:r>
              <a:rPr sz="1600" b="0" i="0">
                <a:solidFill>
                  <a:srgbClr val="1A1A1A"/>
                </a:solidFill>
                <a:latin typeface="Arial"/>
              </a:rPr>
              <a:t>Only whole-of-government planning makes re-use rational, and only an EA gives that view.</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LANGUAGE</a:t>
            </a:r>
          </a:p>
          <a:p>
            <a:pPr>
              <a:spcAft>
                <a:spcPts val="700"/>
              </a:spcAft>
            </a:pPr>
            <a:r>
              <a:rPr sz="1600" b="0" i="0">
                <a:solidFill>
                  <a:srgbClr val="1A1A1A"/>
                </a:solidFill>
                <a:latin typeface="Arial"/>
              </a:rPr>
              <a:t>The new work needs the business side and the IT side to decide together.</a:t>
            </a:r>
          </a:p>
          <a:p>
            <a:pPr>
              <a:spcAft>
                <a:spcPts val="700"/>
              </a:spcAft>
            </a:pPr>
            <a:r>
              <a:rPr sz="1600" b="0" i="0">
                <a:solidFill>
                  <a:srgbClr val="1A1A1A"/>
                </a:solidFill>
                <a:latin typeface="Arial"/>
              </a:rPr>
              <a:t>They do not speak the same language.</a:t>
            </a:r>
          </a:p>
          <a:p>
            <a:pPr>
              <a:spcAft>
                <a:spcPts val="700"/>
              </a:spcAft>
            </a:pPr>
            <a:r>
              <a:rPr sz="1600" b="0" i="0">
                <a:solidFill>
                  <a:srgbClr val="1A1A1A"/>
                </a:solidFill>
                <a:latin typeface="Arial"/>
              </a:rPr>
              <a:t>An EA gives them a shared picture, shared words, and a forum to decide in.</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Everything else in this knowledge product serves those two.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Useful then. Necessary now</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In the era of digitising paper, an Enterprise Architecture was useful — a nice-to-have that made things tidier.</a:t>
            </a:r>
          </a:p>
          <a:p>
            <a:pPr>
              <a:spcAft>
                <a:spcPts val="1200"/>
              </a:spcAft>
            </a:pPr>
            <a:r>
              <a:rPr sz="2000" b="0" i="0">
                <a:solidFill>
                  <a:srgbClr val="1A1A1A"/>
                </a:solidFill>
                <a:latin typeface="Arial"/>
              </a:rPr>
              <a:t>In the era of redesigning how government works, it is necessary: without it, re-use does not happen, and the business and IT sides cannot have the conversation the redesign requires.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case is not that an EA would be a good idea. It is that the new work cannot be done well without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Proven, portable, and necessary now — held together by the two reasons an EA exists: it makes re-use possible, and it gives business and IT a shared language.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§2.5 (What is Digital Government?)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