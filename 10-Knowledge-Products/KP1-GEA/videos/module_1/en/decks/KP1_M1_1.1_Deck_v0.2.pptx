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probably seen this pattern. One programme builds a system to register citizens. Another builds another, for a different service. A third builds a third. Each takes years, funded separately. And your citizen still fills the same form five times, at five different counters.</a:t>
            </a:r>
          </a:p>
          <a:p/>
          <a:p>
            <a:r>
              <a:t>VO: 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a:t>
            </a:r>
          </a:p>
          <a:p/>
          <a:p>
            <a:r>
              <a:t>VO: Sign one. Your ministry has more than one register of the same people. The school list has one. The national ID register has another. The social register has a third. Each has its own list. None of them agree.</a:t>
            </a:r>
          </a:p>
          <a:p/>
          <a:p>
            <a:r>
              <a:t>VO: Sign two. Every time two systems need to share data, you build a new connection from zero. Last year your team connected the tax office to the business register. This year you are doing the same work for the health ministry. The connection is built again, from scratch.</a:t>
            </a:r>
          </a:p>
          <a:p/>
          <a:p>
            <a:r>
              <a:t>VO: Sign three. A vendor built one of your systems ten years ago. To change anything in it, you must call that vendor and pay what they ask. Nobody else knows how it works. The vendor knows this, and prices accordingly.</a:t>
            </a:r>
          </a:p>
          <a:p/>
          <a:p>
            <a:r>
              <a:t>VO: Sign four. Each ministry has its own digital systems, and they do not connect across ministries. The citizen who gave her ID number to the health ministry must give it again, on paper, when she enrols her child in school.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1.1.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1.1 — Why your country needs a national EA</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1.1</a:t>
            </a:r>
          </a:p>
          <a:p>
            <a:r>
              <a:rPr sz="12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600200"/>
            <a:ext cx="10789920" cy="16916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3337560"/>
            <a:ext cx="10789920" cy="11430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29584"/>
            <a:ext cx="10387584" cy="86868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Rounded Rectangle 6"/>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your country's fragmentation symptoms.</a:t>
            </a:r>
          </a:p>
          <a:p>
            <a:pPr algn="l">
              <a:spcAft>
                <a:spcPts val="400"/>
              </a:spcAft>
            </a:pPr>
            <a:r>
              <a:rPr sz="1800" b="0" i="0">
                <a:solidFill>
                  <a:srgbClr val="595959"/>
                </a:solidFill>
                <a:latin typeface="Arial"/>
              </a:rPr>
              <a:t>The prompt in the companion material gives you a 4-row markdown table plus a 3-bullet summary. Before the next video.</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