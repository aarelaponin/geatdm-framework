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1" r:id="rId23"/>
    <p:sldId id="2702" r:id="rId24"/>
    <p:sldId id="2703" r:id="rId25"/>
    <p:sldId id="2704" r:id="rId26"/>
    <p:sldId id="2705" r:id="rId27"/>
    <p:sldId id="2706" r:id="rId28"/>
    <p:sldId id="270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a set of documents and diagrams. Together, they describe how your government works. What services it delivers, and to whom. What data it holds, and who owns it. What software supports those services. What infrastructure runs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bundle folds this comparison onto the video's opening slide; in the deck it keeps its own slide, because the section slide is the standalone video's title card.</a:t>
            </a:r>
          </a:p>
          <a:p/>
          <a:p>
            <a:r>
              <a:t>VO: An EA is not software. It is not a vendor product. It is not a tool you buy. It is the agreed picture.</a:t>
            </a:r>
          </a:p>
          <a:p/>
          <a:p>
            <a:r>
              <a:t>VO: Why does it matter that everyone has the same picture? Because every important conversation in your ministry breaks down on this point.</a:t>
            </a:r>
          </a:p>
          <a:p/>
          <a:p>
            <a:r>
              <a:t>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They cannot describe what the country's digital spend is buying if there is no agreed picture of what your government's systems are. The donor uses the picture before they fund the next programme. They want to see how their investment fits with the others. The vendor uses the picture when they propose a system. They must match what is already there. And you, the middle manager, use the picture to keep all three aligned — so the donor funds what the country needs, the vendor builds what fits, and the minister tells a coherent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This is the layer your minister talks about most, because it is the layer the public sees. Data — the information your government holds, who owns it, where the authoritative copy lives. Data is the longest-lived part of any government. Applications come and go. Technology cycles every decade. Data outlasts them all. Applications — the software that uses that data to deliver those services. This is what gets bought, built, integrated, replaced. Technology — the infrastructure underneath. Networks, hosting, identity, security.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1.2.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1.2 — What an EA actually is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1.2</a:t>
            </a:r>
          </a:p>
          <a:p>
            <a:r>
              <a:rPr sz="12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one-slide 'what is EA' explainer for ministers.</a:t>
            </a:r>
          </a:p>
          <a:p>
            <a:pPr algn="l">
              <a:spcAft>
                <a:spcPts val="400"/>
              </a:spcAft>
            </a:pPr>
            <a:r>
              <a:rPr sz="1800" b="0" i="0">
                <a:solidFill>
                  <a:srgbClr val="595959"/>
                </a:solidFill>
                <a:latin typeface="Arial"/>
              </a:rPr>
              <a:t>The prompt in the companion material gives you a one-slide structure ready to paste into the country's slide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