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5" r:id="rId37"/>
    <p:sldId id="2716" r:id="rId38"/>
    <p:sldId id="2717" r:id="rId39"/>
    <p:sldId id="2718" r:id="rId40"/>
    <p:sldId id="2719" r:id="rId41"/>
    <p:sldId id="2720" r:id="rId42"/>
    <p:sldId id="2721" r:id="rId43"/>
    <p:sldId id="2722"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For a long time, digital transformation in government meant one thing: take a paper process and put it online. The form becomes a web form, the queue an online appointment, the certificate a PDF. The ministry still does the same work —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1.4.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In the era of digitising paper, an EA was useful. In the era of redesigning how the ministry works, an EA is necessary — because without it, business and IT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1.4 — Why an EA matters more now</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1.4</a:t>
            </a:r>
          </a:p>
          <a:p>
            <a:r>
              <a:rPr sz="12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Translate an operating-model question into a business-IT joint agenda.</a:t>
            </a:r>
          </a:p>
          <a:p>
            <a:pPr algn="l">
              <a:spcAft>
                <a:spcPts val="400"/>
              </a:spcAft>
            </a:pPr>
            <a:r>
              <a:rPr sz="1800" b="0" i="0">
                <a:solidFill>
                  <a:srgbClr val="595959"/>
                </a:solidFill>
                <a:latin typeface="Arial"/>
              </a:rPr>
              <a:t>The prompt in the companion material gives you a 3-column decomposition plus a meeting agenda.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