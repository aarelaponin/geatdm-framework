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6" r:id="rId18"/>
    <p:sldId id="2697" r:id="rId19"/>
    <p:sldId id="2698" r:id="rId20"/>
    <p:sldId id="2699" r:id="rId21"/>
    <p:sldId id="27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In your ministry, you have probably seen this pattern. One programme builds a system to register citizens. Another programme builds another system to register the same citizens — for a different service. A third programme builds a third. Each takes years. Each is funded separately — often by a different donor: the World Bank, the African Development Bank, a bilateral partner. None of them work together. And your citizen still fills the same form, five times, in five different counters.</a:t>
            </a:r>
          </a:p>
          <a:p/>
          <a:p>
            <a:r>
              <a:t>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 Sign one — your ministry has more than one register of the same people... Sign two — every time two systems need to share data, you build a new connection from zero... Sign three — a vendor built one of your systems ten years ago; nobody else knows how it works... Sign four — each ministry has its own digital systems, and they do not connect across ministries.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1.1.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1.1 — Why your country needs a national EA</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1.1</a:t>
            </a:r>
          </a:p>
          <a:p>
            <a:r>
              <a:rPr sz="12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4"/>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4"/>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3"/>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3"/>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828800"/>
            <a:ext cx="10789920" cy="23774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4023360"/>
            <a:ext cx="10789920" cy="14630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15384"/>
            <a:ext cx="10387584" cy="118872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