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ngesInfos/changesInfo1.xml" ContentType="application/vnd.ms-powerpoint.changesinfo+xml"/>
  <Override PartName="/ppt/handoutMasters/handoutMaster1.xml" ContentType="application/vnd.openxmlformats-officedocument.presentationml.handoutMaster+xml"/>
  <Override PartName="/ppt/media/image3.svg" ContentType="image/svg+xml"/>
  <Override PartName="/ppt/notesMasters/notesMaster1.xml" ContentType="application/vnd.openxmlformats-officedocument.presentationml.notesMaster+xml"/>
  <Override PartName="/ppt/notesSlides/notesSlide21.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4"/>
    <p:sldMasterId id="2147483709" r:id="rId5"/>
    <p:sldMasterId id="2147483713" r:id="rId6"/>
    <p:sldMasterId id="2147483691" r:id="rId7"/>
  </p:sldMasterIdLst>
  <p:notesMasterIdLst>
    <p:notesMasterId r:id="rId46"/>
  </p:notesMasterIdLst>
  <p:handoutMasterIdLst>
    <p:handoutMasterId r:id="rId47"/>
  </p:handoutMasterIdLst>
  <p:sldIdLst>
    <p:sldId id="2681" r:id="rId8"/>
    <p:sldId id="2749" r:id="rId71"/>
    <p:sldId id="2750" r:id="rId72"/>
    <p:sldId id="2751" r:id="rId73"/>
    <p:sldId id="2752" r:id="rId74"/>
    <p:sldId id="2753" r:id="rId75"/>
    <p:sldId id="2754" r:id="rId76"/>
    <p:sldId id="2755" r:id="rId77"/>
    <p:sldId id="2756" r:id="rId7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A6A6A6"/>
    <a:srgbClr val="0083B3"/>
    <a:srgbClr val="9D26FF"/>
    <a:srgbClr val="0076A1"/>
    <a:srgbClr val="FFFFFF"/>
    <a:srgbClr val="009CD6"/>
    <a:srgbClr val="A5A5A5"/>
    <a:srgbClr val="757070"/>
    <a:srgbClr val="6F6F6E"/>
    <a:srgbClr val="F5FA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CBC4942-2EA4-48B8-A075-B5F2ABFFFDF6}" v="10" dt="2026-07-22T19:37:31.02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1" d="100"/>
          <a:sy n="71" d="100"/>
        </p:scale>
        <p:origin x="412" y="44"/>
      </p:cViewPr>
      <p:guideLst>
        <p:guide orient="horz" pos="2160"/>
        <p:guide pos="3840"/>
      </p:guideLst>
    </p:cSldViewPr>
  </p:slideViewPr>
  <p:notesTextViewPr>
    <p:cViewPr>
      <p:scale>
        <a:sx n="1" d="1"/>
        <a:sy n="1" d="1"/>
      </p:scale>
      <p:origin x="0" y="0"/>
    </p:cViewPr>
  </p:notesTextViewPr>
  <p:notesViewPr>
    <p:cSldViewPr snapToGrid="0">
      <p:cViewPr varScale="1">
        <p:scale>
          <a:sx n="124" d="100"/>
          <a:sy n="124" d="100"/>
        </p:scale>
        <p:origin x="4188" y="88"/>
      </p:cViewPr>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 Target="slides/slide1.xml"/><Relationship Id="rId46" Type="http://schemas.openxmlformats.org/officeDocument/2006/relationships/notesMaster" Target="notesMasters/notesMaster1.xml"/><Relationship Id="rId47" Type="http://schemas.openxmlformats.org/officeDocument/2006/relationships/handoutMaster" Target="handoutMasters/handoutMaster1.xml"/><Relationship Id="rId48" Type="http://schemas.openxmlformats.org/officeDocument/2006/relationships/presProps" Target="presProps.xml"/><Relationship Id="rId49" Type="http://schemas.openxmlformats.org/officeDocument/2006/relationships/viewProps" Target="viewProps.xml"/><Relationship Id="rId50" Type="http://schemas.openxmlformats.org/officeDocument/2006/relationships/theme" Target="theme/theme1.xml"/><Relationship Id="rId51" Type="http://schemas.openxmlformats.org/officeDocument/2006/relationships/tableStyles" Target="tableStyles.xml"/><Relationship Id="rId52" Type="http://schemas.microsoft.com/office/2016/11/relationships/changesInfo" Target="changesInfos/changesInfo1.xml"/><Relationship Id="rId53" Type="http://schemas.microsoft.com/office/2015/10/relationships/revisionInfo" Target="revisionInfo.xml"/><Relationship Id="rId71" Type="http://schemas.openxmlformats.org/officeDocument/2006/relationships/slide" Target="slides/slide56.xml"/><Relationship Id="rId72" Type="http://schemas.openxmlformats.org/officeDocument/2006/relationships/slide" Target="slides/slide57.xml"/><Relationship Id="rId73" Type="http://schemas.openxmlformats.org/officeDocument/2006/relationships/slide" Target="slides/slide58.xml"/><Relationship Id="rId74" Type="http://schemas.openxmlformats.org/officeDocument/2006/relationships/slide" Target="slides/slide59.xml"/><Relationship Id="rId75" Type="http://schemas.openxmlformats.org/officeDocument/2006/relationships/slide" Target="slides/slide60.xml"/><Relationship Id="rId76" Type="http://schemas.openxmlformats.org/officeDocument/2006/relationships/slide" Target="slides/slide61.xml"/><Relationship Id="rId77" Type="http://schemas.openxmlformats.org/officeDocument/2006/relationships/slide" Target="slides/slide62.xml"/><Relationship Id="rId78" Type="http://schemas.openxmlformats.org/officeDocument/2006/relationships/slide" Target="slides/slide6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nselmino, Carolina" userId="5c3f6dd0-fb53-498d-9f5e-392bc2a3ffc7" providerId="ADAL" clId="{E38CDB5B-0F14-49C4-839B-AE81B7033013}"/>
    <pc:docChg chg="undo custSel addSld delSld modSld">
      <pc:chgData name="Anselmino, Carolina" userId="5c3f6dd0-fb53-498d-9f5e-392bc2a3ffc7" providerId="ADAL" clId="{E38CDB5B-0F14-49C4-839B-AE81B7033013}" dt="2026-07-22T19:37:31.024" v="702" actId="164"/>
      <pc:docMkLst>
        <pc:docMk/>
      </pc:docMkLst>
      <pc:sldChg chg="modSp mod">
        <pc:chgData name="Anselmino, Carolina" userId="5c3f6dd0-fb53-498d-9f5e-392bc2a3ffc7" providerId="ADAL" clId="{E38CDB5B-0F14-49C4-839B-AE81B7033013}" dt="2026-07-22T11:43:29.600" v="14" actId="1076"/>
        <pc:sldMkLst>
          <pc:docMk/>
          <pc:sldMk cId="1405143857" sldId="280"/>
        </pc:sldMkLst>
        <pc:spChg chg="mod">
          <ac:chgData name="Anselmino, Carolina" userId="5c3f6dd0-fb53-498d-9f5e-392bc2a3ffc7" providerId="ADAL" clId="{E38CDB5B-0F14-49C4-839B-AE81B7033013}" dt="2026-07-22T11:43:19.760" v="12" actId="1076"/>
          <ac:spMkLst>
            <pc:docMk/>
            <pc:sldMk cId="1405143857" sldId="280"/>
            <ac:spMk id="45" creationId="{1FF21F3A-03EB-4BF7-B952-9FA7182F69DE}"/>
          </ac:spMkLst>
        </pc:spChg>
        <pc:grpChg chg="mod">
          <ac:chgData name="Anselmino, Carolina" userId="5c3f6dd0-fb53-498d-9f5e-392bc2a3ffc7" providerId="ADAL" clId="{E38CDB5B-0F14-49C4-839B-AE81B7033013}" dt="2026-07-22T11:43:29.600" v="14" actId="1076"/>
          <ac:grpSpMkLst>
            <pc:docMk/>
            <pc:sldMk cId="1405143857" sldId="280"/>
            <ac:grpSpMk id="44" creationId="{B8FF808C-B389-4C00-87CD-F61A6779EE7C}"/>
          </ac:grpSpMkLst>
        </pc:grpChg>
      </pc:sldChg>
      <pc:sldChg chg="addSp delSp modSp mod">
        <pc:chgData name="Anselmino, Carolina" userId="5c3f6dd0-fb53-498d-9f5e-392bc2a3ffc7" providerId="ADAL" clId="{E38CDB5B-0F14-49C4-839B-AE81B7033013}" dt="2026-07-22T19:37:31.024" v="702" actId="164"/>
        <pc:sldMkLst>
          <pc:docMk/>
          <pc:sldMk cId="1196800265" sldId="2681"/>
        </pc:sldMkLst>
        <pc:spChg chg="mod">
          <ac:chgData name="Anselmino, Carolina" userId="5c3f6dd0-fb53-498d-9f5e-392bc2a3ffc7" providerId="ADAL" clId="{E38CDB5B-0F14-49C4-839B-AE81B7033013}" dt="2026-07-22T11:44:01.404" v="22" actId="12788"/>
          <ac:spMkLst>
            <pc:docMk/>
            <pc:sldMk cId="1196800265" sldId="2681"/>
            <ac:spMk id="9" creationId="{A74A033E-F2C4-63F1-935E-B0E00C34458D}"/>
          </ac:spMkLst>
        </pc:spChg>
        <pc:spChg chg="mod">
          <ac:chgData name="Anselmino, Carolina" userId="5c3f6dd0-fb53-498d-9f5e-392bc2a3ffc7" providerId="ADAL" clId="{E38CDB5B-0F14-49C4-839B-AE81B7033013}" dt="2026-07-22T11:46:41.299" v="210" actId="20577"/>
          <ac:spMkLst>
            <pc:docMk/>
            <pc:sldMk cId="1196800265" sldId="2681"/>
            <ac:spMk id="12" creationId="{EEB08032-CE0E-4986-AEDF-A41026C0E8B9}"/>
          </ac:spMkLst>
        </pc:spChg>
        <pc:spChg chg="add mod">
          <ac:chgData name="Anselmino, Carolina" userId="5c3f6dd0-fb53-498d-9f5e-392bc2a3ffc7" providerId="ADAL" clId="{E38CDB5B-0F14-49C4-839B-AE81B7033013}" dt="2026-07-22T11:46:31.178" v="195" actId="20577"/>
          <ac:spMkLst>
            <pc:docMk/>
            <pc:sldMk cId="1196800265" sldId="2681"/>
            <ac:spMk id="14" creationId="{B5087B80-3EE4-1881-0130-ED58CA625092}"/>
          </ac:spMkLst>
        </pc:spChg>
        <pc:spChg chg="add mod">
          <ac:chgData name="Anselmino, Carolina" userId="5c3f6dd0-fb53-498d-9f5e-392bc2a3ffc7" providerId="ADAL" clId="{E38CDB5B-0F14-49C4-839B-AE81B7033013}" dt="2026-07-22T11:51:15.375" v="432" actId="20577"/>
          <ac:spMkLst>
            <pc:docMk/>
            <pc:sldMk cId="1196800265" sldId="2681"/>
            <ac:spMk id="17" creationId="{5E8796F7-DD26-D250-5E97-B38B22298E72}"/>
          </ac:spMkLst>
        </pc:spChg>
        <pc:spChg chg="add mod">
          <ac:chgData name="Anselmino, Carolina" userId="5c3f6dd0-fb53-498d-9f5e-392bc2a3ffc7" providerId="ADAL" clId="{E38CDB5B-0F14-49C4-839B-AE81B7033013}" dt="2026-07-22T19:37:31.024" v="702" actId="164"/>
          <ac:spMkLst>
            <pc:docMk/>
            <pc:sldMk cId="1196800265" sldId="2681"/>
            <ac:spMk id="19" creationId="{352ECD8B-4B24-AB9F-BF07-5E33A295F52D}"/>
          </ac:spMkLst>
        </pc:spChg>
        <pc:grpChg chg="add mod">
          <ac:chgData name="Anselmino, Carolina" userId="5c3f6dd0-fb53-498d-9f5e-392bc2a3ffc7" providerId="ADAL" clId="{E38CDB5B-0F14-49C4-839B-AE81B7033013}" dt="2026-07-22T19:37:31.024" v="702" actId="164"/>
          <ac:grpSpMkLst>
            <pc:docMk/>
            <pc:sldMk cId="1196800265" sldId="2681"/>
            <ac:grpSpMk id="8" creationId="{759E7638-035C-C837-D321-A8C06D48B5DC}"/>
          </ac:grpSpMkLst>
        </pc:grpChg>
        <pc:grpChg chg="add mod">
          <ac:chgData name="Anselmino, Carolina" userId="5c3f6dd0-fb53-498d-9f5e-392bc2a3ffc7" providerId="ADAL" clId="{E38CDB5B-0F14-49C4-839B-AE81B7033013}" dt="2026-07-22T19:37:31.024" v="702" actId="164"/>
          <ac:grpSpMkLst>
            <pc:docMk/>
            <pc:sldMk cId="1196800265" sldId="2681"/>
            <ac:grpSpMk id="20" creationId="{0D0761BD-2F2F-6D79-B3EF-A531E092890D}"/>
          </ac:grpSpMkLst>
        </pc:grpChg>
        <pc:picChg chg="add del">
          <ac:chgData name="Anselmino, Carolina" userId="5c3f6dd0-fb53-498d-9f5e-392bc2a3ffc7" providerId="ADAL" clId="{E38CDB5B-0F14-49C4-839B-AE81B7033013}" dt="2026-07-22T11:42:32.545" v="4" actId="478"/>
          <ac:picMkLst>
            <pc:docMk/>
            <pc:sldMk cId="1196800265" sldId="2681"/>
            <ac:picMk id="3" creationId="{49CB780D-15A3-48FD-506A-45097B8C84EF}"/>
          </ac:picMkLst>
        </pc:picChg>
        <pc:picChg chg="add mod">
          <ac:chgData name="Anselmino, Carolina" userId="5c3f6dd0-fb53-498d-9f5e-392bc2a3ffc7" providerId="ADAL" clId="{E38CDB5B-0F14-49C4-839B-AE81B7033013}" dt="2026-07-22T11:42:43.855" v="6" actId="1076"/>
          <ac:picMkLst>
            <pc:docMk/>
            <pc:sldMk cId="1196800265" sldId="2681"/>
            <ac:picMk id="4" creationId="{69007BE6-4165-6B9F-CABD-19BC8B326D8F}"/>
          </ac:picMkLst>
        </pc:picChg>
        <pc:picChg chg="add del mod">
          <ac:chgData name="Anselmino, Carolina" userId="5c3f6dd0-fb53-498d-9f5e-392bc2a3ffc7" providerId="ADAL" clId="{E38CDB5B-0F14-49C4-839B-AE81B7033013}" dt="2026-07-22T11:43:03.472" v="10" actId="478"/>
          <ac:picMkLst>
            <pc:docMk/>
            <pc:sldMk cId="1196800265" sldId="2681"/>
            <ac:picMk id="6" creationId="{7BDA84B0-A315-5710-DC3F-3108F335D58B}"/>
          </ac:picMkLst>
        </pc:picChg>
        <pc:picChg chg="mod modCrop">
          <ac:chgData name="Anselmino, Carolina" userId="5c3f6dd0-fb53-498d-9f5e-392bc2a3ffc7" providerId="ADAL" clId="{E38CDB5B-0F14-49C4-839B-AE81B7033013}" dt="2026-07-22T11:36:58.998" v="2" actId="732"/>
          <ac:picMkLst>
            <pc:docMk/>
            <pc:sldMk cId="1196800265" sldId="2681"/>
            <ac:picMk id="7" creationId="{A2066351-C569-4C4C-A096-308777FCDC32}"/>
          </ac:picMkLst>
        </pc:picChg>
        <pc:picChg chg="mod">
          <ac:chgData name="Anselmino, Carolina" userId="5c3f6dd0-fb53-498d-9f5e-392bc2a3ffc7" providerId="ADAL" clId="{E38CDB5B-0F14-49C4-839B-AE81B7033013}" dt="2026-07-22T11:44:01.404" v="22" actId="12788"/>
          <ac:picMkLst>
            <pc:docMk/>
            <pc:sldMk cId="1196800265" sldId="2681"/>
            <ac:picMk id="10" creationId="{D4EAC1CC-FDEC-CB2B-4814-426FB9337D67}"/>
          </ac:picMkLst>
        </pc:picChg>
        <pc:cxnChg chg="mod">
          <ac:chgData name="Anselmino, Carolina" userId="5c3f6dd0-fb53-498d-9f5e-392bc2a3ffc7" providerId="ADAL" clId="{E38CDB5B-0F14-49C4-839B-AE81B7033013}" dt="2026-07-22T11:46:16.310" v="179" actId="14100"/>
          <ac:cxnSpMkLst>
            <pc:docMk/>
            <pc:sldMk cId="1196800265" sldId="2681"/>
            <ac:cxnSpMk id="11" creationId="{D9AD66F2-F7C0-4D03-9150-D28F17AC561D}"/>
          </ac:cxnSpMkLst>
        </pc:cxnChg>
      </pc:sldChg>
      <pc:sldChg chg="del">
        <pc:chgData name="Anselmino, Carolina" userId="5c3f6dd0-fb53-498d-9f5e-392bc2a3ffc7" providerId="ADAL" clId="{E38CDB5B-0F14-49C4-839B-AE81B7033013}" dt="2026-07-22T19:26:38.574" v="665" actId="47"/>
        <pc:sldMkLst>
          <pc:docMk/>
          <pc:sldMk cId="1763900471" sldId="2682"/>
        </pc:sldMkLst>
      </pc:sldChg>
      <pc:sldChg chg="del">
        <pc:chgData name="Anselmino, Carolina" userId="5c3f6dd0-fb53-498d-9f5e-392bc2a3ffc7" providerId="ADAL" clId="{E38CDB5B-0F14-49C4-839B-AE81B7033013}" dt="2026-07-22T19:26:35.304" v="664" actId="47"/>
        <pc:sldMkLst>
          <pc:docMk/>
          <pc:sldMk cId="1891845127" sldId="2685"/>
        </pc:sldMkLst>
      </pc:sldChg>
      <pc:sldChg chg="add del">
        <pc:chgData name="Anselmino, Carolina" userId="5c3f6dd0-fb53-498d-9f5e-392bc2a3ffc7" providerId="ADAL" clId="{E38CDB5B-0F14-49C4-839B-AE81B7033013}" dt="2026-07-22T15:50:00.267" v="434" actId="47"/>
        <pc:sldMkLst>
          <pc:docMk/>
          <pc:sldMk cId="2459501262" sldId="2695"/>
        </pc:sldMkLst>
      </pc:sldChg>
      <pc:sldChg chg="modSp add mod">
        <pc:chgData name="Anselmino, Carolina" userId="5c3f6dd0-fb53-498d-9f5e-392bc2a3ffc7" providerId="ADAL" clId="{E38CDB5B-0F14-49C4-839B-AE81B7033013}" dt="2026-07-22T19:17:50.009" v="663" actId="14100"/>
        <pc:sldMkLst>
          <pc:docMk/>
          <pc:sldMk cId="2895905977" sldId="2695"/>
        </pc:sldMkLst>
        <pc:spChg chg="mod">
          <ac:chgData name="Anselmino, Carolina" userId="5c3f6dd0-fb53-498d-9f5e-392bc2a3ffc7" providerId="ADAL" clId="{E38CDB5B-0F14-49C4-839B-AE81B7033013}" dt="2026-07-22T15:51:46.203" v="494" actId="20577"/>
          <ac:spMkLst>
            <pc:docMk/>
            <pc:sldMk cId="2895905977" sldId="2695"/>
            <ac:spMk id="5" creationId="{05ECEA81-427F-77E6-3A96-077D430CC49C}"/>
          </ac:spMkLst>
        </pc:spChg>
        <pc:spChg chg="mod">
          <ac:chgData name="Anselmino, Carolina" userId="5c3f6dd0-fb53-498d-9f5e-392bc2a3ffc7" providerId="ADAL" clId="{E38CDB5B-0F14-49C4-839B-AE81B7033013}" dt="2026-07-22T19:17:50.009" v="663" actId="14100"/>
          <ac:spMkLst>
            <pc:docMk/>
            <pc:sldMk cId="2895905977" sldId="2695"/>
            <ac:spMk id="6" creationId="{F5AB7147-07E3-D061-CD69-902D615A346F}"/>
          </ac:spMkLst>
        </pc:spChg>
        <pc:spChg chg="mod">
          <ac:chgData name="Anselmino, Carolina" userId="5c3f6dd0-fb53-498d-9f5e-392bc2a3ffc7" providerId="ADAL" clId="{E38CDB5B-0F14-49C4-839B-AE81B7033013}" dt="2026-07-22T15:52:40.119" v="519" actId="14100"/>
          <ac:spMkLst>
            <pc:docMk/>
            <pc:sldMk cId="2895905977" sldId="2695"/>
            <ac:spMk id="7" creationId="{645C8C6B-29A8-B1C0-3772-5822CAB07F15}"/>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BE192EA-4FB5-417A-96F6-B3058A54ABC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a:extLst>
              <a:ext uri="{FF2B5EF4-FFF2-40B4-BE49-F238E27FC236}">
                <a16:creationId xmlns:a16="http://schemas.microsoft.com/office/drawing/2014/main" id="{875D5479-0008-4BFD-BE18-7442B169130D}"/>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472114D-3A05-4B20-822E-8261653B33D2}" type="datetimeFigureOut">
              <a:rPr lang="en-US" smtClean="0"/>
              <a:t>7/22/2026</a:t>
            </a:fld>
            <a:endParaRPr lang="en-US"/>
          </a:p>
        </p:txBody>
      </p:sp>
      <p:sp>
        <p:nvSpPr>
          <p:cNvPr id="4" name="Footer Placeholder 3">
            <a:extLst>
              <a:ext uri="{FF2B5EF4-FFF2-40B4-BE49-F238E27FC236}">
                <a16:creationId xmlns:a16="http://schemas.microsoft.com/office/drawing/2014/main" id="{EABD4BE7-9FD8-4D10-87DD-2B2BC23B46E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a:extLst>
              <a:ext uri="{FF2B5EF4-FFF2-40B4-BE49-F238E27FC236}">
                <a16:creationId xmlns:a16="http://schemas.microsoft.com/office/drawing/2014/main" id="{F10342B2-B657-4BF5-B0C4-8D3FD65073D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1E5079B-D1F0-49DB-8DFB-E06CD09EC17E}" type="slidenum">
              <a:rPr lang="en-US" smtClean="0"/>
              <a:t>‹#›</a:t>
            </a:fld>
            <a:endParaRPr lang="en-US"/>
          </a:p>
        </p:txBody>
      </p:sp>
    </p:spTree>
    <p:extLst>
      <p:ext uri="{BB962C8B-B14F-4D97-AF65-F5344CB8AC3E}">
        <p14:creationId xmlns:p14="http://schemas.microsoft.com/office/powerpoint/2010/main" val="4200547298"/>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4F008D2-43B4-45EB-8E80-36DCF9CD046D}" type="datetimeFigureOut">
              <a:rPr lang="en-US" smtClean="0"/>
              <a:t>7/22/2026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6A8591F-50F3-4C40-9DA2-D793276CC051}" type="slidenum">
              <a:rPr lang="en-US" smtClean="0"/>
              <a:t>‹#›</a:t>
            </a:fld>
            <a:endParaRPr lang="en-US"/>
          </a:p>
        </p:txBody>
      </p:sp>
    </p:spTree>
    <p:extLst>
      <p:ext uri="{BB962C8B-B14F-4D97-AF65-F5344CB8AC3E}">
        <p14:creationId xmlns:p14="http://schemas.microsoft.com/office/powerpoint/2010/main" val="77999493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Title card for standalone video 1.8. Content slides are identical to the corresponding section of the combined deck KP1_Module1_Topic1_Deck_v0.1.pptx; voice-over is in each slide’s notes.</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slide 1: Four countries did the work. Three of them are in Africa. They differ in size, in resources, in governance type — and the EA pattern shows in all three. The fourth is Estonia, the most-cited international example, useful as a reference but with a very different starting context. Looking at the four together shows what the pattern looks like in practice.</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Rwanda. The Ministry of ICT and Innovation, with Irembo as the unifying citizen-services platform. Starting from a small base in the mid-2010s, Rwanda built one of the most ambitious digital-government programmes on the continent. A single citizen-service platform. A national ID linked across services. Strong central coordination. The institutional muscle is small but disciplined. The lesson for other countries: in a smaller country with political will, the lifecycle can be compressed, and the gains in the second and third sectors come faster than the first.</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Kenya. The Huduma Centres and the Huduma Namba experience. Kenya took a different path — physical one-stop centres where citizens could access many government services in one place, with the Huduma Namba programme attempting to provide a unifying digital identity to underpin them. The results are mixed and openly debated in Kenya's public arena. The lesson is not 'Kenya solved this' — it is that Kenya tried, encountered concrete obstacles in courts, in parliament, and in implementation, and the debate is documented and useful. For countries thinking about similar moves, Kenya's experience tells you what to plan for.</a:t>
            </a:r>
          </a:p>
          <a:p/>
          <a:p>
            <a:r>
              <a:t>Honesty about the contested experience is a feature of this example, not a defect.</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South Africa. State Information Technology Agency, known as SITA, and the federated digital-government model. South Africa is a federal democracy with strong provincial governments and constitutionally autonomous statutory bodies. You cannot impose a single architecture from the top. SITA acts as a coordinating body — shared standards, common procurement frameworks, a maintained reference architecture that agencies adopt rather than have imposed. The lesson: in any country where sub-national governments or autonomous statutory bodies carry real authority, the federated model — coordination without coercion — is the realistic pattern. Many African countries with strong provincial or county governments will recognise this shape.</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Estonia. The Information System Authority, known as RIA. The most-cited international example of mature digital government. Starting in the late 1990s, Estonia built X-Road as the data-exchange backbone, distributed state registries owned by their accountable agencies, and the Once-Only principle — that the state never asks a citizen for the same information twice. Today, almost every public service in Estonia runs online. Estonia is a small unitary state with very different starting conditions from most African countries. Use it as a polestar — what fully mature digital government can look like — not as a template to copy directly. The pattern is the same. The path is your country's.</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Four very different countries. The same architectural elements show in all four. A small central team with real authority. A published framework that other agencies adopt rather than fight. A governance mechanism that is binding, not advisory. A time horizon measured in years for full maturity, with intermediate results visible inside months. These are not outliers. They are what committing to the lifecycle and the team and the governance and the time horizon looks like in practice.</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 The pattern travels. Across small countries and large. Across unitary states and federations. Across countries with strong central authority and countries where authority is distributed. Your country can apply it too — once your minister commits to the four asks from the previous video. The rest of this knowledge product shows you how to do the work, using a fictional country called Progressa so every step is visible in detail.</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Sources slide, held ~5 seconds at the end of the video. Links are compiled into the YouTube description per ITU convention; no URLs read aloud.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Grey margin-Content with Caption (White bg)">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28691" y="1959151"/>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3" name="Text Placeholder 3">
            <a:extLst>
              <a:ext uri="{FF2B5EF4-FFF2-40B4-BE49-F238E27FC236}">
                <a16:creationId xmlns:a16="http://schemas.microsoft.com/office/drawing/2014/main" id="{3E0F6D26-4165-4298-B9DF-69A0CA57C654}"/>
              </a:ext>
            </a:extLst>
          </p:cNvPr>
          <p:cNvSpPr>
            <a:spLocks noGrp="1"/>
          </p:cNvSpPr>
          <p:nvPr>
            <p:ph type="body" sz="half" idx="14" hasCustomPrompt="1"/>
          </p:nvPr>
        </p:nvSpPr>
        <p:spPr>
          <a:xfrm>
            <a:off x="5018432" y="1959150"/>
            <a:ext cx="4090872" cy="4200245"/>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7" name="Title 1">
            <a:extLst>
              <a:ext uri="{FF2B5EF4-FFF2-40B4-BE49-F238E27FC236}">
                <a16:creationId xmlns:a16="http://schemas.microsoft.com/office/drawing/2014/main" id="{CED336FC-6E45-4A2D-A5AB-BE24E693E093}"/>
              </a:ext>
            </a:extLst>
          </p:cNvPr>
          <p:cNvSpPr>
            <a:spLocks noGrp="1"/>
          </p:cNvSpPr>
          <p:nvPr>
            <p:ph type="title" hasCustomPrompt="1"/>
          </p:nvPr>
        </p:nvSpPr>
        <p:spPr>
          <a:xfrm>
            <a:off x="728691" y="1265849"/>
            <a:ext cx="9051731" cy="502882"/>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20EB37B9-0614-41D6-8AFE-EB91B451A9F5}"/>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E8CDBB-5A4D-4444-85CC-7578EF050F69}"/>
              </a:ext>
            </a:extLst>
          </p:cNvPr>
          <p:cNvSpPr>
            <a:spLocks noGrp="1"/>
          </p:cNvSpPr>
          <p:nvPr>
            <p:ph type="body" sz="quarter" idx="12"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718176021"/>
      </p:ext>
    </p:extLst>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wo column - Title colum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8D6A0DE-A965-4E02-8A8B-981E2FDE590E}"/>
              </a:ext>
            </a:extLst>
          </p:cNvPr>
          <p:cNvSpPr>
            <a:spLocks noGrp="1"/>
          </p:cNvSpPr>
          <p:nvPr>
            <p:ph type="body" idx="1"/>
          </p:nvPr>
        </p:nvSpPr>
        <p:spPr>
          <a:xfrm>
            <a:off x="728687" y="1994663"/>
            <a:ext cx="4860830"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820F59-7539-405E-B005-C5C92782E908}"/>
              </a:ext>
            </a:extLst>
          </p:cNvPr>
          <p:cNvSpPr>
            <a:spLocks noGrp="1"/>
          </p:cNvSpPr>
          <p:nvPr>
            <p:ph sz="half" idx="2" hasCustomPrompt="1"/>
          </p:nvPr>
        </p:nvSpPr>
        <p:spPr>
          <a:xfrm>
            <a:off x="728687" y="2490758"/>
            <a:ext cx="4860830"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7" name="Text Placeholder 2">
            <a:extLst>
              <a:ext uri="{FF2B5EF4-FFF2-40B4-BE49-F238E27FC236}">
                <a16:creationId xmlns:a16="http://schemas.microsoft.com/office/drawing/2014/main" id="{9AE6D208-1F00-412A-86E9-1A7081F56572}"/>
              </a:ext>
            </a:extLst>
          </p:cNvPr>
          <p:cNvSpPr>
            <a:spLocks noGrp="1"/>
          </p:cNvSpPr>
          <p:nvPr>
            <p:ph type="body" idx="10"/>
          </p:nvPr>
        </p:nvSpPr>
        <p:spPr>
          <a:xfrm>
            <a:off x="5892510" y="1994663"/>
            <a:ext cx="4751106" cy="496095"/>
          </a:xfrm>
        </p:spPr>
        <p:txBody>
          <a:bodyPr anchor="t">
            <a:noAutofit/>
          </a:bodyPr>
          <a:lstStyle>
            <a:lvl1pPr marL="0" indent="0">
              <a:lnSpc>
                <a:spcPts val="2400"/>
              </a:lnSpc>
              <a:buNone/>
              <a:defRPr sz="1800" b="0" spc="3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8" name="Content Placeholder 3">
            <a:extLst>
              <a:ext uri="{FF2B5EF4-FFF2-40B4-BE49-F238E27FC236}">
                <a16:creationId xmlns:a16="http://schemas.microsoft.com/office/drawing/2014/main" id="{B8B83478-806A-4C07-A7A7-0CDF7E621EB5}"/>
              </a:ext>
            </a:extLst>
          </p:cNvPr>
          <p:cNvSpPr>
            <a:spLocks noGrp="1"/>
          </p:cNvSpPr>
          <p:nvPr>
            <p:ph sz="half" idx="11" hasCustomPrompt="1"/>
          </p:nvPr>
        </p:nvSpPr>
        <p:spPr>
          <a:xfrm>
            <a:off x="5892510" y="2490758"/>
            <a:ext cx="4751106" cy="3445987"/>
          </a:xfrm>
        </p:spPr>
        <p:txBody>
          <a:bodyPr>
            <a:noAutofit/>
          </a:bodyPr>
          <a:lstStyle>
            <a:lvl1pPr marL="228600" indent="-137160">
              <a:lnSpc>
                <a:spcPts val="2400"/>
              </a:lnSpc>
              <a:buClr>
                <a:srgbClr val="009CD6"/>
              </a:buClr>
              <a:buSzPct val="104000"/>
              <a:buFont typeface="Arial" panose="020B0604020202020204" pitchFamily="34" charset="0"/>
              <a:buChar char="•"/>
              <a:defRPr sz="1800" spc="30" baseline="0"/>
            </a:lvl1pPr>
            <a:lvl2pPr marL="685800" indent="-137160">
              <a:lnSpc>
                <a:spcPts val="2400"/>
              </a:lnSpc>
              <a:buClr>
                <a:srgbClr val="009CD6"/>
              </a:buClr>
              <a:buFont typeface="Arial" panose="020B0604020202020204" pitchFamily="34" charset="0"/>
              <a:buChar char="•"/>
              <a:defRPr sz="1800" spc="30" baseline="0"/>
            </a:lvl2pPr>
          </a:lstStyle>
          <a:p>
            <a:pPr lvl="0"/>
            <a:r>
              <a:rPr lang="en-US" dirty="0"/>
              <a:t>Second level</a:t>
            </a:r>
          </a:p>
          <a:p>
            <a:pPr lvl="1"/>
            <a:r>
              <a:rPr lang="en-US" dirty="0"/>
              <a:t>Third level</a:t>
            </a:r>
          </a:p>
        </p:txBody>
      </p:sp>
      <p:sp>
        <p:nvSpPr>
          <p:cNvPr id="13" name="Title 1">
            <a:extLst>
              <a:ext uri="{FF2B5EF4-FFF2-40B4-BE49-F238E27FC236}">
                <a16:creationId xmlns:a16="http://schemas.microsoft.com/office/drawing/2014/main" id="{20A48B77-BCF1-4349-8EF0-B33A1789375A}"/>
              </a:ext>
            </a:extLst>
          </p:cNvPr>
          <p:cNvSpPr>
            <a:spLocks noGrp="1"/>
          </p:cNvSpPr>
          <p:nvPr>
            <p:ph type="title" hasCustomPrompt="1"/>
          </p:nvPr>
        </p:nvSpPr>
        <p:spPr>
          <a:xfrm>
            <a:off x="728687" y="1238515"/>
            <a:ext cx="9914929" cy="635902"/>
          </a:xfrm>
          <a:prstGeom prst="rect">
            <a:avLst/>
          </a:prstGeom>
        </p:spPr>
        <p:txBody>
          <a:bodyPr>
            <a:noAutofit/>
          </a:bodyPr>
          <a:lstStyle>
            <a:lvl1pPr>
              <a:defRPr sz="2800"/>
            </a:lvl1pPr>
          </a:lstStyle>
          <a:p>
            <a:pPr lvl="0"/>
            <a:r>
              <a:rPr lang="en-US" dirty="0"/>
              <a:t>Click to edit Master text styles</a:t>
            </a:r>
          </a:p>
        </p:txBody>
      </p:sp>
      <p:cxnSp>
        <p:nvCxnSpPr>
          <p:cNvPr id="11" name="Straight Connector 10">
            <a:extLst>
              <a:ext uri="{FF2B5EF4-FFF2-40B4-BE49-F238E27FC236}">
                <a16:creationId xmlns:a16="http://schemas.microsoft.com/office/drawing/2014/main" id="{CCE4054A-3251-41A6-8BA5-67C64EF3E610}"/>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2" name="Text Placeholder 3">
            <a:extLst>
              <a:ext uri="{FF2B5EF4-FFF2-40B4-BE49-F238E27FC236}">
                <a16:creationId xmlns:a16="http://schemas.microsoft.com/office/drawing/2014/main" id="{F8E1AD81-2712-4CFB-B585-60CDC561D6F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8803887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column bullet list">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DC078E5A-AB76-4634-8AD9-64C991C6FC02}"/>
              </a:ext>
            </a:extLst>
          </p:cNvPr>
          <p:cNvSpPr>
            <a:spLocks noGrp="1"/>
          </p:cNvSpPr>
          <p:nvPr>
            <p:ph sz="half" idx="1" hasCustomPrompt="1"/>
          </p:nvPr>
        </p:nvSpPr>
        <p:spPr>
          <a:xfrm>
            <a:off x="721372" y="2040524"/>
            <a:ext cx="4393315" cy="4125355"/>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4" name="Content Placeholder 3">
            <a:extLst>
              <a:ext uri="{FF2B5EF4-FFF2-40B4-BE49-F238E27FC236}">
                <a16:creationId xmlns:a16="http://schemas.microsoft.com/office/drawing/2014/main" id="{4198F227-A22B-432C-84DE-6E0A3BE38D63}"/>
              </a:ext>
            </a:extLst>
          </p:cNvPr>
          <p:cNvSpPr>
            <a:spLocks noGrp="1"/>
          </p:cNvSpPr>
          <p:nvPr>
            <p:ph sz="half" idx="2" hasCustomPrompt="1"/>
          </p:nvPr>
        </p:nvSpPr>
        <p:spPr>
          <a:xfrm>
            <a:off x="5460255" y="2040523"/>
            <a:ext cx="4393316" cy="4126191"/>
          </a:xfrm>
        </p:spPr>
        <p:txBody>
          <a:bodyPr>
            <a:noAutofit/>
          </a:bodyPr>
          <a:lstStyle>
            <a:lvl1pPr marL="228600" indent="-137160">
              <a:buClr>
                <a:srgbClr val="009CD6"/>
              </a:buClr>
              <a:buFont typeface="Arial" panose="020B0604020202020204" pitchFamily="34" charset="0"/>
              <a:buChar char="•"/>
              <a:defRPr lang="en-US" spc="20" dirty="0"/>
            </a:lvl1pPr>
            <a:lvl2pPr marL="685800" indent="-137160">
              <a:buClr>
                <a:srgbClr val="009CD6"/>
              </a:buClr>
              <a:buFont typeface="Arial" panose="020B0604020202020204" pitchFamily="34" charset="0"/>
              <a:buChar char="•"/>
              <a:defRPr lang="en-US" spc="20" dirty="0"/>
            </a:lvl2pPr>
            <a:lvl3pPr marL="1143000" indent="-137160">
              <a:buClr>
                <a:srgbClr val="009CD6"/>
              </a:buClr>
              <a:buFont typeface="Arial" panose="020B0604020202020204" pitchFamily="34" charset="0"/>
              <a:buChar char="•"/>
              <a:defRPr lang="en-US" spc="20" dirty="0"/>
            </a:lvl3pPr>
            <a:lvl4pPr marL="1600200" indent="-137160">
              <a:buClr>
                <a:srgbClr val="009CD6"/>
              </a:buClr>
              <a:buFont typeface="Arial" panose="020B0604020202020204" pitchFamily="34" charset="0"/>
              <a:buChar char="•"/>
              <a:defRPr lang="en-US" spc="20" dirty="0"/>
            </a:lvl4pPr>
            <a:lvl5pPr>
              <a:buClr>
                <a:srgbClr val="5B9BD5"/>
              </a:buClr>
              <a:defRPr spc="0"/>
            </a:lvl5p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10" name="Title 1">
            <a:extLst>
              <a:ext uri="{FF2B5EF4-FFF2-40B4-BE49-F238E27FC236}">
                <a16:creationId xmlns:a16="http://schemas.microsoft.com/office/drawing/2014/main" id="{D346557F-F9B0-433A-9FC1-56C38B19DE9B}"/>
              </a:ext>
            </a:extLst>
          </p:cNvPr>
          <p:cNvSpPr>
            <a:spLocks noGrp="1"/>
          </p:cNvSpPr>
          <p:nvPr>
            <p:ph type="title" hasCustomPrompt="1"/>
          </p:nvPr>
        </p:nvSpPr>
        <p:spPr>
          <a:xfrm>
            <a:off x="721373" y="1251017"/>
            <a:ext cx="9132198" cy="565079"/>
          </a:xfrm>
          <a:prstGeom prst="rect">
            <a:avLst/>
          </a:prstGeom>
        </p:spPr>
        <p:txBody>
          <a:bodyPr>
            <a:noAutofit/>
          </a:bodyPr>
          <a:lstStyle>
            <a:lvl1pPr>
              <a:defRPr sz="2800"/>
            </a:lvl1pPr>
          </a:lstStyle>
          <a:p>
            <a:pPr lvl="0"/>
            <a:r>
              <a:rPr lang="en-US" dirty="0"/>
              <a:t>Click to edit Master text styles</a:t>
            </a:r>
          </a:p>
        </p:txBody>
      </p:sp>
      <p:cxnSp>
        <p:nvCxnSpPr>
          <p:cNvPr id="12" name="Straight Connector 11">
            <a:extLst>
              <a:ext uri="{FF2B5EF4-FFF2-40B4-BE49-F238E27FC236}">
                <a16:creationId xmlns:a16="http://schemas.microsoft.com/office/drawing/2014/main" id="{56157FF2-E1F2-41A6-A3CB-3DE59785DD4D}"/>
              </a:ext>
            </a:extLst>
          </p:cNvPr>
          <p:cNvCxnSpPr/>
          <p:nvPr userDrawn="1"/>
        </p:nvCxnSpPr>
        <p:spPr>
          <a:xfrm>
            <a:off x="614780"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3" name="Text Placeholder 3">
            <a:extLst>
              <a:ext uri="{FF2B5EF4-FFF2-40B4-BE49-F238E27FC236}">
                <a16:creationId xmlns:a16="http://schemas.microsoft.com/office/drawing/2014/main" id="{E8A78C8E-6713-4582-84CE-8C8A0FE572A4}"/>
              </a:ext>
            </a:extLst>
          </p:cNvPr>
          <p:cNvSpPr>
            <a:spLocks noGrp="1"/>
          </p:cNvSpPr>
          <p:nvPr>
            <p:ph type="body" sz="quarter" idx="12" hasCustomPrompt="1"/>
          </p:nvPr>
        </p:nvSpPr>
        <p:spPr>
          <a:xfrm>
            <a:off x="614780"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513749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One column tex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2CF752D4-D41F-48C8-BC93-770A10B9CEFC}"/>
              </a:ext>
            </a:extLst>
          </p:cNvPr>
          <p:cNvSpPr>
            <a:spLocks noGrp="1"/>
          </p:cNvSpPr>
          <p:nvPr>
            <p:ph type="body" sz="half" idx="2" hasCustomPrompt="1"/>
          </p:nvPr>
        </p:nvSpPr>
        <p:spPr>
          <a:xfrm>
            <a:off x="737226" y="1975104"/>
            <a:ext cx="6256106" cy="4210543"/>
          </a:xfrm>
        </p:spPr>
        <p:txBody>
          <a:bodyPr>
            <a:noAutofit/>
          </a:bodyPr>
          <a:lstStyle>
            <a:lvl1pPr marL="0" indent="0">
              <a:lnSpc>
                <a:spcPts val="2400"/>
              </a:lnSpc>
              <a:buNone/>
              <a:defRPr sz="1800" spc="20" baseline="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
        <p:nvSpPr>
          <p:cNvPr id="10" name="Title 1">
            <a:extLst>
              <a:ext uri="{FF2B5EF4-FFF2-40B4-BE49-F238E27FC236}">
                <a16:creationId xmlns:a16="http://schemas.microsoft.com/office/drawing/2014/main" id="{3F01D386-9240-4F38-9F1C-4325351B05E1}"/>
              </a:ext>
            </a:extLst>
          </p:cNvPr>
          <p:cNvSpPr>
            <a:spLocks noGrp="1"/>
          </p:cNvSpPr>
          <p:nvPr>
            <p:ph type="title" hasCustomPrompt="1"/>
          </p:nvPr>
        </p:nvSpPr>
        <p:spPr>
          <a:xfrm>
            <a:off x="737225" y="1261501"/>
            <a:ext cx="7177821" cy="542146"/>
          </a:xfrm>
          <a:prstGeom prst="rect">
            <a:avLst/>
          </a:prstGeom>
        </p:spPr>
        <p:txBody>
          <a:bodyPr>
            <a:noAutofit/>
          </a:bodyPr>
          <a:lstStyle>
            <a:lvl1pPr>
              <a:defRPr sz="2800"/>
            </a:lvl1pPr>
          </a:lstStyle>
          <a:p>
            <a:pPr lvl="0"/>
            <a:r>
              <a:rPr lang="en-US" dirty="0"/>
              <a:t>Click to edit Master text styles</a:t>
            </a:r>
          </a:p>
        </p:txBody>
      </p:sp>
      <p:cxnSp>
        <p:nvCxnSpPr>
          <p:cNvPr id="8" name="Straight Connector 7">
            <a:extLst>
              <a:ext uri="{FF2B5EF4-FFF2-40B4-BE49-F238E27FC236}">
                <a16:creationId xmlns:a16="http://schemas.microsoft.com/office/drawing/2014/main" id="{015B0268-1877-4B50-85FE-85F64126C828}"/>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716C6763-4EEE-47FB-A7AD-A329AC03860D}"/>
              </a:ext>
            </a:extLst>
          </p:cNvPr>
          <p:cNvSpPr>
            <a:spLocks noGrp="1"/>
          </p:cNvSpPr>
          <p:nvPr>
            <p:ph type="body" sz="quarter" idx="10" hasCustomPrompt="1"/>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14434721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 Large image">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AA9A3B-CF71-48AC-B4B0-550E5EC772C1}"/>
              </a:ext>
            </a:extLst>
          </p:cNvPr>
          <p:cNvSpPr>
            <a:spLocks noGrp="1"/>
          </p:cNvSpPr>
          <p:nvPr>
            <p:ph type="title"/>
          </p:nvPr>
        </p:nvSpPr>
        <p:spPr>
          <a:xfrm>
            <a:off x="716483" y="1234865"/>
            <a:ext cx="10313024" cy="635902"/>
          </a:xfrm>
          <a:prstGeom prst="rect">
            <a:avLst/>
          </a:prstGeom>
        </p:spPr>
        <p:txBody>
          <a:bodyPr anchor="t"/>
          <a:lstStyle>
            <a:lvl1pPr>
              <a:defRPr sz="2800"/>
            </a:lvl1pPr>
          </a:lstStyle>
          <a:p>
            <a:r>
              <a:rPr lang="en-US"/>
              <a:t>Click to edit Master title style</a:t>
            </a:r>
            <a:endParaRPr lang="en-US" dirty="0"/>
          </a:p>
        </p:txBody>
      </p:sp>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33313" y="1927476"/>
            <a:ext cx="10700345" cy="4218130"/>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9B8B0405-4014-43E6-B303-902A4F998E13}"/>
              </a:ext>
            </a:extLst>
          </p:cNvPr>
          <p:cNvCxnSpPr/>
          <p:nvPr userDrawn="1"/>
        </p:nvCxnSpPr>
        <p:spPr>
          <a:xfrm>
            <a:off x="614783"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7" name="Text Placeholder 3">
            <a:extLst>
              <a:ext uri="{FF2B5EF4-FFF2-40B4-BE49-F238E27FC236}">
                <a16:creationId xmlns:a16="http://schemas.microsoft.com/office/drawing/2014/main" id="{B69F8470-F06D-4D52-9A69-30EBD8DA6096}"/>
              </a:ext>
            </a:extLst>
          </p:cNvPr>
          <p:cNvSpPr>
            <a:spLocks noGrp="1"/>
          </p:cNvSpPr>
          <p:nvPr>
            <p:ph type="body" sz="quarter" idx="10" hasCustomPrompt="1"/>
          </p:nvPr>
        </p:nvSpPr>
        <p:spPr>
          <a:xfrm>
            <a:off x="614783"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13910143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Left image - S">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5593557"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500046"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500046"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5593546"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52770387"/>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Lef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656173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46823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46823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656173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25500417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Left image - L">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0"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740457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740457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73533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735337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425363925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Right image - S ">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7026350" y="-1"/>
            <a:ext cx="5165650" cy="6858000"/>
          </a:xfrm>
          <a:solidFill>
            <a:srgbClr val="F7F7F7"/>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11" name="Title 1">
            <a:extLst>
              <a:ext uri="{FF2B5EF4-FFF2-40B4-BE49-F238E27FC236}">
                <a16:creationId xmlns:a16="http://schemas.microsoft.com/office/drawing/2014/main" id="{A421150D-F679-4DFA-93CF-0E5480CC490F}"/>
              </a:ext>
            </a:extLst>
          </p:cNvPr>
          <p:cNvSpPr>
            <a:spLocks noGrp="1"/>
          </p:cNvSpPr>
          <p:nvPr>
            <p:ph type="title" hasCustomPrompt="1"/>
          </p:nvPr>
        </p:nvSpPr>
        <p:spPr>
          <a:xfrm>
            <a:off x="692373" y="1241625"/>
            <a:ext cx="6000749" cy="480131"/>
          </a:xfrm>
          <a:prstGeom prst="rect">
            <a:avLst/>
          </a:prstGeom>
        </p:spPr>
        <p:txBody>
          <a:bodyPr wrap="square">
            <a:spAutoFit/>
          </a:bodyPr>
          <a:lstStyle>
            <a:lvl1pPr>
              <a:defRPr sz="2800"/>
            </a:lvl1pPr>
          </a:lstStyle>
          <a:p>
            <a:pPr lvl="0"/>
            <a:r>
              <a:rPr lang="en-US" dirty="0"/>
              <a:t>Click to edit Master text styles</a:t>
            </a:r>
          </a:p>
        </p:txBody>
      </p:sp>
      <p:cxnSp>
        <p:nvCxnSpPr>
          <p:cNvPr id="17" name="Straight Connector 16">
            <a:extLst>
              <a:ext uri="{FF2B5EF4-FFF2-40B4-BE49-F238E27FC236}">
                <a16:creationId xmlns:a16="http://schemas.microsoft.com/office/drawing/2014/main" id="{7F1DE310-EEBE-4571-9348-190C69629E15}"/>
              </a:ext>
            </a:extLst>
          </p:cNvPr>
          <p:cNvCxnSpPr/>
          <p:nvPr userDrawn="1"/>
        </p:nvCxnSpPr>
        <p:spPr>
          <a:xfrm>
            <a:off x="598862"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4C777EF-FC93-4970-9186-9F729BE94473}"/>
              </a:ext>
            </a:extLst>
          </p:cNvPr>
          <p:cNvSpPr>
            <a:spLocks noGrp="1"/>
          </p:cNvSpPr>
          <p:nvPr>
            <p:ph type="body" sz="quarter" idx="10" hasCustomPrompt="1"/>
          </p:nvPr>
        </p:nvSpPr>
        <p:spPr>
          <a:xfrm>
            <a:off x="598862"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3" name="Text Placeholder 3">
            <a:extLst>
              <a:ext uri="{FF2B5EF4-FFF2-40B4-BE49-F238E27FC236}">
                <a16:creationId xmlns:a16="http://schemas.microsoft.com/office/drawing/2014/main" id="{BD03799A-7C35-4CAA-BE06-C4A99AE98261}"/>
              </a:ext>
            </a:extLst>
          </p:cNvPr>
          <p:cNvSpPr>
            <a:spLocks noGrp="1"/>
          </p:cNvSpPr>
          <p:nvPr>
            <p:ph type="body" sz="half" idx="2" hasCustomPrompt="1"/>
          </p:nvPr>
        </p:nvSpPr>
        <p:spPr>
          <a:xfrm>
            <a:off x="692362" y="1796208"/>
            <a:ext cx="6000749" cy="3820167"/>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2682314598"/>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Right image - M">
    <p:spTree>
      <p:nvGrpSpPr>
        <p:cNvPr id="1" name=""/>
        <p:cNvGrpSpPr/>
        <p:nvPr/>
      </p:nvGrpSpPr>
      <p:grpSpPr>
        <a:xfrm>
          <a:off x="0" y="0"/>
          <a:ext cx="0" cy="0"/>
          <a:chOff x="0" y="0"/>
          <a:chExt cx="0" cy="0"/>
        </a:xfrm>
      </p:grpSpPr>
      <p:sp>
        <p:nvSpPr>
          <p:cNvPr id="9" name="Picture Placeholder 2">
            <a:extLst>
              <a:ext uri="{FF2B5EF4-FFF2-40B4-BE49-F238E27FC236}">
                <a16:creationId xmlns:a16="http://schemas.microsoft.com/office/drawing/2014/main" id="{E364E913-4A6A-4F3B-B209-831A75170B72}"/>
              </a:ext>
            </a:extLst>
          </p:cNvPr>
          <p:cNvSpPr>
            <a:spLocks noGrp="1"/>
          </p:cNvSpPr>
          <p:nvPr>
            <p:ph type="pic" idx="1" hasCustomPrompt="1"/>
          </p:nvPr>
        </p:nvSpPr>
        <p:spPr>
          <a:xfrm>
            <a:off x="6096000" y="-1"/>
            <a:ext cx="6092751" cy="6858000"/>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sp>
        <p:nvSpPr>
          <p:cNvPr id="8" name="Title 1">
            <a:extLst>
              <a:ext uri="{FF2B5EF4-FFF2-40B4-BE49-F238E27FC236}">
                <a16:creationId xmlns:a16="http://schemas.microsoft.com/office/drawing/2014/main" id="{E30453B6-BE94-4D10-99CD-4F6557992EA0}"/>
              </a:ext>
            </a:extLst>
          </p:cNvPr>
          <p:cNvSpPr>
            <a:spLocks noGrp="1"/>
          </p:cNvSpPr>
          <p:nvPr>
            <p:ph type="title" hasCustomPrompt="1"/>
          </p:nvPr>
        </p:nvSpPr>
        <p:spPr>
          <a:xfrm>
            <a:off x="709575" y="1241625"/>
            <a:ext cx="5018228" cy="867930"/>
          </a:xfrm>
          <a:prstGeom prst="rect">
            <a:avLst/>
          </a:prstGeom>
        </p:spPr>
        <p:txBody>
          <a:bodyPr wrap="square">
            <a:spAutoFit/>
          </a:bodyPr>
          <a:lstStyle>
            <a:lvl1pPr>
              <a:defRPr sz="2800"/>
            </a:lvl1pPr>
          </a:lstStyle>
          <a:p>
            <a:pPr lvl="0"/>
            <a:r>
              <a:rPr lang="en-US" dirty="0"/>
              <a:t>Click to edit Master text styles  </a:t>
            </a:r>
          </a:p>
        </p:txBody>
      </p:sp>
      <p:cxnSp>
        <p:nvCxnSpPr>
          <p:cNvPr id="11" name="Straight Connector 10">
            <a:extLst>
              <a:ext uri="{FF2B5EF4-FFF2-40B4-BE49-F238E27FC236}">
                <a16:creationId xmlns:a16="http://schemas.microsoft.com/office/drawing/2014/main" id="{076CAFA7-68AE-4EAD-BE3A-A5B16D9D3552}"/>
              </a:ext>
            </a:extLst>
          </p:cNvPr>
          <p:cNvCxnSpPr/>
          <p:nvPr userDrawn="1"/>
        </p:nvCxnSpPr>
        <p:spPr>
          <a:xfrm>
            <a:off x="61607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4" name="Text Placeholder 3">
            <a:extLst>
              <a:ext uri="{FF2B5EF4-FFF2-40B4-BE49-F238E27FC236}">
                <a16:creationId xmlns:a16="http://schemas.microsoft.com/office/drawing/2014/main" id="{A8F2FE0A-3A4C-445D-8290-44FCEA3F5955}"/>
              </a:ext>
            </a:extLst>
          </p:cNvPr>
          <p:cNvSpPr>
            <a:spLocks noGrp="1"/>
          </p:cNvSpPr>
          <p:nvPr>
            <p:ph type="body" sz="quarter" idx="10" hasCustomPrompt="1"/>
          </p:nvPr>
        </p:nvSpPr>
        <p:spPr>
          <a:xfrm>
            <a:off x="616074"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
        <p:nvSpPr>
          <p:cNvPr id="15" name="Text Placeholder 3">
            <a:extLst>
              <a:ext uri="{FF2B5EF4-FFF2-40B4-BE49-F238E27FC236}">
                <a16:creationId xmlns:a16="http://schemas.microsoft.com/office/drawing/2014/main" id="{C9AD2564-EF06-46B2-95AF-0FC81EEDCC98}"/>
              </a:ext>
            </a:extLst>
          </p:cNvPr>
          <p:cNvSpPr>
            <a:spLocks noGrp="1"/>
          </p:cNvSpPr>
          <p:nvPr>
            <p:ph type="body" sz="half" idx="2" hasCustomPrompt="1"/>
          </p:nvPr>
        </p:nvSpPr>
        <p:spPr>
          <a:xfrm>
            <a:off x="709574" y="2245766"/>
            <a:ext cx="5018229" cy="3920948"/>
          </a:xfrm>
        </p:spPr>
        <p:txBody>
          <a:bodyPr>
            <a:noAutofit/>
          </a:bodyPr>
          <a:lstStyle>
            <a:lvl1pPr marL="0" indent="0">
              <a:lnSpc>
                <a:spcPts val="2400"/>
              </a:lnSpc>
              <a:buNone/>
              <a:defRPr lang="en-US" sz="1800" dirty="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dirty="0"/>
              <a:t>Click to edit Master text styles </a:t>
            </a:r>
          </a:p>
        </p:txBody>
      </p:sp>
    </p:spTree>
    <p:extLst>
      <p:ext uri="{BB962C8B-B14F-4D97-AF65-F5344CB8AC3E}">
        <p14:creationId xmlns:p14="http://schemas.microsoft.com/office/powerpoint/2010/main" val="3864113316"/>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Left image-L (White bg)">
    <p:bg>
      <p:bgPr>
        <a:solidFill>
          <a:schemeClr val="bg1"/>
        </a:solidFill>
        <a:effectLst/>
      </p:bgPr>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2CB99501-2A5A-45F8-BACF-23701FE68337}"/>
              </a:ext>
            </a:extLst>
          </p:cNvPr>
          <p:cNvSpPr>
            <a:spLocks noGrp="1"/>
          </p:cNvSpPr>
          <p:nvPr>
            <p:ph type="pic" idx="1" hasCustomPrompt="1"/>
          </p:nvPr>
        </p:nvSpPr>
        <p:spPr>
          <a:xfrm>
            <a:off x="5194302" y="0"/>
            <a:ext cx="6997698" cy="6857999"/>
          </a:xfrm>
          <a:solidFill>
            <a:srgbClr val="F4F4F4"/>
          </a:solidFill>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picture here</a:t>
            </a:r>
          </a:p>
        </p:txBody>
      </p:sp>
      <p:sp>
        <p:nvSpPr>
          <p:cNvPr id="4" name="Text Placeholder 3">
            <a:extLst>
              <a:ext uri="{FF2B5EF4-FFF2-40B4-BE49-F238E27FC236}">
                <a16:creationId xmlns:a16="http://schemas.microsoft.com/office/drawing/2014/main" id="{4CE260B5-3078-4CFA-A43A-D57EA4E988F4}"/>
              </a:ext>
            </a:extLst>
          </p:cNvPr>
          <p:cNvSpPr>
            <a:spLocks noGrp="1"/>
          </p:cNvSpPr>
          <p:nvPr>
            <p:ph type="body" sz="half" idx="2"/>
          </p:nvPr>
        </p:nvSpPr>
        <p:spPr>
          <a:xfrm>
            <a:off x="652649" y="2228472"/>
            <a:ext cx="4204643" cy="3936800"/>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9" name="Title 1">
            <a:extLst>
              <a:ext uri="{FF2B5EF4-FFF2-40B4-BE49-F238E27FC236}">
                <a16:creationId xmlns:a16="http://schemas.microsoft.com/office/drawing/2014/main" id="{6147FA91-C242-46DD-BE23-48F41CC2970C}"/>
              </a:ext>
            </a:extLst>
          </p:cNvPr>
          <p:cNvSpPr>
            <a:spLocks noGrp="1"/>
          </p:cNvSpPr>
          <p:nvPr>
            <p:ph type="title" hasCustomPrompt="1"/>
          </p:nvPr>
        </p:nvSpPr>
        <p:spPr>
          <a:xfrm>
            <a:off x="652649" y="1218965"/>
            <a:ext cx="4255850" cy="933507"/>
          </a:xfrm>
          <a:prstGeom prst="rect">
            <a:avLst/>
          </a:prstGeom>
        </p:spPr>
        <p:txBody>
          <a:bodyPr anchor="t">
            <a:noAutofit/>
          </a:bodyPr>
          <a:lstStyle>
            <a:lvl1pPr>
              <a:defRPr sz="2800"/>
            </a:lvl1pPr>
          </a:lstStyle>
          <a:p>
            <a:pPr lvl="0"/>
            <a:r>
              <a:rPr lang="en-US" dirty="0"/>
              <a:t>Click to edit Master text styles</a:t>
            </a:r>
          </a:p>
        </p:txBody>
      </p:sp>
      <p:cxnSp>
        <p:nvCxnSpPr>
          <p:cNvPr id="7" name="Straight Connector 6">
            <a:extLst>
              <a:ext uri="{FF2B5EF4-FFF2-40B4-BE49-F238E27FC236}">
                <a16:creationId xmlns:a16="http://schemas.microsoft.com/office/drawing/2014/main" id="{20EEAF69-B649-4DD9-BE4A-CC1FC2864BDE}"/>
              </a:ext>
            </a:extLst>
          </p:cNvPr>
          <p:cNvCxnSpPr/>
          <p:nvPr userDrawn="1"/>
        </p:nvCxnSpPr>
        <p:spPr>
          <a:xfrm>
            <a:off x="601444"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8" name="Text Placeholder 3">
            <a:extLst>
              <a:ext uri="{FF2B5EF4-FFF2-40B4-BE49-F238E27FC236}">
                <a16:creationId xmlns:a16="http://schemas.microsoft.com/office/drawing/2014/main" id="{822686E3-ED91-4402-ABE9-E10A74CBDBB8}"/>
              </a:ext>
            </a:extLst>
          </p:cNvPr>
          <p:cNvSpPr>
            <a:spLocks noGrp="1"/>
          </p:cNvSpPr>
          <p:nvPr>
            <p:ph type="body" sz="quarter" idx="10" hasCustomPrompt="1"/>
          </p:nvPr>
        </p:nvSpPr>
        <p:spPr>
          <a:xfrm>
            <a:off x="601445" y="313371"/>
            <a:ext cx="4307054"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2780661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Blank - Footer (white bg) ">
    <p:spTree>
      <p:nvGrpSpPr>
        <p:cNvPr id="1" name=""/>
        <p:cNvGrpSpPr/>
        <p:nvPr/>
      </p:nvGrpSpPr>
      <p:grpSpPr>
        <a:xfrm>
          <a:off x="0" y="0"/>
          <a:ext cx="0" cy="0"/>
          <a:chOff x="0" y="0"/>
          <a:chExt cx="0" cy="0"/>
        </a:xfrm>
      </p:grpSpPr>
    </p:spTree>
    <p:extLst>
      <p:ext uri="{BB962C8B-B14F-4D97-AF65-F5344CB8AC3E}">
        <p14:creationId xmlns:p14="http://schemas.microsoft.com/office/powerpoint/2010/main" val="94355432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2160825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blu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0641AD-3AD5-4F67-A775-821CB3080BD2}"/>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141802275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Thank you Slide">
    <p:bg>
      <p:bgPr>
        <a:solidFill>
          <a:srgbClr val="F5FAFC"/>
        </a:solidFill>
        <a:effectLst/>
      </p:bgPr>
    </p:bg>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E3F35E03-ED1F-4BA6-A9DB-BAA193266DF0}"/>
              </a:ext>
            </a:extLst>
          </p:cNvPr>
          <p:cNvSpPr txBox="1"/>
          <p:nvPr userDrawn="1"/>
        </p:nvSpPr>
        <p:spPr>
          <a:xfrm>
            <a:off x="3457462" y="2905780"/>
            <a:ext cx="5246914" cy="584775"/>
          </a:xfrm>
          <a:prstGeom prst="rect">
            <a:avLst/>
          </a:prstGeom>
          <a:noFill/>
        </p:spPr>
        <p:txBody>
          <a:bodyPr wrap="square" rtlCol="0">
            <a:spAutoFit/>
          </a:bodyPr>
          <a:lstStyle/>
          <a:p>
            <a:pPr algn="ctr"/>
            <a:r>
              <a:rPr lang="en-US" sz="3200" b="1" dirty="0">
                <a:solidFill>
                  <a:schemeClr val="tx1"/>
                </a:solidFill>
                <a:cs typeface="Arial" panose="020B0604020202020204" pitchFamily="34" charset="0"/>
              </a:rPr>
              <a:t>Thank you!</a:t>
            </a:r>
          </a:p>
        </p:txBody>
      </p:sp>
      <p:sp>
        <p:nvSpPr>
          <p:cNvPr id="7" name="Rectangle 6">
            <a:extLst>
              <a:ext uri="{FF2B5EF4-FFF2-40B4-BE49-F238E27FC236}">
                <a16:creationId xmlns:a16="http://schemas.microsoft.com/office/drawing/2014/main" id="{D95BEDD7-9550-46FC-AAD4-3BCDC60161D9}"/>
              </a:ext>
            </a:extLst>
          </p:cNvPr>
          <p:cNvSpPr/>
          <p:nvPr userDrawn="1"/>
        </p:nvSpPr>
        <p:spPr>
          <a:xfrm>
            <a:off x="0" y="6115986"/>
            <a:ext cx="12192000" cy="742013"/>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009CD6"/>
              </a:solidFill>
            </a:endParaRPr>
          </a:p>
        </p:txBody>
      </p:sp>
    </p:spTree>
    <p:extLst>
      <p:ext uri="{BB962C8B-B14F-4D97-AF65-F5344CB8AC3E}">
        <p14:creationId xmlns:p14="http://schemas.microsoft.com/office/powerpoint/2010/main" val="69760784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Title and Conten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CD000AF-B921-43E9-B432-355A07B6E46E}"/>
              </a:ext>
            </a:extLst>
          </p:cNvPr>
          <p:cNvSpPr/>
          <p:nvPr userDrawn="1"/>
        </p:nvSpPr>
        <p:spPr>
          <a:xfrm>
            <a:off x="0" y="6115986"/>
            <a:ext cx="10028420" cy="742013"/>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689536496"/>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24450848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Big text two column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8999926" cy="4067251"/>
          </a:xfrm>
        </p:spPr>
        <p:txBody>
          <a:bodyPr numCol="2"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a:p>
            <a:pPr lvl="0"/>
            <a:r>
              <a:rPr lang="en-US" dirty="0" err="1"/>
              <a:t>Nulla</a:t>
            </a:r>
            <a:r>
              <a:rPr lang="en-US" dirty="0"/>
              <a:t> </a:t>
            </a:r>
            <a:r>
              <a:rPr lang="en-US" dirty="0" err="1"/>
              <a:t>consequat</a:t>
            </a:r>
            <a:r>
              <a:rPr lang="en-US" dirty="0"/>
              <a:t> </a:t>
            </a:r>
            <a:r>
              <a:rPr lang="en-US" dirty="0" err="1"/>
              <a:t>massa</a:t>
            </a:r>
            <a:r>
              <a:rPr lang="en-US" dirty="0"/>
              <a:t> </a:t>
            </a:r>
            <a:r>
              <a:rPr lang="en-US" dirty="0" err="1"/>
              <a:t>quis</a:t>
            </a:r>
            <a:r>
              <a:rPr lang="en-US" dirty="0"/>
              <a:t> </a:t>
            </a:r>
            <a:r>
              <a:rPr lang="en-US" dirty="0" err="1"/>
              <a:t>enim</a:t>
            </a:r>
            <a:r>
              <a:rPr lang="en-US" dirty="0"/>
              <a:t>. Donec </a:t>
            </a:r>
            <a:r>
              <a:rPr lang="en-US" dirty="0" err="1"/>
              <a:t>pede</a:t>
            </a:r>
            <a:r>
              <a:rPr lang="en-US" dirty="0"/>
              <a:t> </a:t>
            </a:r>
            <a:r>
              <a:rPr lang="en-US" dirty="0" err="1"/>
              <a:t>justo</a:t>
            </a:r>
            <a:r>
              <a:rPr lang="en-US" dirty="0"/>
              <a:t>, </a:t>
            </a:r>
            <a:r>
              <a:rPr lang="en-US" dirty="0" err="1"/>
              <a:t>fringilla</a:t>
            </a:r>
            <a:r>
              <a:rPr lang="en-US" dirty="0"/>
              <a:t> vel, </a:t>
            </a:r>
            <a:r>
              <a:rPr lang="en-US" dirty="0" err="1"/>
              <a:t>aliquet</a:t>
            </a:r>
            <a:r>
              <a:rPr lang="en-US" dirty="0"/>
              <a:t> </a:t>
            </a:r>
            <a:r>
              <a:rPr lang="en-US" dirty="0" err="1"/>
              <a:t>nec</a:t>
            </a:r>
            <a:r>
              <a:rPr lang="en-US" dirty="0"/>
              <a:t>.</a:t>
            </a:r>
          </a:p>
          <a:p>
            <a:pPr marL="91440" marR="0" lvl="0" indent="0" algn="l" defTabSz="914400" rtl="0" eaLnBrk="1" fontAlgn="auto" latinLnBrk="0" hangingPunct="1">
              <a:lnSpc>
                <a:spcPct val="100000"/>
              </a:lnSpc>
              <a:spcBef>
                <a:spcPts val="1000"/>
              </a:spcBef>
              <a:spcAft>
                <a:spcPts val="0"/>
              </a:spcAft>
              <a:buClr>
                <a:srgbClr val="009CD6"/>
              </a:buClr>
              <a:buSzPct val="110000"/>
              <a:buFontTx/>
              <a:buNone/>
              <a:tabLst/>
              <a:defRPr/>
            </a:pPr>
            <a:r>
              <a:rPr lang="en-US" dirty="0"/>
              <a:t>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50670260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Big text 1 column">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725414" y="2033625"/>
            <a:ext cx="6297178" cy="4067251"/>
          </a:xfrm>
        </p:spPr>
        <p:txBody>
          <a:bodyPr numCol="1" spcCol="274320">
            <a:noAutofit/>
          </a:bodyPr>
          <a:lstStyle>
            <a:lvl1pPr marL="91440" marR="0" indent="0" algn="l" defTabSz="914400" rtl="0" eaLnBrk="1" fontAlgn="auto" latinLnBrk="0" hangingPunct="1">
              <a:lnSpc>
                <a:spcPct val="100000"/>
              </a:lnSpc>
              <a:spcBef>
                <a:spcPts val="1000"/>
              </a:spcBef>
              <a:spcAft>
                <a:spcPts val="0"/>
              </a:spcAft>
              <a:buClr>
                <a:srgbClr val="009CD6"/>
              </a:buClr>
              <a:buSzPct val="110000"/>
              <a:buFontTx/>
              <a:buNone/>
              <a:tabLst/>
              <a:defRPr sz="2400" spc="20"/>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Donec </a:t>
            </a:r>
            <a:r>
              <a:rPr lang="en-US" dirty="0" err="1"/>
              <a:t>quam</a:t>
            </a:r>
            <a:r>
              <a:rPr lang="en-US" dirty="0"/>
              <a:t> </a:t>
            </a:r>
            <a:r>
              <a:rPr lang="en-US" dirty="0" err="1"/>
              <a:t>felis</a:t>
            </a:r>
            <a:r>
              <a:rPr lang="en-US" dirty="0"/>
              <a:t>, </a:t>
            </a:r>
            <a:r>
              <a:rPr lang="en-US" dirty="0" err="1"/>
              <a:t>ultricies</a:t>
            </a:r>
            <a:r>
              <a:rPr lang="en-US" dirty="0"/>
              <a:t> </a:t>
            </a:r>
            <a:r>
              <a:rPr lang="en-US" dirty="0" err="1"/>
              <a:t>nec</a:t>
            </a:r>
            <a:r>
              <a:rPr lang="en-US" dirty="0"/>
              <a:t>, </a:t>
            </a:r>
            <a:r>
              <a:rPr lang="en-US" dirty="0" err="1"/>
              <a:t>pellentesque</a:t>
            </a:r>
            <a:r>
              <a:rPr lang="en-US" dirty="0"/>
              <a:t> </a:t>
            </a:r>
            <a:r>
              <a:rPr lang="en-US" dirty="0" err="1"/>
              <a:t>eu</a:t>
            </a:r>
            <a:r>
              <a:rPr lang="en-US" dirty="0"/>
              <a:t>, </a:t>
            </a:r>
            <a:r>
              <a:rPr lang="en-US" dirty="0" err="1"/>
              <a:t>pretium</a:t>
            </a:r>
            <a:r>
              <a:rPr lang="en-US" dirty="0"/>
              <a:t> </a:t>
            </a:r>
            <a:r>
              <a:rPr lang="en-US" dirty="0" err="1"/>
              <a:t>quis</a:t>
            </a:r>
            <a:r>
              <a:rPr lang="en-US" dirty="0"/>
              <a:t>, sem. </a:t>
            </a:r>
          </a:p>
        </p:txBody>
      </p:sp>
      <p:sp>
        <p:nvSpPr>
          <p:cNvPr id="8" name="Title 1">
            <a:extLst>
              <a:ext uri="{FF2B5EF4-FFF2-40B4-BE49-F238E27FC236}">
                <a16:creationId xmlns:a16="http://schemas.microsoft.com/office/drawing/2014/main" id="{2068AA50-AAA8-4842-ABF3-40CA7CFE97D8}"/>
              </a:ext>
            </a:extLst>
          </p:cNvPr>
          <p:cNvSpPr>
            <a:spLocks noGrp="1"/>
          </p:cNvSpPr>
          <p:nvPr>
            <p:ph type="title" hasCustomPrompt="1"/>
          </p:nvPr>
        </p:nvSpPr>
        <p:spPr>
          <a:xfrm>
            <a:off x="719358" y="685156"/>
            <a:ext cx="8999926" cy="597012"/>
          </a:xfrm>
          <a:prstGeom prst="rect">
            <a:avLst/>
          </a:prstGeom>
        </p:spPr>
        <p:txBody>
          <a:bodyPr>
            <a:noAutofit/>
          </a:bodyPr>
          <a:lstStyle>
            <a:lvl1pPr>
              <a:defRPr sz="2800"/>
            </a:lvl1pPr>
          </a:lstStyle>
          <a:p>
            <a:pPr lvl="0"/>
            <a:r>
              <a:rPr lang="en-US" dirty="0"/>
              <a:t>Click to edit Master text styles</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56407432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Big text aligned right + Italic">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buNone/>
              <a:defRPr sz="1600">
                <a:solidFill>
                  <a:schemeClr val="accent2"/>
                </a:solidFill>
              </a:defRPr>
            </a:lvl1pPr>
          </a:lstStyle>
          <a:p>
            <a:pPr lvl="0"/>
            <a:r>
              <a:rPr lang="en-US"/>
              <a:t>Click to edit section name</a:t>
            </a:r>
            <a:endParaRPr lang="en-US" dirty="0"/>
          </a:p>
        </p:txBody>
      </p:sp>
      <p:sp>
        <p:nvSpPr>
          <p:cNvPr id="6" name="Shape 610" hidden="1">
            <a:extLst>
              <a:ext uri="{FF2B5EF4-FFF2-40B4-BE49-F238E27FC236}">
                <a16:creationId xmlns:a16="http://schemas.microsoft.com/office/drawing/2014/main" id="{C5B068B2-AEB9-41E6-AB3C-EA87FFB0FE76}"/>
              </a:ext>
            </a:extLst>
          </p:cNvPr>
          <p:cNvSpPr/>
          <p:nvPr userDrawn="1"/>
        </p:nvSpPr>
        <p:spPr>
          <a:xfrm>
            <a:off x="510238" y="2132869"/>
            <a:ext cx="6303518" cy="3103212"/>
          </a:xfrm>
          <a:prstGeom prst="rect">
            <a:avLst/>
          </a:prstGeom>
          <a:noFill/>
          <a:ln>
            <a:noFill/>
          </a:ln>
        </p:spPr>
        <p:txBody>
          <a:bodyPr lIns="91412" tIns="45700" rIns="91412" bIns="45700" anchor="t" anchorCtr="0">
            <a:noAutofit/>
          </a:bodyPr>
          <a:lstStyle/>
          <a:p>
            <a:pPr algn="r">
              <a:buSzPct val="25000"/>
            </a:pPr>
            <a:r>
              <a:rPr lang="en-GB" sz="2800" dirty="0">
                <a:latin typeface="Arial" panose="020B0604020202020204" pitchFamily="34" charset="0"/>
                <a:ea typeface="Roboto"/>
                <a:cs typeface="Arial" panose="020B0604020202020204" pitchFamily="34" charset="0"/>
                <a:sym typeface="Roboto"/>
              </a:rPr>
              <a:t>We have focused on </a:t>
            </a:r>
            <a:r>
              <a:rPr lang="en-GB" sz="2800" b="1" dirty="0">
                <a:latin typeface="Arial" panose="020B0604020202020204" pitchFamily="34" charset="0"/>
                <a:ea typeface="Roboto"/>
                <a:cs typeface="Arial" panose="020B0604020202020204" pitchFamily="34" charset="0"/>
                <a:sym typeface="Roboto"/>
              </a:rPr>
              <a:t>preparing and empowering BDT staff</a:t>
            </a:r>
            <a:r>
              <a:rPr lang="en-GB" sz="2800" dirty="0">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p:txBody>
      </p:sp>
      <p:sp>
        <p:nvSpPr>
          <p:cNvPr id="7" name="Subtitle 8">
            <a:extLst>
              <a:ext uri="{FF2B5EF4-FFF2-40B4-BE49-F238E27FC236}">
                <a16:creationId xmlns:a16="http://schemas.microsoft.com/office/drawing/2014/main" id="{A4620858-2872-44F6-B072-7E678A260322}"/>
              </a:ext>
            </a:extLst>
          </p:cNvPr>
          <p:cNvSpPr txBox="1">
            <a:spLocks/>
          </p:cNvSpPr>
          <p:nvPr userDrawn="1"/>
        </p:nvSpPr>
        <p:spPr>
          <a:xfrm>
            <a:off x="7295839" y="2132869"/>
            <a:ext cx="4663323" cy="4303496"/>
          </a:xfrm>
          <a:prstGeom prst="rect">
            <a:avLst/>
          </a:prstGeom>
        </p:spPr>
        <p:txBody>
          <a:bodyPr>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Arial" panose="020B0604020202020204" pitchFamily="34" charset="0"/>
                <a:ea typeface="+mn-ea"/>
                <a:cs typeface="Arial" panose="020B0604020202020204" pitchFamily="34" charset="0"/>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lnSpc>
                <a:spcPct val="100000"/>
              </a:lnSpc>
              <a:spcBef>
                <a:spcPts val="1800"/>
              </a:spcBef>
            </a:pPr>
            <a:endParaRPr lang="en-US" i="1" dirty="0">
              <a:solidFill>
                <a:schemeClr val="bg2">
                  <a:lumMod val="25000"/>
                </a:schemeClr>
              </a:solidFill>
              <a:latin typeface="Georgia" panose="02040502050405020303" pitchFamily="18" charset="0"/>
            </a:endParaRPr>
          </a:p>
        </p:txBody>
      </p:sp>
      <p:cxnSp>
        <p:nvCxnSpPr>
          <p:cNvPr id="11" name="Straight Connector 10">
            <a:extLst>
              <a:ext uri="{FF2B5EF4-FFF2-40B4-BE49-F238E27FC236}">
                <a16:creationId xmlns:a16="http://schemas.microsoft.com/office/drawing/2014/main" id="{BE0E510D-A28B-40D0-90A9-897A15E93F85}"/>
              </a:ext>
            </a:extLst>
          </p:cNvPr>
          <p:cNvCxnSpPr>
            <a:cxnSpLocks/>
          </p:cNvCxnSpPr>
          <p:nvPr userDrawn="1"/>
        </p:nvCxnSpPr>
        <p:spPr>
          <a:xfrm>
            <a:off x="7069545" y="2248302"/>
            <a:ext cx="0" cy="3133725"/>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Text Placeholder 3">
            <a:extLst>
              <a:ext uri="{FF2B5EF4-FFF2-40B4-BE49-F238E27FC236}">
                <a16:creationId xmlns:a16="http://schemas.microsoft.com/office/drawing/2014/main" id="{5B885EC5-B7E9-4FBB-A4AE-A260C8DCB031}"/>
              </a:ext>
            </a:extLst>
          </p:cNvPr>
          <p:cNvSpPr>
            <a:spLocks noGrp="1"/>
          </p:cNvSpPr>
          <p:nvPr>
            <p:ph type="body" sz="quarter" idx="11" hasCustomPrompt="1"/>
          </p:nvPr>
        </p:nvSpPr>
        <p:spPr>
          <a:xfrm>
            <a:off x="503238" y="2133600"/>
            <a:ext cx="6297612" cy="3079750"/>
          </a:xfrm>
        </p:spPr>
        <p:txBody>
          <a:bodyPr/>
          <a:lstStyle>
            <a:lvl1pPr marL="0" marR="0" indent="0" algn="r" defTabSz="914400" rtl="0" eaLnBrk="1" fontAlgn="auto" latinLnBrk="0" hangingPunct="1">
              <a:lnSpc>
                <a:spcPct val="100000"/>
              </a:lnSpc>
              <a:spcBef>
                <a:spcPts val="0"/>
              </a:spcBef>
              <a:spcAft>
                <a:spcPts val="0"/>
              </a:spcAft>
              <a:buClrTx/>
              <a:buSzPct val="25000"/>
              <a:buFontTx/>
              <a:buNone/>
              <a:tabLst/>
              <a:defRPr/>
            </a:lvl1pPr>
          </a:lstStyle>
          <a:p>
            <a:pPr marL="0" marR="0" lvl="0" indent="0" algn="r" defTabSz="914400" rtl="0" eaLnBrk="1" fontAlgn="auto" latinLnBrk="0" hangingPunct="1">
              <a:lnSpc>
                <a:spcPct val="100000"/>
              </a:lnSpc>
              <a:spcBef>
                <a:spcPts val="0"/>
              </a:spcBef>
              <a:spcAft>
                <a:spcPts val="0"/>
              </a:spcAft>
              <a:buClrTx/>
              <a:buSzPct val="25000"/>
              <a:buFontTx/>
              <a:buNone/>
              <a:tabLst/>
              <a:defRPr/>
            </a:pP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We have focused on </a:t>
            </a:r>
            <a:r>
              <a:rPr kumimoji="0" lang="en-GB" sz="2800" b="1"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preparing and empowering BDT staff</a:t>
            </a:r>
            <a:r>
              <a:rPr kumimoji="0" lang="en-GB" sz="2800" b="0" i="0" u="none" strike="noStrike" kern="1200" cap="none" spc="0" normalizeH="0" baseline="0" noProof="0" dirty="0">
                <a:ln>
                  <a:noFill/>
                </a:ln>
                <a:solidFill>
                  <a:prstClr val="black"/>
                </a:solidFill>
                <a:effectLst/>
                <a:uLnTx/>
                <a:uFillTx/>
                <a:latin typeface="Arial" panose="020B0604020202020204" pitchFamily="34" charset="0"/>
                <a:ea typeface="Roboto"/>
                <a:cs typeface="Arial" panose="020B0604020202020204" pitchFamily="34" charset="0"/>
                <a:sym typeface="Roboto"/>
              </a:rPr>
              <a:t> with the tools and resources to deliver value and impact, with performance management related objectives being adjusted accordingly</a:t>
            </a:r>
          </a:p>
          <a:p>
            <a:pPr lvl="0"/>
            <a:endParaRPr lang="en-US" dirty="0"/>
          </a:p>
        </p:txBody>
      </p:sp>
      <p:sp>
        <p:nvSpPr>
          <p:cNvPr id="12" name="Text Placeholder 11">
            <a:extLst>
              <a:ext uri="{FF2B5EF4-FFF2-40B4-BE49-F238E27FC236}">
                <a16:creationId xmlns:a16="http://schemas.microsoft.com/office/drawing/2014/main" id="{2EFC6EC8-B366-4C1C-9E18-04E70FF727B4}"/>
              </a:ext>
            </a:extLst>
          </p:cNvPr>
          <p:cNvSpPr>
            <a:spLocks noGrp="1"/>
          </p:cNvSpPr>
          <p:nvPr>
            <p:ph type="body" sz="quarter" idx="12" hasCustomPrompt="1"/>
          </p:nvPr>
        </p:nvSpPr>
        <p:spPr>
          <a:xfrm>
            <a:off x="7296150" y="2133600"/>
            <a:ext cx="4683125" cy="3856038"/>
          </a:xfrm>
        </p:spPr>
        <p:txBody>
          <a:bodyPr/>
          <a:lstStyle>
            <a:lvl1pPr marL="0" marR="0" indent="0" algn="l" defTabSz="914400" rtl="0" eaLnBrk="1" fontAlgn="auto" latinLnBrk="0" hangingPunct="1">
              <a:lnSpc>
                <a:spcPct val="100000"/>
              </a:lnSpc>
              <a:spcBef>
                <a:spcPts val="1800"/>
              </a:spcBef>
              <a:spcAft>
                <a:spcPts val="0"/>
              </a:spcAft>
              <a:buClrTx/>
              <a:buSzTx/>
              <a:buFontTx/>
              <a:buNone/>
              <a:tabLst/>
              <a:defRPr sz="2400">
                <a:solidFill>
                  <a:schemeClr val="bg2">
                    <a:lumMod val="25000"/>
                  </a:schemeClr>
                </a:solidFill>
              </a:defRPr>
            </a:lvl1pPr>
          </a:lstStyle>
          <a:p>
            <a:pPr algn="l">
              <a:lnSpc>
                <a:spcPct val="100000"/>
              </a:lnSpc>
              <a:spcBef>
                <a:spcPts val="1800"/>
              </a:spcBef>
            </a:pPr>
            <a:r>
              <a:rPr lang="en-GB" i="1" dirty="0">
                <a:solidFill>
                  <a:schemeClr val="bg2">
                    <a:lumMod val="25000"/>
                  </a:schemeClr>
                </a:solidFill>
                <a:latin typeface="Georgia" panose="02040502050405020303" pitchFamily="18" charset="0"/>
              </a:rPr>
              <a:t>Multiple RBM workshops for</a:t>
            </a:r>
            <a:br>
              <a:rPr lang="en-GB" i="1" dirty="0">
                <a:solidFill>
                  <a:schemeClr val="bg2">
                    <a:lumMod val="25000"/>
                  </a:schemeClr>
                </a:solidFill>
                <a:latin typeface="Georgia" panose="02040502050405020303" pitchFamily="18" charset="0"/>
              </a:rPr>
            </a:br>
            <a:r>
              <a:rPr lang="en-GB" i="1" dirty="0">
                <a:solidFill>
                  <a:schemeClr val="bg2">
                    <a:lumMod val="25000"/>
                  </a:schemeClr>
                </a:solidFill>
                <a:latin typeface="Georgia" panose="02040502050405020303" pitchFamily="18" charset="0"/>
              </a:rPr>
              <a:t>all HQ-based teams and Regional Offices </a:t>
            </a:r>
          </a:p>
          <a:p>
            <a:pPr algn="l">
              <a:lnSpc>
                <a:spcPct val="100000"/>
              </a:lnSpc>
              <a:spcBef>
                <a:spcPts val="1800"/>
              </a:spcBef>
            </a:pPr>
            <a:r>
              <a:rPr lang="en-GB" i="1" dirty="0">
                <a:solidFill>
                  <a:schemeClr val="bg2">
                    <a:lumMod val="25000"/>
                  </a:schemeClr>
                </a:solidFill>
                <a:latin typeface="Georgia" panose="02040502050405020303" pitchFamily="18" charset="0"/>
              </a:rPr>
              <a:t>Project Management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Communication for Development training</a:t>
            </a:r>
          </a:p>
          <a:p>
            <a:pPr algn="l">
              <a:lnSpc>
                <a:spcPct val="100000"/>
              </a:lnSpc>
              <a:spcBef>
                <a:spcPts val="1800"/>
              </a:spcBef>
            </a:pPr>
            <a:r>
              <a:rPr lang="en-GB" i="1" dirty="0">
                <a:solidFill>
                  <a:schemeClr val="bg2">
                    <a:lumMod val="25000"/>
                  </a:schemeClr>
                </a:solidFill>
                <a:latin typeface="Georgia" panose="02040502050405020303" pitchFamily="18" charset="0"/>
              </a:rPr>
              <a:t>Procurement training</a:t>
            </a:r>
            <a:endParaRPr lang="en-US" i="1" dirty="0">
              <a:solidFill>
                <a:schemeClr val="bg2">
                  <a:lumMod val="25000"/>
                </a:schemeClr>
              </a:solidFill>
              <a:latin typeface="Georgia" panose="02040502050405020303" pitchFamily="18" charset="0"/>
            </a:endParaRPr>
          </a:p>
          <a:p>
            <a:pPr lvl="0"/>
            <a:endParaRPr lang="en-US" dirty="0"/>
          </a:p>
        </p:txBody>
      </p:sp>
    </p:spTree>
    <p:extLst>
      <p:ext uri="{BB962C8B-B14F-4D97-AF65-F5344CB8AC3E}">
        <p14:creationId xmlns:p14="http://schemas.microsoft.com/office/powerpoint/2010/main" val="34633762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after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Quote with big quote marks">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336800"/>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Tree>
    <p:extLst>
      <p:ext uri="{BB962C8B-B14F-4D97-AF65-F5344CB8AC3E}">
        <p14:creationId xmlns:p14="http://schemas.microsoft.com/office/powerpoint/2010/main" val="1987959152"/>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Quote with photo">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31A647C-A7BD-47C9-962C-55289EF4CD84}"/>
              </a:ext>
            </a:extLst>
          </p:cNvPr>
          <p:cNvSpPr>
            <a:spLocks noGrp="1"/>
          </p:cNvSpPr>
          <p:nvPr>
            <p:ph idx="1" hasCustomPrompt="1"/>
          </p:nvPr>
        </p:nvSpPr>
        <p:spPr>
          <a:xfrm>
            <a:off x="1520946" y="2658534"/>
            <a:ext cx="9150108" cy="3764076"/>
          </a:xfrm>
        </p:spPr>
        <p:txBody>
          <a:bodyPr numCol="1" spcCol="274320">
            <a:noAutofit/>
          </a:bodyPr>
          <a:lstStyle>
            <a:lvl1pPr marL="91440" indent="0">
              <a:lnSpc>
                <a:spcPct val="100000"/>
              </a:lnSpc>
              <a:buClr>
                <a:srgbClr val="009CD6"/>
              </a:buClr>
              <a:buFontTx/>
              <a:buNone/>
              <a:defRPr sz="3200" i="1" spc="20">
                <a:latin typeface="Georgia" panose="02040502050405020303" pitchFamily="18" charset="0"/>
              </a:defRPr>
            </a:lvl1pPr>
            <a:lvl2pPr marL="548640" indent="0">
              <a:lnSpc>
                <a:spcPts val="2400"/>
              </a:lnSpc>
              <a:buClr>
                <a:srgbClr val="009CD6"/>
              </a:buClr>
              <a:buFontTx/>
              <a:buNone/>
              <a:defRPr sz="1800" spc="20"/>
            </a:lvl2pPr>
            <a:lvl3pPr marL="1005840" indent="0">
              <a:lnSpc>
                <a:spcPts val="2400"/>
              </a:lnSpc>
              <a:buClr>
                <a:srgbClr val="009CD6"/>
              </a:buClr>
              <a:buFontTx/>
              <a:buNone/>
              <a:defRPr sz="1800" spc="20"/>
            </a:lvl3pPr>
            <a:lvl4pPr marL="1463040" indent="0">
              <a:lnSpc>
                <a:spcPts val="2400"/>
              </a:lnSpc>
              <a:buClr>
                <a:srgbClr val="009CD6"/>
              </a:buClr>
              <a:buFontTx/>
              <a:buNone/>
              <a:defRPr sz="1800" spc="20"/>
            </a:lvl4pPr>
            <a:lvl5pPr>
              <a:buClr>
                <a:srgbClr val="5B9BD5"/>
              </a:buClr>
              <a:defRPr/>
            </a:lvl5pPr>
          </a:lstStyle>
          <a:p>
            <a:pPr lvl="0"/>
            <a:r>
              <a:rPr lang="en-US" dirty="0"/>
              <a:t>“Lorem ipsum dolor sit </a:t>
            </a:r>
            <a:r>
              <a:rPr lang="en-US" dirty="0" err="1"/>
              <a:t>amet</a:t>
            </a:r>
            <a:r>
              <a:rPr lang="en-US" dirty="0"/>
              <a:t>, </a:t>
            </a:r>
            <a:r>
              <a:rPr lang="en-US" dirty="0" err="1"/>
              <a:t>consectetuer</a:t>
            </a:r>
            <a:r>
              <a:rPr lang="en-US" dirty="0"/>
              <a:t> </a:t>
            </a:r>
            <a:r>
              <a:rPr lang="en-US" dirty="0" err="1"/>
              <a:t>adipiscing</a:t>
            </a:r>
            <a:r>
              <a:rPr lang="en-US" dirty="0"/>
              <a:t> </a:t>
            </a:r>
            <a:r>
              <a:rPr lang="en-US" dirty="0" err="1"/>
              <a:t>elit</a:t>
            </a:r>
            <a:r>
              <a:rPr lang="en-US" dirty="0"/>
              <a:t>. Aenean </a:t>
            </a:r>
            <a:r>
              <a:rPr lang="en-US" dirty="0" err="1"/>
              <a:t>commodo</a:t>
            </a:r>
            <a:r>
              <a:rPr lang="en-US" dirty="0"/>
              <a:t> ligula </a:t>
            </a:r>
            <a:r>
              <a:rPr lang="en-US" dirty="0" err="1"/>
              <a:t>eget</a:t>
            </a:r>
            <a:r>
              <a:rPr lang="en-US" dirty="0"/>
              <a:t> dolor. Aenean </a:t>
            </a:r>
            <a:r>
              <a:rPr lang="en-US" dirty="0" err="1"/>
              <a:t>massa</a:t>
            </a:r>
            <a:r>
              <a:rPr lang="en-US" dirty="0"/>
              <a:t>. Cum sociis </a:t>
            </a:r>
            <a:r>
              <a:rPr lang="en-US" dirty="0" err="1"/>
              <a:t>natoque</a:t>
            </a:r>
            <a:r>
              <a:rPr lang="en-US" dirty="0"/>
              <a:t> </a:t>
            </a:r>
            <a:r>
              <a:rPr lang="en-US" dirty="0" err="1"/>
              <a:t>penatibus</a:t>
            </a:r>
            <a:r>
              <a:rPr lang="en-US" dirty="0"/>
              <a:t> et </a:t>
            </a:r>
            <a:r>
              <a:rPr lang="en-US" dirty="0" err="1"/>
              <a:t>magnis</a:t>
            </a:r>
            <a:r>
              <a:rPr lang="en-US" dirty="0"/>
              <a:t> dis parturient </a:t>
            </a:r>
            <a:r>
              <a:rPr lang="en-US" dirty="0" err="1"/>
              <a:t>montes</a:t>
            </a:r>
            <a:r>
              <a:rPr lang="en-US" dirty="0"/>
              <a:t>, </a:t>
            </a:r>
            <a:r>
              <a:rPr lang="en-US" dirty="0" err="1"/>
              <a:t>nascetur</a:t>
            </a:r>
            <a:r>
              <a:rPr lang="en-US" dirty="0"/>
              <a:t> </a:t>
            </a:r>
            <a:r>
              <a:rPr lang="en-US" dirty="0" err="1"/>
              <a:t>ridiculus</a:t>
            </a:r>
            <a:r>
              <a:rPr lang="en-US" dirty="0"/>
              <a:t> mus.” </a:t>
            </a:r>
          </a:p>
        </p:txBody>
      </p:sp>
      <p:cxnSp>
        <p:nvCxnSpPr>
          <p:cNvPr id="9" name="Straight Connector 8">
            <a:extLst>
              <a:ext uri="{FF2B5EF4-FFF2-40B4-BE49-F238E27FC236}">
                <a16:creationId xmlns:a16="http://schemas.microsoft.com/office/drawing/2014/main" id="{1D7316B5-C57D-4BFE-9E05-E402A449FF88}"/>
              </a:ext>
            </a:extLst>
          </p:cNvPr>
          <p:cNvCxnSpPr/>
          <p:nvPr userDrawn="1"/>
        </p:nvCxnSpPr>
        <p:spPr>
          <a:xfrm>
            <a:off x="614785"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10" name="Text Placeholder 3">
            <a:extLst>
              <a:ext uri="{FF2B5EF4-FFF2-40B4-BE49-F238E27FC236}">
                <a16:creationId xmlns:a16="http://schemas.microsoft.com/office/drawing/2014/main" id="{B8F92057-32FC-4FC9-AF35-02473A8E4978}"/>
              </a:ext>
            </a:extLst>
          </p:cNvPr>
          <p:cNvSpPr>
            <a:spLocks noGrp="1"/>
          </p:cNvSpPr>
          <p:nvPr>
            <p:ph type="body" sz="quarter" idx="10" hasCustomPrompt="1"/>
          </p:nvPr>
        </p:nvSpPr>
        <p:spPr>
          <a:xfrm>
            <a:off x="614785" y="313371"/>
            <a:ext cx="4554538" cy="308803"/>
          </a:xfrm>
        </p:spPr>
        <p:txBody>
          <a:bodyPr anchor="ctr"/>
          <a:lstStyle>
            <a:lvl1pPr marL="91440" indent="0" algn="l">
              <a:buNone/>
              <a:defRPr sz="1600">
                <a:solidFill>
                  <a:schemeClr val="accent2"/>
                </a:solidFill>
              </a:defRPr>
            </a:lvl1pPr>
          </a:lstStyle>
          <a:p>
            <a:pPr lvl="0"/>
            <a:r>
              <a:rPr lang="en-US" dirty="0"/>
              <a:t>Click to edit section name</a:t>
            </a:r>
          </a:p>
        </p:txBody>
      </p:sp>
      <p:sp>
        <p:nvSpPr>
          <p:cNvPr id="6" name="Picture Placeholder 5">
            <a:extLst>
              <a:ext uri="{FF2B5EF4-FFF2-40B4-BE49-F238E27FC236}">
                <a16:creationId xmlns:a16="http://schemas.microsoft.com/office/drawing/2014/main" id="{BE0DB947-B9BF-4F5D-BCB3-A4E551A7C958}"/>
              </a:ext>
            </a:extLst>
          </p:cNvPr>
          <p:cNvSpPr>
            <a:spLocks noGrp="1"/>
          </p:cNvSpPr>
          <p:nvPr>
            <p:ph type="pic" sz="quarter" idx="11" hasCustomPrompt="1"/>
          </p:nvPr>
        </p:nvSpPr>
        <p:spPr>
          <a:xfrm>
            <a:off x="5473700" y="1215232"/>
            <a:ext cx="1244600" cy="1244600"/>
          </a:xfrm>
          <a:prstGeom prst="flowChartConnector">
            <a:avLst/>
          </a:prstGeom>
          <a:solidFill>
            <a:schemeClr val="bg1">
              <a:lumMod val="85000"/>
            </a:schemeClr>
          </a:solidFill>
        </p:spPr>
        <p:txBody>
          <a:bodyPr anchor="ctr"/>
          <a:lstStyle>
            <a:lvl1pPr>
              <a:defRPr sz="1400" b="0"/>
            </a:lvl1pPr>
          </a:lstStyle>
          <a:p>
            <a:r>
              <a:rPr lang="en-US" dirty="0"/>
              <a:t>Insert</a:t>
            </a:r>
            <a:br>
              <a:rPr lang="en-US" dirty="0"/>
            </a:br>
            <a:r>
              <a:rPr lang="en-US" dirty="0"/>
              <a:t>Photo</a:t>
            </a:r>
          </a:p>
        </p:txBody>
      </p:sp>
    </p:spTree>
    <p:extLst>
      <p:ext uri="{BB962C8B-B14F-4D97-AF65-F5344CB8AC3E}">
        <p14:creationId xmlns:p14="http://schemas.microsoft.com/office/powerpoint/2010/main" val="106831931"/>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Title + large image (light blue bg) 2">
    <p:spTree>
      <p:nvGrpSpPr>
        <p:cNvPr id="1" name=""/>
        <p:cNvGrpSpPr/>
        <p:nvPr/>
      </p:nvGrpSpPr>
      <p:grpSpPr>
        <a:xfrm>
          <a:off x="0" y="0"/>
          <a:ext cx="0" cy="0"/>
          <a:chOff x="0" y="0"/>
          <a:chExt cx="0" cy="0"/>
        </a:xfrm>
      </p:grpSpPr>
      <p:sp>
        <p:nvSpPr>
          <p:cNvPr id="14" name="Picture Placeholder 2">
            <a:extLst>
              <a:ext uri="{FF2B5EF4-FFF2-40B4-BE49-F238E27FC236}">
                <a16:creationId xmlns:a16="http://schemas.microsoft.com/office/drawing/2014/main" id="{5ED55E9E-BFC6-411F-90A8-B7CC917CD1B5}"/>
              </a:ext>
            </a:extLst>
          </p:cNvPr>
          <p:cNvSpPr>
            <a:spLocks noGrp="1"/>
          </p:cNvSpPr>
          <p:nvPr>
            <p:ph type="pic" idx="1" hasCustomPrompt="1"/>
          </p:nvPr>
        </p:nvSpPr>
        <p:spPr>
          <a:xfrm>
            <a:off x="698526" y="1881427"/>
            <a:ext cx="10976290" cy="3985973"/>
          </a:xfrm>
        </p:spPr>
        <p:txBody>
          <a:bodyPr anchor="ctr">
            <a:normAutofit/>
          </a:bodyPr>
          <a:lstStyle>
            <a:lvl1pPr marL="0" indent="0" algn="ctr">
              <a:buNone/>
              <a:defRPr sz="4000" i="1">
                <a:solidFill>
                  <a:schemeClr val="bg1">
                    <a:lumMod val="75000"/>
                  </a:schemeClr>
                </a:solidFill>
                <a:latin typeface="Arial" panose="020B0604020202020204" pitchFamily="34" charset="0"/>
                <a:cs typeface="Arial" panose="020B0604020202020204" pitchFamily="34" charset="0"/>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Insert image here</a:t>
            </a:r>
          </a:p>
        </p:txBody>
      </p:sp>
      <p:cxnSp>
        <p:nvCxnSpPr>
          <p:cNvPr id="6" name="Straight Connector 5">
            <a:extLst>
              <a:ext uri="{FF2B5EF4-FFF2-40B4-BE49-F238E27FC236}">
                <a16:creationId xmlns:a16="http://schemas.microsoft.com/office/drawing/2014/main" id="{E7FA0E66-7846-4BCB-AE09-F966602C759F}"/>
              </a:ext>
            </a:extLst>
          </p:cNvPr>
          <p:cNvCxnSpPr/>
          <p:nvPr userDrawn="1"/>
        </p:nvCxnSpPr>
        <p:spPr>
          <a:xfrm>
            <a:off x="607468" y="280669"/>
            <a:ext cx="0" cy="374209"/>
          </a:xfrm>
          <a:prstGeom prst="line">
            <a:avLst/>
          </a:prstGeom>
          <a:ln w="25400">
            <a:solidFill>
              <a:srgbClr val="00A3E0"/>
            </a:solidFill>
          </a:ln>
        </p:spPr>
        <p:style>
          <a:lnRef idx="1">
            <a:schemeClr val="accent1"/>
          </a:lnRef>
          <a:fillRef idx="0">
            <a:schemeClr val="accent1"/>
          </a:fillRef>
          <a:effectRef idx="0">
            <a:schemeClr val="accent1"/>
          </a:effectRef>
          <a:fontRef idx="minor">
            <a:schemeClr val="tx1"/>
          </a:fontRef>
        </p:style>
      </p:cxnSp>
      <p:sp>
        <p:nvSpPr>
          <p:cNvPr id="9" name="Text Placeholder 3">
            <a:extLst>
              <a:ext uri="{FF2B5EF4-FFF2-40B4-BE49-F238E27FC236}">
                <a16:creationId xmlns:a16="http://schemas.microsoft.com/office/drawing/2014/main" id="{CF0B2556-6FCF-4306-988D-12A70352A48D}"/>
              </a:ext>
            </a:extLst>
          </p:cNvPr>
          <p:cNvSpPr>
            <a:spLocks noGrp="1"/>
          </p:cNvSpPr>
          <p:nvPr>
            <p:ph type="body" sz="quarter" idx="10"/>
          </p:nvPr>
        </p:nvSpPr>
        <p:spPr>
          <a:xfrm>
            <a:off x="607468" y="313371"/>
            <a:ext cx="4554538" cy="308803"/>
          </a:xfrm>
        </p:spPr>
        <p:txBody>
          <a:bodyPr anchor="ctr"/>
          <a:lstStyle>
            <a:lvl1pPr marL="91440" indent="0">
              <a:buNone/>
              <a:defRPr sz="1600">
                <a:solidFill>
                  <a:schemeClr val="accent2"/>
                </a:solidFill>
              </a:defRPr>
            </a:lvl1pPr>
          </a:lstStyle>
          <a:p>
            <a:pPr lvl="0"/>
            <a:r>
              <a:rPr lang="en-US" dirty="0"/>
              <a:t>Click to edit Master text styles</a:t>
            </a:r>
          </a:p>
        </p:txBody>
      </p:sp>
      <p:sp>
        <p:nvSpPr>
          <p:cNvPr id="10" name="Title Placeholder 1">
            <a:extLst>
              <a:ext uri="{FF2B5EF4-FFF2-40B4-BE49-F238E27FC236}">
                <a16:creationId xmlns:a16="http://schemas.microsoft.com/office/drawing/2014/main" id="{B0DA0626-8521-4B9A-A854-E817A6A1230B}"/>
              </a:ext>
            </a:extLst>
          </p:cNvPr>
          <p:cNvSpPr>
            <a:spLocks noGrp="1"/>
          </p:cNvSpPr>
          <p:nvPr>
            <p:ph type="title"/>
          </p:nvPr>
        </p:nvSpPr>
        <p:spPr>
          <a:xfrm>
            <a:off x="688392" y="1231105"/>
            <a:ext cx="10515600" cy="568434"/>
          </a:xfrm>
          <a:prstGeom prst="rect">
            <a:avLst/>
          </a:prstGeom>
        </p:spPr>
        <p:txBody>
          <a:bodyPr vert="horz" lIns="91440" tIns="45720" rIns="91440" bIns="45720" rtlCol="0" anchor="t">
            <a:noAutofit/>
          </a:bodyPr>
          <a:lstStyle/>
          <a:p>
            <a:r>
              <a:rPr lang="en-US" dirty="0"/>
              <a:t>Click to edit Master title style</a:t>
            </a:r>
          </a:p>
        </p:txBody>
      </p:sp>
    </p:spTree>
    <p:extLst>
      <p:ext uri="{BB962C8B-B14F-4D97-AF65-F5344CB8AC3E}">
        <p14:creationId xmlns:p14="http://schemas.microsoft.com/office/powerpoint/2010/main" val="2362081594"/>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lank (light blu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055F4467-8115-4C34-B39A-8E571F625EA9}"/>
              </a:ext>
            </a:extLst>
          </p:cNvPr>
          <p:cNvSpPr/>
          <p:nvPr userDrawn="1"/>
        </p:nvSpPr>
        <p:spPr>
          <a:xfrm>
            <a:off x="-30161" y="0"/>
            <a:ext cx="12222161" cy="6858000"/>
          </a:xfrm>
          <a:prstGeom prst="rect">
            <a:avLst/>
          </a:prstGeom>
          <a:solidFill>
            <a:srgbClr val="F5FA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 </a:t>
            </a:r>
          </a:p>
        </p:txBody>
      </p:sp>
    </p:spTree>
    <p:extLst>
      <p:ext uri="{BB962C8B-B14F-4D97-AF65-F5344CB8AC3E}">
        <p14:creationId xmlns:p14="http://schemas.microsoft.com/office/powerpoint/2010/main" val="306718066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cSld name="Blank (white bg) ">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36622E0-A137-429D-BE75-779E322CE694}"/>
              </a:ext>
            </a:extLst>
          </p:cNvPr>
          <p:cNvSpPr/>
          <p:nvPr userDrawn="1"/>
        </p:nvSpPr>
        <p:spPr>
          <a:xfrm>
            <a:off x="-30161" y="0"/>
            <a:ext cx="1222216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atin typeface="Avenir Next LT Pro" panose="020B0504020202020204" pitchFamily="34" charset="0"/>
              </a:rPr>
              <a:t> </a:t>
            </a:r>
          </a:p>
        </p:txBody>
      </p:sp>
    </p:spTree>
    <p:extLst>
      <p:ext uri="{BB962C8B-B14F-4D97-AF65-F5344CB8AC3E}">
        <p14:creationId xmlns:p14="http://schemas.microsoft.com/office/powerpoint/2010/main" val="105035650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slideLayout" Target="../slideLayouts/slideLayout19.xml"/><Relationship Id="rId3" Type="http://schemas.openxmlformats.org/officeDocument/2006/relationships/slideLayout" Target="../slideLayouts/slideLayout20.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slideLayout" Target="../slideLayouts/slideLayout22.xml"/><Relationship Id="rId3"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theme" Target="../theme/theme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8" name="TextBox 7">
            <a:extLst>
              <a:ext uri="{FF2B5EF4-FFF2-40B4-BE49-F238E27FC236}">
                <a16:creationId xmlns:a16="http://schemas.microsoft.com/office/drawing/2014/main" id="{69A5A063-7EAA-4705-81BD-73270FF5BA28}"/>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F4ED357C-3FA0-42D4-850C-879BB0BE1875}"/>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3452108936"/>
      </p:ext>
    </p:extLst>
  </p:cSld>
  <p:clrMap bg1="lt1" tx1="dk1" bg2="lt2" tx2="dk2" accent1="accent1" accent2="accent2" accent3="accent3" accent4="accent4" accent5="accent5" accent6="accent6" hlink="hlink" folHlink="folHlink"/>
  <p:sldLayoutIdLst>
    <p:sldLayoutId id="2147483656" r:id="rId1"/>
    <p:sldLayoutId id="2147483653" r:id="rId2"/>
    <p:sldLayoutId id="2147483652" r:id="rId3"/>
    <p:sldLayoutId id="2147483675" r:id="rId4"/>
    <p:sldLayoutId id="2147483676" r:id="rId5"/>
    <p:sldLayoutId id="2147483674" r:id="rId6"/>
    <p:sldLayoutId id="2147483672" r:id="rId7"/>
    <p:sldLayoutId id="2147483657" r:id="rId8"/>
    <p:sldLayoutId id="2147483717" r:id="rId9"/>
    <p:sldLayoutId id="2147483718" r:id="rId10"/>
    <p:sldLayoutId id="2147483719" r:id="rId11"/>
    <p:sldLayoutId id="2147483670" r:id="rId12"/>
    <p:sldLayoutId id="2147483660" r:id="rId13"/>
    <p:sldLayoutId id="2147483687" r:id="rId14"/>
    <p:sldLayoutId id="2147483707" r:id="rId15"/>
    <p:sldLayoutId id="2147483712" r:id="rId16"/>
    <p:sldLayoutId id="2147483721" r:id="rId17"/>
  </p:sldLayoutIdLst>
  <p:hf hdr="0" ftr="0" dt="0"/>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ts val="2200"/>
        </a:lnSpc>
        <a:spcBef>
          <a:spcPts val="10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ts val="2200"/>
        </a:lnSpc>
        <a:spcBef>
          <a:spcPts val="500"/>
        </a:spcBef>
        <a:buClr>
          <a:srgbClr val="009CD6"/>
        </a:buClr>
        <a:buSzPct val="110000"/>
        <a:buFont typeface="Arial" panose="020B0604020202020204" pitchFamily="34" charset="0"/>
        <a:buChar char="•"/>
        <a:defRPr sz="1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6C4518C-C369-4BCE-93F6-ACF7A0A4563A}"/>
              </a:ext>
            </a:extLst>
          </p:cNvPr>
          <p:cNvSpPr>
            <a:spLocks noGrp="1"/>
          </p:cNvSpPr>
          <p:nvPr>
            <p:ph type="title"/>
          </p:nvPr>
        </p:nvSpPr>
        <p:spPr>
          <a:xfrm>
            <a:off x="688392"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lvl="0"/>
            <a:r>
              <a:rPr lang="en-US" dirty="0"/>
              <a:t>Second level</a:t>
            </a:r>
          </a:p>
          <a:p>
            <a:pPr lvl="1"/>
            <a:r>
              <a:rPr lang="en-US" dirty="0"/>
              <a:t>Third level</a:t>
            </a:r>
          </a:p>
          <a:p>
            <a:pPr lvl="2"/>
            <a:r>
              <a:rPr lang="en-US" dirty="0"/>
              <a:t>Fourth level</a:t>
            </a:r>
          </a:p>
          <a:p>
            <a:pPr lvl="3"/>
            <a:r>
              <a:rPr lang="en-US" dirty="0"/>
              <a:t>Fifth level</a:t>
            </a:r>
          </a:p>
        </p:txBody>
      </p:sp>
      <p:sp>
        <p:nvSpPr>
          <p:cNvPr id="6" name="TextBox 5">
            <a:extLst>
              <a:ext uri="{FF2B5EF4-FFF2-40B4-BE49-F238E27FC236}">
                <a16:creationId xmlns:a16="http://schemas.microsoft.com/office/drawing/2014/main" id="{693ABCAB-1B02-4C7B-89B1-A5BB0E479D06}"/>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7" name="TextBox 6">
            <a:extLst>
              <a:ext uri="{FF2B5EF4-FFF2-40B4-BE49-F238E27FC236}">
                <a16:creationId xmlns:a16="http://schemas.microsoft.com/office/drawing/2014/main" id="{77662A7B-D8AC-460A-9C3E-1872390023D8}"/>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497039940"/>
      </p:ext>
    </p:extLst>
  </p:cSld>
  <p:clrMap bg1="lt1" tx1="dk1" bg2="lt2" tx2="dk2" accent1="accent1" accent2="accent2" accent3="accent3" accent4="accent4" accent5="accent5" accent6="accent6" hlink="hlink" folHlink="folHlink"/>
  <p:sldLayoutIdLst>
    <p:sldLayoutId id="2147483710" r:id="rId1"/>
    <p:sldLayoutId id="2147483716" r:id="rId2"/>
    <p:sldLayoutId id="2147483711" r:id="rId3"/>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228600" indent="-137160" algn="l" defTabSz="914400" rtl="0" eaLnBrk="1" latinLnBrk="0" hangingPunct="1">
        <a:lnSpc>
          <a:spcPct val="100000"/>
        </a:lnSpc>
        <a:spcBef>
          <a:spcPts val="10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1pPr>
      <a:lvl2pPr marL="6858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a:solidFill>
            <a:schemeClr val="tx1"/>
          </a:solidFill>
          <a:latin typeface="Arial" panose="020B0604020202020204" pitchFamily="34" charset="0"/>
          <a:ea typeface="+mn-ea"/>
          <a:cs typeface="Arial" panose="020B0604020202020204" pitchFamily="34" charset="0"/>
        </a:defRPr>
      </a:lvl2pPr>
      <a:lvl3pPr marL="11430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3pPr>
      <a:lvl4pPr marL="1600200" indent="-137160" algn="l" defTabSz="914400" rtl="0" eaLnBrk="1" latinLnBrk="0" hangingPunct="1">
        <a:lnSpc>
          <a:spcPct val="100000"/>
        </a:lnSpc>
        <a:spcBef>
          <a:spcPts val="500"/>
        </a:spcBef>
        <a:buClr>
          <a:srgbClr val="009CD6"/>
        </a:buClr>
        <a:buSzPct val="110000"/>
        <a:buFont typeface="Arial" panose="020B0604020202020204" pitchFamily="34" charset="0"/>
        <a:buChar char="•"/>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328A0EE-5A32-42C1-8C1D-EA2BEF099C17}"/>
              </a:ext>
            </a:extLst>
          </p:cNvPr>
          <p:cNvSpPr>
            <a:spLocks noGrp="1"/>
          </p:cNvSpPr>
          <p:nvPr>
            <p:ph type="body" idx="1"/>
          </p:nvPr>
        </p:nvSpPr>
        <p:spPr>
          <a:xfrm>
            <a:off x="1816313" y="2209801"/>
            <a:ext cx="8559373" cy="3793066"/>
          </a:xfrm>
          <a:prstGeom prst="rect">
            <a:avLst/>
          </a:prstGeom>
        </p:spPr>
        <p:txBody>
          <a:bodyPr vert="horz" lIns="91440" tIns="45720" rIns="91440" bIns="45720" rtlCol="0">
            <a:noAutofit/>
          </a:bodyPr>
          <a:lstStyle/>
          <a:p>
            <a:pPr algn="ctr"/>
            <a:r>
              <a:rPr lang="en-US" sz="2800" i="1" dirty="0">
                <a:latin typeface="Georgia" panose="02040502050405020303" pitchFamily="18" charset="0"/>
              </a:rPr>
              <a:t>We grew up with the internet. </a:t>
            </a:r>
            <a:br>
              <a:rPr lang="en-US" sz="2800" i="1" dirty="0">
                <a:latin typeface="Georgia" panose="02040502050405020303" pitchFamily="18" charset="0"/>
              </a:rPr>
            </a:br>
            <a:r>
              <a:rPr lang="en-US" sz="2800" i="1" dirty="0">
                <a:latin typeface="Georgia" panose="02040502050405020303" pitchFamily="18" charset="0"/>
              </a:rPr>
              <a:t>I mean, the internet has always been here with us. The grown-ups are like ‘Wow the internet appeared’, while it is perfectly normal for us.” </a:t>
            </a:r>
          </a:p>
        </p:txBody>
      </p:sp>
      <p:sp>
        <p:nvSpPr>
          <p:cNvPr id="8" name="TextBox 7">
            <a:extLst>
              <a:ext uri="{FF2B5EF4-FFF2-40B4-BE49-F238E27FC236}">
                <a16:creationId xmlns:a16="http://schemas.microsoft.com/office/drawing/2014/main" id="{43FB8933-3AE5-487A-8B03-0B68C8923CB0}"/>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9" name="TextBox 8">
            <a:extLst>
              <a:ext uri="{FF2B5EF4-FFF2-40B4-BE49-F238E27FC236}">
                <a16:creationId xmlns:a16="http://schemas.microsoft.com/office/drawing/2014/main" id="{CD9BF5BD-2163-4157-A2AF-C24DDF31C8DA}"/>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57613210"/>
      </p:ext>
    </p:extLst>
  </p:cSld>
  <p:clrMap bg1="lt1" tx1="dk1" bg2="lt2" tx2="dk2" accent1="accent1" accent2="accent2" accent3="accent3" accent4="accent4" accent5="accent5" accent6="accent6" hlink="hlink" folHlink="folHlink"/>
  <p:sldLayoutIdLst>
    <p:sldLayoutId id="2147483714" r:id="rId1"/>
    <p:sldLayoutId id="2147483715" r:id="rId2"/>
  </p:sldLayoutIdLst>
  <p:txStyles>
    <p:titleStyle>
      <a:lvl1pPr algn="l" defTabSz="914400" rtl="0" eaLnBrk="1" latinLnBrk="0" hangingPunct="1">
        <a:lnSpc>
          <a:spcPct val="90000"/>
        </a:lnSpc>
        <a:spcBef>
          <a:spcPct val="0"/>
        </a:spcBef>
        <a:buNone/>
        <a:defRPr sz="2800" b="1" kern="1200">
          <a:solidFill>
            <a:schemeClr val="tx1"/>
          </a:solidFill>
          <a:latin typeface="Arial" panose="020B0604020202020204" pitchFamily="34" charset="0"/>
          <a:ea typeface="+mj-ea"/>
          <a:cs typeface="Arial" panose="020B0604020202020204" pitchFamily="34" charset="0"/>
        </a:defRPr>
      </a:lvl1pPr>
    </p:titleStyle>
    <p:bodyStyle>
      <a:lvl1pPr marL="91440" indent="0" algn="ctr" defTabSz="914400" rtl="0" eaLnBrk="1" latinLnBrk="0" hangingPunct="1">
        <a:lnSpc>
          <a:spcPct val="100000"/>
        </a:lnSpc>
        <a:spcBef>
          <a:spcPts val="1000"/>
        </a:spcBef>
        <a:buClr>
          <a:srgbClr val="009CD6"/>
        </a:buClr>
        <a:buSzPct val="110000"/>
        <a:buFontTx/>
        <a:buNone/>
        <a:defRPr sz="3600" kern="1200" spc="0">
          <a:solidFill>
            <a:schemeClr val="tx1"/>
          </a:solidFill>
          <a:latin typeface="Arial" panose="020B0604020202020204" pitchFamily="34" charset="0"/>
          <a:ea typeface="+mn-ea"/>
          <a:cs typeface="Arial" panose="020B0604020202020204" pitchFamily="34" charset="0"/>
        </a:defRPr>
      </a:lvl1pPr>
      <a:lvl2pPr marL="548640" indent="0" algn="l" defTabSz="914400" rtl="0" eaLnBrk="1" latinLnBrk="0" hangingPunct="1">
        <a:lnSpc>
          <a:spcPct val="100000"/>
        </a:lnSpc>
        <a:spcBef>
          <a:spcPts val="500"/>
        </a:spcBef>
        <a:buClr>
          <a:srgbClr val="009CD6"/>
        </a:buClr>
        <a:buSzPct val="110000"/>
        <a:buFontTx/>
        <a:buNone/>
        <a:defRPr sz="2800" kern="1200" spc="0">
          <a:solidFill>
            <a:schemeClr val="tx1"/>
          </a:solidFill>
          <a:latin typeface="Arial" panose="020B0604020202020204" pitchFamily="34" charset="0"/>
          <a:ea typeface="+mn-ea"/>
          <a:cs typeface="Arial" panose="020B0604020202020204" pitchFamily="34" charset="0"/>
        </a:defRPr>
      </a:lvl2pPr>
      <a:lvl3pPr marL="10058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3pPr>
      <a:lvl4pPr marL="1463040" indent="0" algn="l" defTabSz="914400" rtl="0" eaLnBrk="1" latinLnBrk="0" hangingPunct="1">
        <a:lnSpc>
          <a:spcPct val="100000"/>
        </a:lnSpc>
        <a:spcBef>
          <a:spcPts val="500"/>
        </a:spcBef>
        <a:buClr>
          <a:srgbClr val="009CD6"/>
        </a:buClr>
        <a:buSzPct val="110000"/>
        <a:buFontTx/>
        <a:buNone/>
        <a:defRPr sz="2800" kern="1200" spc="0" baseline="0">
          <a:solidFill>
            <a:schemeClr val="tx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lnSpc>
          <a:spcPts val="2200"/>
        </a:lnSpc>
        <a:spcBef>
          <a:spcPts val="500"/>
        </a:spcBef>
        <a:buClr>
          <a:srgbClr val="00B0F0"/>
        </a:buClr>
        <a:buFont typeface="Arial" panose="020B0604020202020204" pitchFamily="34" charset="0"/>
        <a:buChar char="•"/>
        <a:defRPr sz="1800" kern="1200" spc="30" baseline="0">
          <a:solidFill>
            <a:schemeClr val="tx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solidFill>
          <a:srgbClr val="F5FAFC"/>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3903303-232A-4935-AFB3-F7B88DD729A5}"/>
              </a:ext>
            </a:extLst>
          </p:cNvPr>
          <p:cNvSpPr>
            <a:spLocks noGrp="1"/>
          </p:cNvSpPr>
          <p:nvPr>
            <p:ph type="title"/>
          </p:nvPr>
        </p:nvSpPr>
        <p:spPr>
          <a:xfrm>
            <a:off x="685893" y="879975"/>
            <a:ext cx="10515600" cy="746442"/>
          </a:xfrm>
          <a:prstGeom prst="rect">
            <a:avLst/>
          </a:prstGeom>
        </p:spPr>
        <p:txBody>
          <a:bodyPr vert="horz" lIns="91440" tIns="45720" rIns="91440" bIns="45720" rtlCol="0" anchor="t">
            <a:noAutofit/>
          </a:bodyPr>
          <a:lstStyle/>
          <a:p>
            <a:r>
              <a:rPr lang="en-US" dirty="0"/>
              <a:t>Click to edit Master title style</a:t>
            </a:r>
          </a:p>
        </p:txBody>
      </p:sp>
      <p:sp>
        <p:nvSpPr>
          <p:cNvPr id="3" name="Text Placeholder 2">
            <a:extLst>
              <a:ext uri="{FF2B5EF4-FFF2-40B4-BE49-F238E27FC236}">
                <a16:creationId xmlns:a16="http://schemas.microsoft.com/office/drawing/2014/main" id="{C8383453-70D1-44FB-B9C3-2EEFC15545D7}"/>
              </a:ext>
            </a:extLst>
          </p:cNvPr>
          <p:cNvSpPr>
            <a:spLocks noGrp="1"/>
          </p:cNvSpPr>
          <p:nvPr>
            <p:ph type="body" idx="1"/>
          </p:nvPr>
        </p:nvSpPr>
        <p:spPr>
          <a:xfrm>
            <a:off x="688392" y="1804342"/>
            <a:ext cx="10515600" cy="4351338"/>
          </a:xfrm>
          <a:prstGeom prst="rect">
            <a:avLst/>
          </a:prstGeom>
        </p:spPr>
        <p:txBody>
          <a:bodyPr vert="horz" lIns="91440" tIns="45720" rIns="91440" bIns="45720" rtlCol="0">
            <a:noAutofit/>
          </a:bodyPr>
          <a:lstStyle/>
          <a:p>
            <a:pPr marL="228600" marR="0" lvl="0" indent="-137160" algn="l" defTabSz="914400" rtl="0" eaLnBrk="1" fontAlgn="auto" latinLnBrk="0" hangingPunct="1">
              <a:lnSpc>
                <a:spcPts val="2200"/>
              </a:lnSpc>
              <a:spcBef>
                <a:spcPts val="10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Second level</a:t>
            </a:r>
          </a:p>
          <a:p>
            <a:pPr marL="685800" marR="0" lvl="1"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Third level</a:t>
            </a:r>
          </a:p>
          <a:p>
            <a:pPr marL="1143000" marR="0" lvl="2"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Fourth level</a:t>
            </a:r>
          </a:p>
          <a:p>
            <a:pPr marL="1600200" marR="0" lvl="3" indent="-137160" algn="l" defTabSz="914400" rtl="0" eaLnBrk="1" fontAlgn="auto" latinLnBrk="0" hangingPunct="1">
              <a:lnSpc>
                <a:spcPts val="2200"/>
              </a:lnSpc>
              <a:spcBef>
                <a:spcPts val="500"/>
              </a:spcBef>
              <a:spcAft>
                <a:spcPts val="0"/>
              </a:spcAft>
              <a:buClr>
                <a:srgbClr val="009CD6"/>
              </a:buClr>
              <a:buSzPct val="110000"/>
              <a:buFont typeface="Arial" panose="020B0604020202020204" pitchFamily="34" charset="0"/>
              <a:buChar char="•"/>
              <a:tabLst/>
              <a:defRPr/>
            </a:pPr>
            <a:r>
              <a:rPr kumimoji="0" lang="en-US" sz="1800" b="0"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Fifth level</a:t>
            </a:r>
          </a:p>
        </p:txBody>
      </p:sp>
      <p:sp>
        <p:nvSpPr>
          <p:cNvPr id="7" name="TextBox 6">
            <a:extLst>
              <a:ext uri="{FF2B5EF4-FFF2-40B4-BE49-F238E27FC236}">
                <a16:creationId xmlns:a16="http://schemas.microsoft.com/office/drawing/2014/main" id="{E9BFC052-984C-4106-B990-03A1EB3873C1}"/>
              </a:ext>
            </a:extLst>
          </p:cNvPr>
          <p:cNvSpPr txBox="1"/>
          <p:nvPr userDrawn="1"/>
        </p:nvSpPr>
        <p:spPr>
          <a:xfrm>
            <a:off x="9182937" y="6343130"/>
            <a:ext cx="2499360" cy="307777"/>
          </a:xfrm>
          <a:prstGeom prst="rect">
            <a:avLst/>
          </a:prstGeom>
          <a:noFill/>
        </p:spPr>
        <p:txBody>
          <a:bodyPr wrap="square" rtlCol="0">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US" sz="1400" spc="50" baseline="0" dirty="0">
                <a:solidFill>
                  <a:schemeClr val="accent2"/>
                </a:solidFill>
                <a:latin typeface="Arial" panose="020B0604020202020204" pitchFamily="34" charset="0"/>
                <a:cs typeface="Arial" panose="020B0604020202020204" pitchFamily="34" charset="0"/>
              </a:rPr>
              <a:t>www.itu.int</a:t>
            </a:r>
          </a:p>
        </p:txBody>
      </p:sp>
      <p:sp>
        <p:nvSpPr>
          <p:cNvPr id="8" name="TextBox 7">
            <a:extLst>
              <a:ext uri="{FF2B5EF4-FFF2-40B4-BE49-F238E27FC236}">
                <a16:creationId xmlns:a16="http://schemas.microsoft.com/office/drawing/2014/main" id="{DB202A0A-9127-4C98-B796-7DD30E32B3B1}"/>
              </a:ext>
            </a:extLst>
          </p:cNvPr>
          <p:cNvSpPr txBox="1"/>
          <p:nvPr userDrawn="1"/>
        </p:nvSpPr>
        <p:spPr>
          <a:xfrm>
            <a:off x="11420070" y="6345034"/>
            <a:ext cx="553720" cy="292388"/>
          </a:xfrm>
          <a:prstGeom prst="rect">
            <a:avLst/>
          </a:prstGeom>
          <a:noFill/>
        </p:spPr>
        <p:txBody>
          <a:bodyPr wrap="square" rtlCol="0">
            <a:spAutoFit/>
          </a:bodyPr>
          <a:lstStyle/>
          <a:p>
            <a:pPr algn="r"/>
            <a:fld id="{D88FE18D-1554-4525-B2E9-CBAFE9755A5A}" type="slidenum">
              <a:rPr lang="en-US" sz="1300" smtClean="0">
                <a:solidFill>
                  <a:schemeClr val="tx1"/>
                </a:solidFill>
              </a:rPr>
              <a:t>‹#›</a:t>
            </a:fld>
            <a:endParaRPr lang="en-US" sz="1300" dirty="0">
              <a:solidFill>
                <a:schemeClr val="tx1"/>
              </a:solidFill>
            </a:endParaRPr>
          </a:p>
        </p:txBody>
      </p:sp>
    </p:spTree>
    <p:extLst>
      <p:ext uri="{BB962C8B-B14F-4D97-AF65-F5344CB8AC3E}">
        <p14:creationId xmlns:p14="http://schemas.microsoft.com/office/powerpoint/2010/main" val="186103942"/>
      </p:ext>
    </p:extLst>
  </p:cSld>
  <p:clrMap bg1="lt1" tx1="dk1" bg2="lt2" tx2="dk2" accent1="accent1" accent2="accent2" accent3="accent3" accent4="accent4" accent5="accent5" accent6="accent6" hlink="hlink" folHlink="folHlink"/>
  <p:sldLayoutIdLst>
    <p:sldLayoutId id="2147483696" r:id="rId1"/>
    <p:sldLayoutId id="2147483678" r:id="rId2"/>
    <p:sldLayoutId id="2147483720" r:id="rId3"/>
  </p:sldLayoutIdLst>
  <p:txStyles>
    <p:titleStyle>
      <a:lvl1pPr algn="l" defTabSz="914400" rtl="0" eaLnBrk="1" latinLnBrk="0" hangingPunct="1">
        <a:lnSpc>
          <a:spcPct val="90000"/>
        </a:lnSpc>
        <a:spcBef>
          <a:spcPct val="0"/>
        </a:spcBef>
        <a:buNone/>
        <a:defRPr sz="2800" b="1"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image" Target="../media/image1.png"/><Relationship Id="rId3" Type="http://schemas.openxmlformats.org/officeDocument/2006/relationships/image" Target="../media/image2.jpeg"/><Relationship Id="rId4" Type="http://schemas.openxmlformats.org/officeDocument/2006/relationships/image" Target="../media/image3.svg"/><Relationship Id="rId5" Type="http://schemas.openxmlformats.org/officeDocument/2006/relationships/notesSlide" Target="../notesSlides/notesSlide21.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4.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11" name="Straight Connector 10">
            <a:extLst>
              <a:ext uri="{FF2B5EF4-FFF2-40B4-BE49-F238E27FC236}">
                <a16:creationId xmlns:a16="http://schemas.microsoft.com/office/drawing/2014/main" id="{D9AD66F2-F7C0-4D03-9150-D28F17AC561D}"/>
              </a:ext>
            </a:extLst>
          </p:cNvPr>
          <p:cNvCxnSpPr>
            <a:cxnSpLocks/>
          </p:cNvCxnSpPr>
          <p:nvPr/>
        </p:nvCxnSpPr>
        <p:spPr>
          <a:xfrm>
            <a:off x="373021" y="2198718"/>
            <a:ext cx="6843567" cy="0"/>
          </a:xfrm>
          <a:prstGeom prst="line">
            <a:avLst/>
          </a:prstGeom>
          <a:ln w="12700">
            <a:solidFill>
              <a:srgbClr val="009CD6"/>
            </a:solidFill>
          </a:ln>
        </p:spPr>
        <p:style>
          <a:lnRef idx="1">
            <a:schemeClr val="accent1"/>
          </a:lnRef>
          <a:fillRef idx="0">
            <a:schemeClr val="accent1"/>
          </a:fillRef>
          <a:effectRef idx="0">
            <a:schemeClr val="accent1"/>
          </a:effectRef>
          <a:fontRef idx="minor">
            <a:schemeClr val="tx1"/>
          </a:fontRef>
        </p:style>
      </p:cxnSp>
      <p:sp>
        <p:nvSpPr>
          <p:cNvPr id="12" name="Title 9">
            <a:extLst>
              <a:ext uri="{FF2B5EF4-FFF2-40B4-BE49-F238E27FC236}">
                <a16:creationId xmlns:a16="http://schemas.microsoft.com/office/drawing/2014/main" id="{EEB08032-CE0E-4986-AEDF-A41026C0E8B9}"/>
              </a:ext>
            </a:extLst>
          </p:cNvPr>
          <p:cNvSpPr txBox="1">
            <a:spLocks/>
          </p:cNvSpPr>
          <p:nvPr/>
        </p:nvSpPr>
        <p:spPr>
          <a:xfrm>
            <a:off x="237734" y="702833"/>
            <a:ext cx="6432007" cy="1218817"/>
          </a:xfrm>
          <a:prstGeom prst="rect">
            <a:avLst/>
          </a:prstGeom>
        </p:spPr>
        <p:txBody>
          <a:bodyPr anchor="b" wrap="square">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r>
              <a:rPr sz="2400" b="1" i="0">
                <a:solidFill>
                  <a:srgbClr val="1A1A1A"/>
                </a:solidFill>
                <a:latin typeface="Arial"/>
              </a:rPr>
              <a:t>1.8 — Four signposts — three African, one international</a:t>
            </a:r>
          </a:p>
        </p:txBody>
      </p:sp>
      <p:pic>
        <p:nvPicPr>
          <p:cNvPr id="7" name="Picture 6">
            <a:extLst>
              <a:ext uri="{FF2B5EF4-FFF2-40B4-BE49-F238E27FC236}">
                <a16:creationId xmlns:a16="http://schemas.microsoft.com/office/drawing/2014/main" id="{A2066351-C569-4C4C-A096-308777FCDC32}"/>
              </a:ext>
            </a:extLst>
          </p:cNvPr>
          <p:cNvPicPr>
            <a:picLocks noChangeAspect="1"/>
          </p:cNvPicPr>
          <p:nvPr/>
        </p:nvPicPr>
        <p:blipFill>
          <a:blip r:embed="rId2">
            <a:extLst>
              <a:ext uri="{28A0092B-C50C-407E-A947-70E740481C1C}">
                <a14:useLocalDpi xmlns:a14="http://schemas.microsoft.com/office/drawing/2010/main" val="0"/>
              </a:ext>
            </a:extLst>
          </a:blip>
          <a:srcRect t="20219" b="14729"/>
          <a:stretch>
            <a:fillRect/>
          </a:stretch>
        </p:blipFill>
        <p:spPr>
          <a:xfrm>
            <a:off x="0" y="5620871"/>
            <a:ext cx="1323975" cy="1218816"/>
          </a:xfrm>
          <a:prstGeom prst="rect">
            <a:avLst/>
          </a:prstGeom>
        </p:spPr>
      </p:pic>
      <p:sp>
        <p:nvSpPr>
          <p:cNvPr id="14" name="Title 9">
            <a:extLst>
              <a:ext uri="{FF2B5EF4-FFF2-40B4-BE49-F238E27FC236}">
                <a16:creationId xmlns:a16="http://schemas.microsoft.com/office/drawing/2014/main" id="{B5087B80-3EE4-1881-0130-ED58CA625092}"/>
              </a:ext>
            </a:extLst>
          </p:cNvPr>
          <p:cNvSpPr txBox="1">
            <a:spLocks/>
          </p:cNvSpPr>
          <p:nvPr/>
        </p:nvSpPr>
        <p:spPr>
          <a:xfrm>
            <a:off x="284452" y="2475786"/>
            <a:ext cx="6382893" cy="953213"/>
          </a:xfrm>
          <a:prstGeom prst="rect">
            <a:avLst/>
          </a:prstGeom>
        </p:spPr>
        <p:txBody>
          <a:bodyPr anchor="t" wrap="square">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600"/>
              </a:spcAft>
              <a:buNone/>
            </a:pPr>
            <a:r>
              <a:rPr sz="1300" b="1" i="0">
                <a:solidFill>
                  <a:srgbClr val="006E96"/>
                </a:solidFill>
                <a:latin typeface="Arial"/>
              </a:rPr>
              <a:t>KP1 · Government Enterprise Architecture · Module 1 · Video 1.8</a:t>
            </a:r>
          </a:p>
          <a:p>
            <a:r>
              <a:rPr sz="1200" b="0" i="1">
                <a:solidFill>
                  <a:srgbClr val="595959"/>
                </a:solidFill>
                <a:latin typeface="Arial"/>
              </a:rPr>
              <a:t>Rwanda, Kenya and South Africa show the pattern at African scale and in different governance shapes. Estonia is the international polestar. The pattern travels. Your country can apply it too.</a:t>
            </a:r>
          </a:p>
        </p:txBody>
      </p:sp>
      <p:sp>
        <p:nvSpPr>
          <p:cNvPr id="17" name="Title 9">
            <a:extLst>
              <a:ext uri="{FF2B5EF4-FFF2-40B4-BE49-F238E27FC236}">
                <a16:creationId xmlns:a16="http://schemas.microsoft.com/office/drawing/2014/main" id="{5E8796F7-DD26-D250-5E97-B38B22298E72}"/>
              </a:ext>
            </a:extLst>
          </p:cNvPr>
          <p:cNvSpPr txBox="1">
            <a:spLocks/>
          </p:cNvSpPr>
          <p:nvPr/>
        </p:nvSpPr>
        <p:spPr>
          <a:xfrm>
            <a:off x="284452" y="4363897"/>
            <a:ext cx="6382893" cy="953213"/>
          </a:xfrm>
          <a:prstGeom prst="rect">
            <a:avLst/>
          </a:prstGeom>
        </p:spPr>
        <p:txBody>
          <a:bodyPr anchor="t" wrap="square">
            <a:noAutofit/>
          </a:bodyPr>
          <a:lstStyle>
            <a:lvl1pPr algn="l" defTabSz="914400" rtl="0" eaLnBrk="1" latinLnBrk="0" hangingPunct="1">
              <a:lnSpc>
                <a:spcPct val="90000"/>
              </a:lnSpc>
              <a:spcBef>
                <a:spcPct val="0"/>
              </a:spcBef>
              <a:buNone/>
              <a:defRPr sz="4000" kern="1200">
                <a:solidFill>
                  <a:schemeClr val="bg1"/>
                </a:solidFill>
                <a:latin typeface="Arial" panose="020B0604020202020204" pitchFamily="34" charset="0"/>
                <a:ea typeface="+mj-ea"/>
                <a:cs typeface="Arial" panose="020B0604020202020204" pitchFamily="34" charset="0"/>
              </a:defRPr>
            </a:lvl1pPr>
          </a:lstStyle>
          <a:p>
            <a:pPr marL="0" marR="0" lvl="0" indent="0" rtl="0">
              <a:spcBef>
                <a:spcPts val="600"/>
              </a:spcBef>
              <a:spcAft>
                <a:spcPts val="400"/>
              </a:spcAft>
              <a:buNone/>
            </a:pPr>
            <a:r>
              <a:rPr sz="1400" b="1" i="0">
                <a:solidFill>
                  <a:srgbClr val="1A1A1A"/>
                </a:solidFill>
                <a:latin typeface="Arial"/>
              </a:rPr>
              <a:t>Length: </a:t>
            </a:r>
            <a:r>
              <a:rPr sz="1400" b="0" i="0">
                <a:solidFill>
                  <a:srgbClr val="1A1A1A"/>
                </a:solidFill>
                <a:latin typeface="Arial"/>
              </a:rPr>
              <a:t>~5 mins</a:t>
            </a:r>
          </a:p>
          <a:p>
            <a:r>
              <a:rPr sz="1400" b="1" i="0">
                <a:solidFill>
                  <a:srgbClr val="1A1A1A"/>
                </a:solidFill>
                <a:latin typeface="Arial"/>
              </a:rPr>
              <a:t>Target audience: </a:t>
            </a:r>
            <a:r>
              <a:rPr sz="1400" b="0" i="0">
                <a:solidFill>
                  <a:srgbClr val="1A1A1A"/>
                </a:solidFill>
                <a:latin typeface="Arial"/>
              </a:rPr>
              <a:t>CDO · Director-General · sector minister</a:t>
            </a:r>
          </a:p>
        </p:txBody>
      </p:sp>
      <p:sp>
        <p:nvSpPr>
          <p:cNvPr id="18" name="Rectangle 17"/>
          <p:cNvSpPr/>
          <p:nvPr/>
        </p:nvSpPr>
        <p:spPr>
          <a:xfrm>
            <a:off x="7022592" y="0"/>
            <a:ext cx="5169103" cy="6858000"/>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452360" y="457200"/>
            <a:ext cx="4297680" cy="457200"/>
          </a:xfrm>
          <a:prstGeom prst="rect">
            <a:avLst/>
          </a:prstGeom>
          <a:noFill/>
        </p:spPr>
        <p:txBody>
          <a:bodyPr wrap="square">
            <a:spAutoFit/>
          </a:bodyPr>
          <a:lstStyle/>
          <a:p>
            <a:r>
              <a:rPr sz="1100" b="1" i="0">
                <a:solidFill>
                  <a:srgbClr val="E5F5FB"/>
                </a:solidFill>
                <a:latin typeface="Arial"/>
              </a:rPr>
              <a:t>THE LIFECYCLE THIS MODULE TEACHES</a:t>
            </a:r>
          </a:p>
        </p:txBody>
      </p:sp>
      <p:sp>
        <p:nvSpPr>
          <p:cNvPr id="20" name="Rounded Rectangle 19"/>
          <p:cNvSpPr/>
          <p:nvPr/>
        </p:nvSpPr>
        <p:spPr>
          <a:xfrm>
            <a:off x="7452360" y="960120"/>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Discover</a:t>
            </a:r>
          </a:p>
        </p:txBody>
      </p:sp>
      <p:sp>
        <p:nvSpPr>
          <p:cNvPr id="21" name="Diamond 20"/>
          <p:cNvSpPr/>
          <p:nvPr/>
        </p:nvSpPr>
        <p:spPr>
          <a:xfrm>
            <a:off x="7333488" y="1677924"/>
            <a:ext cx="128016" cy="128016"/>
          </a:xfrm>
          <a:prstGeom prst="diamond">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7452360" y="1892808"/>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Assess</a:t>
            </a:r>
          </a:p>
        </p:txBody>
      </p:sp>
      <p:sp>
        <p:nvSpPr>
          <p:cNvPr id="23" name="Diamond 22"/>
          <p:cNvSpPr/>
          <p:nvPr/>
        </p:nvSpPr>
        <p:spPr>
          <a:xfrm>
            <a:off x="7333488" y="2610612"/>
            <a:ext cx="128016" cy="128016"/>
          </a:xfrm>
          <a:prstGeom prst="diamond">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7452360" y="2825496"/>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Adapt</a:t>
            </a:r>
          </a:p>
        </p:txBody>
      </p:sp>
      <p:sp>
        <p:nvSpPr>
          <p:cNvPr id="25" name="Diamond 24"/>
          <p:cNvSpPr/>
          <p:nvPr/>
        </p:nvSpPr>
        <p:spPr>
          <a:xfrm>
            <a:off x="7333488" y="3543300"/>
            <a:ext cx="128016" cy="128016"/>
          </a:xfrm>
          <a:prstGeom prst="diamond">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ounded Rectangle 25"/>
          <p:cNvSpPr/>
          <p:nvPr/>
        </p:nvSpPr>
        <p:spPr>
          <a:xfrm>
            <a:off x="7452360" y="3758184"/>
            <a:ext cx="3840480" cy="658368"/>
          </a:xfrm>
          <a:prstGeom prst="roundRect">
            <a:avLst>
              <a:gd name="adj" fmla="val 14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1A1A1A"/>
                </a:solidFill>
                <a:latin typeface="Arial"/>
              </a:rPr>
              <a:t>Plan</a:t>
            </a:r>
          </a:p>
        </p:txBody>
      </p:sp>
      <p:sp>
        <p:nvSpPr>
          <p:cNvPr id="27" name="Diamond 26"/>
          <p:cNvSpPr/>
          <p:nvPr/>
        </p:nvSpPr>
        <p:spPr>
          <a:xfrm>
            <a:off x="7333488" y="4475988"/>
            <a:ext cx="128016" cy="128016"/>
          </a:xfrm>
          <a:prstGeom prst="diamond">
            <a:avLst/>
          </a:prstGeom>
          <a:solidFill>
            <a:srgbClr val="E5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7452360" y="4690872"/>
            <a:ext cx="3840480" cy="658368"/>
          </a:xfrm>
          <a:prstGeom prst="roundRect">
            <a:avLst>
              <a:gd name="adj" fmla="val 14000"/>
            </a:avLst>
          </a:prstGeom>
          <a:solidFill>
            <a:srgbClr val="006E96"/>
          </a:solidFill>
          <a:ln>
            <a:noFill/>
          </a:ln>
          <a:effectLst/>
        </p:spPr>
        <p:style>
          <a:lnRef idx="1">
            <a:schemeClr val="accent1"/>
          </a:lnRef>
          <a:fillRef idx="3">
            <a:schemeClr val="accent1"/>
          </a:fillRef>
          <a:effectRef idx="2">
            <a:schemeClr val="accent1"/>
          </a:effectRef>
          <a:fontRef idx="minor">
            <a:schemeClr val="lt1"/>
          </a:fontRef>
        </p:style>
        <p:txBody>
          <a:bodyPr rtlCol="0" anchor="ctr" lIns="164592" wrap="square"/>
          <a:lstStyle/>
          <a:p>
            <a:pPr algn="ctr"/>
            <a:r>
              <a:rPr sz="1500" b="1" i="0">
                <a:solidFill>
                  <a:srgbClr val="FFFFFF"/>
                </a:solidFill>
                <a:latin typeface="Arial"/>
              </a:rPr>
              <a:t>Execute &amp; Govern</a:t>
            </a:r>
          </a:p>
        </p:txBody>
      </p:sp>
      <p:sp>
        <p:nvSpPr>
          <p:cNvPr id="29" name="TextBox 28"/>
          <p:cNvSpPr txBox="1"/>
          <p:nvPr/>
        </p:nvSpPr>
        <p:spPr>
          <a:xfrm>
            <a:off x="7452360" y="5806440"/>
            <a:ext cx="4297680" cy="731520"/>
          </a:xfrm>
          <a:prstGeom prst="rect">
            <a:avLst/>
          </a:prstGeom>
          <a:noFill/>
        </p:spPr>
        <p:txBody>
          <a:bodyPr wrap="square">
            <a:spAutoFit/>
          </a:bodyPr>
          <a:lstStyle/>
          <a:p>
            <a:r>
              <a:rPr sz="1200" b="0" i="0">
                <a:solidFill>
                  <a:srgbClr val="FFFFFF"/>
                </a:solidFill>
                <a:latin typeface="Arial"/>
              </a:rPr>
              <a:t>4 sign-offs · 6 months to a roadmap · then ongoing</a:t>
            </a:r>
          </a:p>
        </p:txBody>
      </p:sp>
    </p:spTree>
    <p:extLst>
      <p:ext uri="{BB962C8B-B14F-4D97-AF65-F5344CB8AC3E}">
        <p14:creationId xmlns:p14="http://schemas.microsoft.com/office/powerpoint/2010/main" val="1196800265"/>
      </p:ext>
    </p:extLst>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822960" y="822960"/>
            <a:ext cx="7315200" cy="457200"/>
          </a:xfrm>
          <a:prstGeom prst="rect">
            <a:avLst/>
          </a:prstGeom>
          <a:noFill/>
        </p:spPr>
        <p:txBody>
          <a:bodyPr wrap="square">
            <a:spAutoFit/>
          </a:bodyPr>
          <a:lstStyle/>
          <a:p>
            <a:r>
              <a:rPr sz="1200" b="1" i="0">
                <a:solidFill>
                  <a:srgbClr val="595959"/>
                </a:solidFill>
                <a:latin typeface="Arial"/>
              </a:rPr>
              <a:t>KP1 · MODULE 1 · VIDEO 1.8</a:t>
            </a:r>
          </a:p>
        </p:txBody>
      </p:sp>
      <p:sp>
        <p:nvSpPr>
          <p:cNvPr id="3" name="TextBox 2"/>
          <p:cNvSpPr txBox="1"/>
          <p:nvPr/>
        </p:nvSpPr>
        <p:spPr>
          <a:xfrm>
            <a:off x="822960" y="1828800"/>
            <a:ext cx="2011680" cy="1097280"/>
          </a:xfrm>
          <a:prstGeom prst="rect">
            <a:avLst/>
          </a:prstGeom>
          <a:noFill/>
        </p:spPr>
        <p:txBody>
          <a:bodyPr wrap="square">
            <a:spAutoFit/>
          </a:bodyPr>
          <a:lstStyle/>
          <a:p>
            <a:r>
              <a:rPr sz="6000" b="1" i="0">
                <a:solidFill>
                  <a:srgbClr val="009CD6"/>
                </a:solidFill>
                <a:latin typeface="Arial"/>
              </a:rPr>
              <a:t>1.8</a:t>
            </a:r>
          </a:p>
        </p:txBody>
      </p:sp>
      <p:sp>
        <p:nvSpPr>
          <p:cNvPr id="4" name="TextBox 3"/>
          <p:cNvSpPr txBox="1"/>
          <p:nvPr/>
        </p:nvSpPr>
        <p:spPr>
          <a:xfrm>
            <a:off x="822960" y="2880360"/>
            <a:ext cx="9601200" cy="1371600"/>
          </a:xfrm>
          <a:prstGeom prst="rect">
            <a:avLst/>
          </a:prstGeom>
          <a:noFill/>
        </p:spPr>
        <p:txBody>
          <a:bodyPr wrap="square">
            <a:spAutoFit/>
          </a:bodyPr>
          <a:lstStyle/>
          <a:p>
            <a:r>
              <a:rPr sz="3400" b="1" i="0">
                <a:solidFill>
                  <a:srgbClr val="1A1A1A"/>
                </a:solidFill>
                <a:latin typeface="Arial"/>
              </a:rPr>
              <a:t>Four signposts — three African, one international</a:t>
            </a:r>
          </a:p>
        </p:txBody>
      </p:sp>
      <p:sp>
        <p:nvSpPr>
          <p:cNvPr id="5" name="TextBox 4"/>
          <p:cNvSpPr txBox="1"/>
          <p:nvPr/>
        </p:nvSpPr>
        <p:spPr>
          <a:xfrm>
            <a:off x="822960" y="4343400"/>
            <a:ext cx="9875520" cy="1554480"/>
          </a:xfrm>
          <a:prstGeom prst="rect">
            <a:avLst/>
          </a:prstGeom>
          <a:noFill/>
        </p:spPr>
        <p:txBody>
          <a:bodyPr wrap="square">
            <a:spAutoFit/>
          </a:bodyPr>
          <a:lstStyle/>
          <a:p>
            <a:r>
              <a:rPr sz="1700" b="0" i="1">
                <a:solidFill>
                  <a:srgbClr val="595959"/>
                </a:solidFill>
                <a:latin typeface="Arial"/>
              </a:rPr>
              <a:t>Rwanda, Kenya and South Africa show the pattern at African scale and in different governance shapes. Estonia is the international polestar. The pattern travels. Your country can apply it too.</a:t>
            </a:r>
          </a:p>
        </p:txBody>
      </p:sp>
      <p:sp>
        <p:nvSpPr>
          <p:cNvPr id="6" name="TextBox 5"/>
          <p:cNvSpPr txBox="1"/>
          <p:nvPr/>
        </p:nvSpPr>
        <p:spPr>
          <a:xfrm>
            <a:off x="822960" y="5989320"/>
            <a:ext cx="7315200" cy="365760"/>
          </a:xfrm>
          <a:prstGeom prst="rect">
            <a:avLst/>
          </a:prstGeom>
          <a:noFill/>
        </p:spPr>
        <p:txBody>
          <a:bodyPr wrap="square">
            <a:spAutoFit/>
          </a:bodyPr>
          <a:lstStyle/>
          <a:p>
            <a:r>
              <a:rPr sz="1200" b="0" i="0">
                <a:solidFill>
                  <a:srgbClr val="595959"/>
                </a:solidFill>
                <a:latin typeface="Arial"/>
              </a:rPr>
              <a:t>~5 minutes · standalone video · voice-over on text slides</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Rwanda — small country, strong centre: the lifecycle can compress</a:t>
            </a:r>
          </a:p>
        </p:txBody>
      </p:sp>
      <p:sp>
        <p:nvSpPr>
          <p:cNvPr id="4" name="TextBox 3"/>
          <p:cNvSpPr txBox="1"/>
          <p:nvPr/>
        </p:nvSpPr>
        <p:spPr>
          <a:xfrm>
            <a:off x="658368" y="1417320"/>
            <a:ext cx="10984687" cy="1165860"/>
          </a:xfrm>
          <a:prstGeom prst="rect">
            <a:avLst/>
          </a:prstGeom>
          <a:noFill/>
        </p:spPr>
        <p:txBody>
          <a:bodyPr wrap="square">
            <a:spAutoFit/>
          </a:bodyPr>
          <a:lstStyle/>
          <a:p>
            <a:pPr>
              <a:spcAft>
                <a:spcPts val="300"/>
              </a:spcAft>
            </a:pPr>
            <a:r>
              <a:rPr sz="1800" b="1" i="0">
                <a:solidFill>
                  <a:srgbClr val="1A1A1A"/>
                </a:solidFill>
                <a:latin typeface="Arial"/>
              </a:rPr>
              <a:t>Ministry of ICT and Innovation; Irembo as the citizen-services platform</a:t>
            </a:r>
          </a:p>
          <a:p>
            <a:pPr>
              <a:spcAft>
                <a:spcPts val="300"/>
              </a:spcAft>
            </a:pPr>
            <a:r>
              <a:rPr sz="1500" b="0" i="0">
                <a:solidFill>
                  <a:srgbClr val="595959"/>
                </a:solidFill>
                <a:latin typeface="Arial"/>
              </a:rPr>
              <a:t>From a small base in the mid-2010s to one of the most ambitious digital-government programmes on the continent.</a:t>
            </a:r>
          </a:p>
        </p:txBody>
      </p:sp>
      <p:sp>
        <p:nvSpPr>
          <p:cNvPr id="5" name="Rectangle 4"/>
          <p:cNvSpPr/>
          <p:nvPr/>
        </p:nvSpPr>
        <p:spPr>
          <a:xfrm>
            <a:off x="621792" y="25877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28900"/>
            <a:ext cx="10984687" cy="1165860"/>
          </a:xfrm>
          <a:prstGeom prst="rect">
            <a:avLst/>
          </a:prstGeom>
          <a:noFill/>
        </p:spPr>
        <p:txBody>
          <a:bodyPr wrap="square">
            <a:spAutoFit/>
          </a:bodyPr>
          <a:lstStyle/>
          <a:p>
            <a:pPr>
              <a:spcAft>
                <a:spcPts val="300"/>
              </a:spcAft>
            </a:pPr>
            <a:r>
              <a:rPr sz="1800" b="1" i="0">
                <a:solidFill>
                  <a:srgbClr val="1A1A1A"/>
                </a:solidFill>
                <a:latin typeface="Arial"/>
              </a:rPr>
              <a:t>A single national ID linked across services</a:t>
            </a:r>
          </a:p>
        </p:txBody>
      </p:sp>
      <p:sp>
        <p:nvSpPr>
          <p:cNvPr id="7" name="Rectangle 6"/>
          <p:cNvSpPr/>
          <p:nvPr/>
        </p:nvSpPr>
        <p:spPr>
          <a:xfrm>
            <a:off x="621792" y="3799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40480"/>
            <a:ext cx="10984687" cy="1165860"/>
          </a:xfrm>
          <a:prstGeom prst="rect">
            <a:avLst/>
          </a:prstGeom>
          <a:noFill/>
        </p:spPr>
        <p:txBody>
          <a:bodyPr wrap="square">
            <a:spAutoFit/>
          </a:bodyPr>
          <a:lstStyle/>
          <a:p>
            <a:pPr>
              <a:spcAft>
                <a:spcPts val="300"/>
              </a:spcAft>
            </a:pPr>
            <a:r>
              <a:rPr sz="1800" b="1" i="0">
                <a:solidFill>
                  <a:srgbClr val="1A1A1A"/>
                </a:solidFill>
                <a:latin typeface="Arial"/>
              </a:rPr>
              <a:t>A small institutional muscle, coordinated centrally, disciplined</a:t>
            </a:r>
          </a:p>
        </p:txBody>
      </p:sp>
      <p:sp>
        <p:nvSpPr>
          <p:cNvPr id="9" name="Rectangle 8"/>
          <p:cNvSpPr/>
          <p:nvPr/>
        </p:nvSpPr>
        <p:spPr>
          <a:xfrm>
            <a:off x="621792" y="50109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5052059"/>
            <a:ext cx="10984687" cy="1165860"/>
          </a:xfrm>
          <a:prstGeom prst="rect">
            <a:avLst/>
          </a:prstGeom>
          <a:noFill/>
        </p:spPr>
        <p:txBody>
          <a:bodyPr wrap="square">
            <a:spAutoFit/>
          </a:bodyPr>
          <a:lstStyle/>
          <a:p>
            <a:pPr>
              <a:spcAft>
                <a:spcPts val="300"/>
              </a:spcAft>
            </a:pPr>
            <a:r>
              <a:rPr sz="1800" b="1" i="0">
                <a:solidFill>
                  <a:srgbClr val="1A1A1A"/>
                </a:solidFill>
                <a:latin typeface="Arial"/>
              </a:rPr>
              <a:t>Lesson: with political will, the lifecycle can be compressed</a:t>
            </a:r>
          </a:p>
          <a:p>
            <a:pPr>
              <a:spcAft>
                <a:spcPts val="300"/>
              </a:spcAft>
            </a:pPr>
            <a:r>
              <a:rPr sz="1500" b="0" i="0">
                <a:solidFill>
                  <a:srgbClr val="595959"/>
                </a:solidFill>
                <a:latin typeface="Arial"/>
              </a:rPr>
              <a:t>And the gains in the second and third sectors come faster than the first.</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1.8 · Four signposts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Kenya — the obstacles are concrete and documented: plan for them</a:t>
            </a:r>
          </a:p>
        </p:txBody>
      </p:sp>
      <p:sp>
        <p:nvSpPr>
          <p:cNvPr id="4" name="TextBox 3"/>
          <p:cNvSpPr txBox="1"/>
          <p:nvPr/>
        </p:nvSpPr>
        <p:spPr>
          <a:xfrm>
            <a:off x="658368" y="1417320"/>
            <a:ext cx="10984687" cy="1165860"/>
          </a:xfrm>
          <a:prstGeom prst="rect">
            <a:avLst/>
          </a:prstGeom>
          <a:noFill/>
        </p:spPr>
        <p:txBody>
          <a:bodyPr wrap="square">
            <a:spAutoFit/>
          </a:bodyPr>
          <a:lstStyle/>
          <a:p>
            <a:pPr>
              <a:spcAft>
                <a:spcPts val="300"/>
              </a:spcAft>
            </a:pPr>
            <a:r>
              <a:rPr sz="1800" b="1" i="0">
                <a:solidFill>
                  <a:srgbClr val="1A1A1A"/>
                </a:solidFill>
                <a:latin typeface="Arial"/>
              </a:rPr>
              <a:t>Huduma Centres — physical one-stop shops for government services</a:t>
            </a:r>
          </a:p>
        </p:txBody>
      </p:sp>
      <p:sp>
        <p:nvSpPr>
          <p:cNvPr id="5" name="Rectangle 4"/>
          <p:cNvSpPr/>
          <p:nvPr/>
        </p:nvSpPr>
        <p:spPr>
          <a:xfrm>
            <a:off x="621792" y="25877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28900"/>
            <a:ext cx="10984687" cy="1165860"/>
          </a:xfrm>
          <a:prstGeom prst="rect">
            <a:avLst/>
          </a:prstGeom>
          <a:noFill/>
        </p:spPr>
        <p:txBody>
          <a:bodyPr wrap="square">
            <a:spAutoFit/>
          </a:bodyPr>
          <a:lstStyle/>
          <a:p>
            <a:pPr>
              <a:spcAft>
                <a:spcPts val="300"/>
              </a:spcAft>
            </a:pPr>
            <a:r>
              <a:rPr sz="1800" b="1" i="0">
                <a:solidFill>
                  <a:srgbClr val="1A1A1A"/>
                </a:solidFill>
                <a:latin typeface="Arial"/>
              </a:rPr>
              <a:t>Huduma Namba — the unifying identity programme underneath</a:t>
            </a:r>
          </a:p>
        </p:txBody>
      </p:sp>
      <p:sp>
        <p:nvSpPr>
          <p:cNvPr id="7" name="Rectangle 6"/>
          <p:cNvSpPr/>
          <p:nvPr/>
        </p:nvSpPr>
        <p:spPr>
          <a:xfrm>
            <a:off x="621792" y="3799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40480"/>
            <a:ext cx="10984687" cy="1165860"/>
          </a:xfrm>
          <a:prstGeom prst="rect">
            <a:avLst/>
          </a:prstGeom>
          <a:noFill/>
        </p:spPr>
        <p:txBody>
          <a:bodyPr wrap="square">
            <a:spAutoFit/>
          </a:bodyPr>
          <a:lstStyle/>
          <a:p>
            <a:pPr>
              <a:spcAft>
                <a:spcPts val="300"/>
              </a:spcAft>
            </a:pPr>
            <a:r>
              <a:rPr sz="1800" b="1" i="0">
                <a:solidFill>
                  <a:srgbClr val="1A1A1A"/>
                </a:solidFill>
                <a:latin typeface="Arial"/>
              </a:rPr>
              <a:t>Mixed results, openly debated in public</a:t>
            </a:r>
          </a:p>
          <a:p>
            <a:pPr>
              <a:spcAft>
                <a:spcPts val="300"/>
              </a:spcAft>
            </a:pPr>
            <a:r>
              <a:rPr sz="1500" b="0" i="0">
                <a:solidFill>
                  <a:srgbClr val="595959"/>
                </a:solidFill>
                <a:latin typeface="Arial"/>
              </a:rPr>
              <a:t>Obstacles met in courts, in parliament, and in implementation.</a:t>
            </a:r>
          </a:p>
        </p:txBody>
      </p:sp>
      <p:sp>
        <p:nvSpPr>
          <p:cNvPr id="9" name="Rectangle 8"/>
          <p:cNvSpPr/>
          <p:nvPr/>
        </p:nvSpPr>
        <p:spPr>
          <a:xfrm>
            <a:off x="621792" y="50109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5052059"/>
            <a:ext cx="10984687" cy="1165860"/>
          </a:xfrm>
          <a:prstGeom prst="rect">
            <a:avLst/>
          </a:prstGeom>
          <a:noFill/>
        </p:spPr>
        <p:txBody>
          <a:bodyPr wrap="square">
            <a:spAutoFit/>
          </a:bodyPr>
          <a:lstStyle/>
          <a:p>
            <a:pPr>
              <a:spcAft>
                <a:spcPts val="300"/>
              </a:spcAft>
            </a:pPr>
            <a:r>
              <a:rPr sz="1800" b="1" i="0">
                <a:solidFill>
                  <a:srgbClr val="1A1A1A"/>
                </a:solidFill>
                <a:latin typeface="Arial"/>
              </a:rPr>
              <a:t>Lesson: the lesson is not “Kenya solved this”</a:t>
            </a:r>
          </a:p>
          <a:p>
            <a:pPr>
              <a:spcAft>
                <a:spcPts val="300"/>
              </a:spcAft>
            </a:pPr>
            <a:r>
              <a:rPr sz="1500" b="0" i="0">
                <a:solidFill>
                  <a:srgbClr val="595959"/>
                </a:solidFill>
                <a:latin typeface="Arial"/>
              </a:rPr>
              <a:t>It is that Kenya tried, the obstacles are documented — legal, political, technical — and the debate tells you what to plan for.</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1.8 · Four signposts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South Africa — where you cannot impose, you federate</a:t>
            </a:r>
          </a:p>
        </p:txBody>
      </p:sp>
      <p:sp>
        <p:nvSpPr>
          <p:cNvPr id="4" name="TextBox 3"/>
          <p:cNvSpPr txBox="1"/>
          <p:nvPr/>
        </p:nvSpPr>
        <p:spPr>
          <a:xfrm>
            <a:off x="658368" y="1417320"/>
            <a:ext cx="10984687" cy="1165860"/>
          </a:xfrm>
          <a:prstGeom prst="rect">
            <a:avLst/>
          </a:prstGeom>
          <a:noFill/>
        </p:spPr>
        <p:txBody>
          <a:bodyPr wrap="square">
            <a:spAutoFit/>
          </a:bodyPr>
          <a:lstStyle/>
          <a:p>
            <a:pPr>
              <a:spcAft>
                <a:spcPts val="300"/>
              </a:spcAft>
            </a:pPr>
            <a:r>
              <a:rPr sz="1800" b="1" i="0">
                <a:solidFill>
                  <a:srgbClr val="1A1A1A"/>
                </a:solidFill>
                <a:latin typeface="Arial"/>
              </a:rPr>
              <a:t>SITA — the State Information Technology Agency as coordinating body</a:t>
            </a:r>
          </a:p>
        </p:txBody>
      </p:sp>
      <p:sp>
        <p:nvSpPr>
          <p:cNvPr id="5" name="Rectangle 4"/>
          <p:cNvSpPr/>
          <p:nvPr/>
        </p:nvSpPr>
        <p:spPr>
          <a:xfrm>
            <a:off x="621792" y="25877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28900"/>
            <a:ext cx="10984687" cy="1165860"/>
          </a:xfrm>
          <a:prstGeom prst="rect">
            <a:avLst/>
          </a:prstGeom>
          <a:noFill/>
        </p:spPr>
        <p:txBody>
          <a:bodyPr wrap="square">
            <a:spAutoFit/>
          </a:bodyPr>
          <a:lstStyle/>
          <a:p>
            <a:pPr>
              <a:spcAft>
                <a:spcPts val="300"/>
              </a:spcAft>
            </a:pPr>
            <a:r>
              <a:rPr sz="1800" b="1" i="0">
                <a:solidFill>
                  <a:srgbClr val="1A1A1A"/>
                </a:solidFill>
                <a:latin typeface="Arial"/>
              </a:rPr>
              <a:t>Strong provincial governments and constitutionally autonomous statutory bodies</a:t>
            </a:r>
          </a:p>
          <a:p>
            <a:pPr>
              <a:spcAft>
                <a:spcPts val="300"/>
              </a:spcAft>
            </a:pPr>
            <a:r>
              <a:rPr sz="1500" b="0" i="0">
                <a:solidFill>
                  <a:srgbClr val="595959"/>
                </a:solidFill>
                <a:latin typeface="Arial"/>
              </a:rPr>
              <a:t>A single architecture cannot be imposed from the top.</a:t>
            </a:r>
          </a:p>
        </p:txBody>
      </p:sp>
      <p:sp>
        <p:nvSpPr>
          <p:cNvPr id="7" name="Rectangle 6"/>
          <p:cNvSpPr/>
          <p:nvPr/>
        </p:nvSpPr>
        <p:spPr>
          <a:xfrm>
            <a:off x="621792" y="3799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40480"/>
            <a:ext cx="10984687" cy="1165860"/>
          </a:xfrm>
          <a:prstGeom prst="rect">
            <a:avLst/>
          </a:prstGeom>
          <a:noFill/>
        </p:spPr>
        <p:txBody>
          <a:bodyPr wrap="square">
            <a:spAutoFit/>
          </a:bodyPr>
          <a:lstStyle/>
          <a:p>
            <a:pPr>
              <a:spcAft>
                <a:spcPts val="300"/>
              </a:spcAft>
            </a:pPr>
            <a:r>
              <a:rPr sz="1800" b="1" i="0">
                <a:solidFill>
                  <a:srgbClr val="1A1A1A"/>
                </a:solidFill>
                <a:latin typeface="Arial"/>
              </a:rPr>
              <a:t>Shared standards, common procurement, a maintained reference architecture</a:t>
            </a:r>
          </a:p>
          <a:p>
            <a:pPr>
              <a:spcAft>
                <a:spcPts val="300"/>
              </a:spcAft>
            </a:pPr>
            <a:r>
              <a:rPr sz="1500" b="0" i="0">
                <a:solidFill>
                  <a:srgbClr val="595959"/>
                </a:solidFill>
                <a:latin typeface="Arial"/>
              </a:rPr>
              <a:t>Agencies adopt it rather than have it imposed.</a:t>
            </a:r>
          </a:p>
        </p:txBody>
      </p:sp>
      <p:sp>
        <p:nvSpPr>
          <p:cNvPr id="9" name="Rectangle 8"/>
          <p:cNvSpPr/>
          <p:nvPr/>
        </p:nvSpPr>
        <p:spPr>
          <a:xfrm>
            <a:off x="621792" y="50109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5052059"/>
            <a:ext cx="10984687" cy="1165860"/>
          </a:xfrm>
          <a:prstGeom prst="rect">
            <a:avLst/>
          </a:prstGeom>
          <a:noFill/>
        </p:spPr>
        <p:txBody>
          <a:bodyPr wrap="square">
            <a:spAutoFit/>
          </a:bodyPr>
          <a:lstStyle/>
          <a:p>
            <a:pPr>
              <a:spcAft>
                <a:spcPts val="300"/>
              </a:spcAft>
            </a:pPr>
            <a:r>
              <a:rPr sz="1800" b="1" i="0">
                <a:solidFill>
                  <a:srgbClr val="1A1A1A"/>
                </a:solidFill>
                <a:latin typeface="Arial"/>
              </a:rPr>
              <a:t>Lesson: federation — coordination without coercion</a:t>
            </a:r>
          </a:p>
          <a:p>
            <a:pPr>
              <a:spcAft>
                <a:spcPts val="300"/>
              </a:spcAft>
            </a:pPr>
            <a:r>
              <a:rPr sz="1500" b="0" i="0">
                <a:solidFill>
                  <a:srgbClr val="595959"/>
                </a:solidFill>
                <a:latin typeface="Arial"/>
              </a:rPr>
              <a:t>The realistic pattern wherever sub-national governments or autonomous bodies carry real authority.</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1.8 · Four signposts</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Estonia — the polestar, not the template</a:t>
            </a:r>
          </a:p>
        </p:txBody>
      </p:sp>
      <p:sp>
        <p:nvSpPr>
          <p:cNvPr id="4" name="TextBox 3"/>
          <p:cNvSpPr txBox="1"/>
          <p:nvPr/>
        </p:nvSpPr>
        <p:spPr>
          <a:xfrm>
            <a:off x="658368" y="1417320"/>
            <a:ext cx="10984687" cy="1165860"/>
          </a:xfrm>
          <a:prstGeom prst="rect">
            <a:avLst/>
          </a:prstGeom>
          <a:noFill/>
        </p:spPr>
        <p:txBody>
          <a:bodyPr wrap="square">
            <a:spAutoFit/>
          </a:bodyPr>
          <a:lstStyle/>
          <a:p>
            <a:pPr>
              <a:spcAft>
                <a:spcPts val="300"/>
              </a:spcAft>
            </a:pPr>
            <a:r>
              <a:rPr sz="1800" b="1" i="0">
                <a:solidFill>
                  <a:srgbClr val="1A1A1A"/>
                </a:solidFill>
                <a:latin typeface="Arial"/>
              </a:rPr>
              <a:t>RIA — the Information System Authority; X-Road as the data-exchange backbone</a:t>
            </a:r>
          </a:p>
        </p:txBody>
      </p:sp>
      <p:sp>
        <p:nvSpPr>
          <p:cNvPr id="5" name="Rectangle 4"/>
          <p:cNvSpPr/>
          <p:nvPr/>
        </p:nvSpPr>
        <p:spPr>
          <a:xfrm>
            <a:off x="621792" y="258775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58368" y="2628900"/>
            <a:ext cx="10984687" cy="1165860"/>
          </a:xfrm>
          <a:prstGeom prst="rect">
            <a:avLst/>
          </a:prstGeom>
          <a:noFill/>
        </p:spPr>
        <p:txBody>
          <a:bodyPr wrap="square">
            <a:spAutoFit/>
          </a:bodyPr>
          <a:lstStyle/>
          <a:p>
            <a:pPr>
              <a:spcAft>
                <a:spcPts val="300"/>
              </a:spcAft>
            </a:pPr>
            <a:r>
              <a:rPr sz="1800" b="1" i="0">
                <a:solidFill>
                  <a:srgbClr val="1A1A1A"/>
                </a:solidFill>
                <a:latin typeface="Arial"/>
              </a:rPr>
              <a:t>Distributed registries — population, business, land — owned by their accountable agencies</a:t>
            </a:r>
          </a:p>
        </p:txBody>
      </p:sp>
      <p:sp>
        <p:nvSpPr>
          <p:cNvPr id="7" name="Rectangle 6"/>
          <p:cNvSpPr/>
          <p:nvPr/>
        </p:nvSpPr>
        <p:spPr>
          <a:xfrm>
            <a:off x="621792" y="379933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3840480"/>
            <a:ext cx="10984687" cy="1165860"/>
          </a:xfrm>
          <a:prstGeom prst="rect">
            <a:avLst/>
          </a:prstGeom>
          <a:noFill/>
        </p:spPr>
        <p:txBody>
          <a:bodyPr wrap="square">
            <a:spAutoFit/>
          </a:bodyPr>
          <a:lstStyle/>
          <a:p>
            <a:pPr>
              <a:spcAft>
                <a:spcPts val="300"/>
              </a:spcAft>
            </a:pPr>
            <a:r>
              <a:rPr sz="1800" b="1" i="0">
                <a:solidFill>
                  <a:srgbClr val="1A1A1A"/>
                </a:solidFill>
                <a:latin typeface="Arial"/>
              </a:rPr>
              <a:t>Anchoring principle: Once-Only</a:t>
            </a:r>
          </a:p>
          <a:p>
            <a:pPr>
              <a:spcAft>
                <a:spcPts val="300"/>
              </a:spcAft>
            </a:pPr>
            <a:r>
              <a:rPr sz="1500" b="0" i="0">
                <a:solidFill>
                  <a:srgbClr val="595959"/>
                </a:solidFill>
                <a:latin typeface="Arial"/>
              </a:rPr>
              <a:t>The state never asks a citizen for the same information twice.</a:t>
            </a:r>
          </a:p>
        </p:txBody>
      </p:sp>
      <p:sp>
        <p:nvSpPr>
          <p:cNvPr id="9" name="Rectangle 8"/>
          <p:cNvSpPr/>
          <p:nvPr/>
        </p:nvSpPr>
        <p:spPr>
          <a:xfrm>
            <a:off x="621792" y="5010912"/>
            <a:ext cx="10881360" cy="12700"/>
          </a:xfrm>
          <a:prstGeom prst="rect">
            <a:avLst/>
          </a:prstGeom>
          <a:solidFill>
            <a:srgbClr val="DDECF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58368" y="5052059"/>
            <a:ext cx="10984687" cy="1165860"/>
          </a:xfrm>
          <a:prstGeom prst="rect">
            <a:avLst/>
          </a:prstGeom>
          <a:noFill/>
        </p:spPr>
        <p:txBody>
          <a:bodyPr wrap="square">
            <a:spAutoFit/>
          </a:bodyPr>
          <a:lstStyle/>
          <a:p>
            <a:pPr>
              <a:spcAft>
                <a:spcPts val="300"/>
              </a:spcAft>
            </a:pPr>
            <a:r>
              <a:rPr sz="1800" b="1" i="0">
                <a:solidFill>
                  <a:srgbClr val="1A1A1A"/>
                </a:solidFill>
                <a:latin typeface="Arial"/>
              </a:rPr>
              <a:t>Started late 1990s; most public services online today</a:t>
            </a:r>
          </a:p>
          <a:p>
            <a:pPr>
              <a:spcAft>
                <a:spcPts val="300"/>
              </a:spcAft>
            </a:pPr>
            <a:r>
              <a:rPr sz="1500" b="0" i="0">
                <a:solidFill>
                  <a:srgbClr val="595959"/>
                </a:solidFill>
                <a:latin typeface="Arial"/>
              </a:rPr>
              <a:t>A small unitary state with very different starting conditions — use it as a polestar for what mature digital government looks like, not a template to copy.</a:t>
            </a:r>
          </a:p>
        </p:txBody>
      </p:sp>
      <p:sp>
        <p:nvSpPr>
          <p:cNvPr id="11" name="TextBox 10"/>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1.8 · Four signposts</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Four very different countries — the same four elements</a:t>
            </a:r>
          </a:p>
        </p:txBody>
      </p:sp>
      <p:graphicFrame>
        <p:nvGraphicFramePr>
          <p:cNvPr id="4" name="Table 3"/>
          <p:cNvGraphicFramePr>
            <a:graphicFrameLocks noGrp="1"/>
          </p:cNvGraphicFramePr>
          <p:nvPr/>
        </p:nvGraphicFramePr>
        <p:xfrm>
          <a:off x="658368" y="1554480"/>
          <a:ext cx="10881360" cy="4023360"/>
        </p:xfrm>
        <a:graphic>
          <a:graphicData uri="http://schemas.openxmlformats.org/drawingml/2006/table">
            <a:tbl>
              <a:tblPr firstRow="1" bandRow="1">
                <a:tableStyleId>{5C22544A-7EE6-4342-B048-85BDC9FD1C3A}</a:tableStyleId>
              </a:tblPr>
              <a:tblGrid>
                <a:gridCol w="4663440"/>
                <a:gridCol w="1554480"/>
                <a:gridCol w="1554480"/>
                <a:gridCol w="1554480"/>
                <a:gridCol w="1554480"/>
              </a:tblGrid>
              <a:tr h="804672">
                <a:tc>
                  <a:txBody>
                    <a:bodyPr/>
                    <a:lstStyle/>
                    <a:p>
                      <a:pPr algn="l"/>
                    </a:p>
                  </a:txBody>
                  <a:tcPr/>
                </a:tc>
                <a:tc>
                  <a:txBody>
                    <a:bodyPr/>
                    <a:lstStyle/>
                    <a:p>
                      <a:pPr algn="ctr"/>
                      <a:r>
                        <a:rPr sz="1500" b="1">
                          <a:solidFill>
                            <a:srgbClr val="1A1A1A"/>
                          </a:solidFill>
                          <a:latin typeface="Arial"/>
                        </a:rPr>
                        <a:t>Rwanda</a:t>
                      </a:r>
                    </a:p>
                  </a:txBody>
                  <a:tcPr/>
                </a:tc>
                <a:tc>
                  <a:txBody>
                    <a:bodyPr/>
                    <a:lstStyle/>
                    <a:p>
                      <a:pPr algn="ctr"/>
                      <a:r>
                        <a:rPr sz="1500" b="1">
                          <a:solidFill>
                            <a:srgbClr val="1A1A1A"/>
                          </a:solidFill>
                          <a:latin typeface="Arial"/>
                        </a:rPr>
                        <a:t>Kenya</a:t>
                      </a:r>
                    </a:p>
                  </a:txBody>
                  <a:tcPr/>
                </a:tc>
                <a:tc>
                  <a:txBody>
                    <a:bodyPr/>
                    <a:lstStyle/>
                    <a:p>
                      <a:pPr algn="ctr"/>
                      <a:r>
                        <a:rPr sz="1500" b="1">
                          <a:solidFill>
                            <a:srgbClr val="1A1A1A"/>
                          </a:solidFill>
                          <a:latin typeface="Arial"/>
                        </a:rPr>
                        <a:t>South Africa</a:t>
                      </a:r>
                    </a:p>
                  </a:txBody>
                  <a:tcPr/>
                </a:tc>
                <a:tc>
                  <a:txBody>
                    <a:bodyPr/>
                    <a:lstStyle/>
                    <a:p>
                      <a:pPr algn="ctr"/>
                      <a:r>
                        <a:rPr sz="1500" b="1">
                          <a:solidFill>
                            <a:srgbClr val="1A1A1A"/>
                          </a:solidFill>
                          <a:latin typeface="Arial"/>
                        </a:rPr>
                        <a:t>Estonia</a:t>
                      </a:r>
                    </a:p>
                  </a:txBody>
                  <a:tcPr/>
                </a:tc>
              </a:tr>
              <a:tr h="804672">
                <a:tc>
                  <a:txBody>
                    <a:bodyPr/>
                    <a:lstStyle/>
                    <a:p>
                      <a:r>
                        <a:rPr sz="1500">
                          <a:solidFill>
                            <a:srgbClr val="1A1A1A"/>
                          </a:solidFill>
                          <a:latin typeface="Arial"/>
                        </a:rPr>
                        <a:t>Small central team with real authority</a:t>
                      </a:r>
                    </a:p>
                  </a:txBody>
                  <a:tcPr/>
                </a:tc>
                <a:tc>
                  <a:txBody>
                    <a:bodyPr/>
                    <a:lstStyle/>
                    <a:p>
                      <a:pPr algn="ctr"/>
                      <a:r>
                        <a:rPr sz="1700" b="1">
                          <a:solidFill>
                            <a:srgbClr val="009CD6"/>
                          </a:solidFill>
                          <a:latin typeface="Arial"/>
                        </a:rPr>
                        <a:t>✓</a:t>
                      </a:r>
                    </a:p>
                  </a:txBody>
                  <a:tcPr/>
                </a:tc>
                <a:tc>
                  <a:txBody>
                    <a:bodyPr/>
                    <a:lstStyle/>
                    <a:p>
                      <a:pPr algn="ctr"/>
                      <a:r>
                        <a:rPr sz="1700" b="1">
                          <a:solidFill>
                            <a:srgbClr val="009CD6"/>
                          </a:solidFill>
                          <a:latin typeface="Arial"/>
                        </a:rPr>
                        <a:t>✓</a:t>
                      </a:r>
                    </a:p>
                  </a:txBody>
                  <a:tcPr/>
                </a:tc>
                <a:tc>
                  <a:txBody>
                    <a:bodyPr/>
                    <a:lstStyle/>
                    <a:p>
                      <a:pPr algn="ctr"/>
                      <a:r>
                        <a:rPr sz="1700" b="1">
                          <a:solidFill>
                            <a:srgbClr val="009CD6"/>
                          </a:solidFill>
                          <a:latin typeface="Arial"/>
                        </a:rPr>
                        <a:t>✓</a:t>
                      </a:r>
                    </a:p>
                  </a:txBody>
                  <a:tcPr/>
                </a:tc>
                <a:tc>
                  <a:txBody>
                    <a:bodyPr/>
                    <a:lstStyle/>
                    <a:p>
                      <a:pPr algn="ctr"/>
                      <a:r>
                        <a:rPr sz="1700" b="1">
                          <a:solidFill>
                            <a:srgbClr val="009CD6"/>
                          </a:solidFill>
                          <a:latin typeface="Arial"/>
                        </a:rPr>
                        <a:t>✓</a:t>
                      </a:r>
                    </a:p>
                  </a:txBody>
                  <a:tcPr/>
                </a:tc>
              </a:tr>
              <a:tr h="804672">
                <a:tc>
                  <a:txBody>
                    <a:bodyPr/>
                    <a:lstStyle/>
                    <a:p>
                      <a:r>
                        <a:rPr sz="1500">
                          <a:solidFill>
                            <a:srgbClr val="1A1A1A"/>
                          </a:solidFill>
                          <a:latin typeface="Arial"/>
                        </a:rPr>
                        <a:t>Published framework other agencies adopt</a:t>
                      </a:r>
                    </a:p>
                  </a:txBody>
                  <a:tcPr/>
                </a:tc>
                <a:tc>
                  <a:txBody>
                    <a:bodyPr/>
                    <a:lstStyle/>
                    <a:p>
                      <a:pPr algn="ctr"/>
                      <a:r>
                        <a:rPr sz="1700" b="1">
                          <a:solidFill>
                            <a:srgbClr val="009CD6"/>
                          </a:solidFill>
                          <a:latin typeface="Arial"/>
                        </a:rPr>
                        <a:t>✓</a:t>
                      </a:r>
                    </a:p>
                  </a:txBody>
                  <a:tcPr/>
                </a:tc>
                <a:tc>
                  <a:txBody>
                    <a:bodyPr/>
                    <a:lstStyle/>
                    <a:p>
                      <a:pPr algn="ctr"/>
                      <a:r>
                        <a:rPr sz="1700" b="1">
                          <a:solidFill>
                            <a:srgbClr val="009CD6"/>
                          </a:solidFill>
                          <a:latin typeface="Arial"/>
                        </a:rPr>
                        <a:t>✓</a:t>
                      </a:r>
                    </a:p>
                  </a:txBody>
                  <a:tcPr/>
                </a:tc>
                <a:tc>
                  <a:txBody>
                    <a:bodyPr/>
                    <a:lstStyle/>
                    <a:p>
                      <a:pPr algn="ctr"/>
                      <a:r>
                        <a:rPr sz="1700" b="1">
                          <a:solidFill>
                            <a:srgbClr val="009CD6"/>
                          </a:solidFill>
                          <a:latin typeface="Arial"/>
                        </a:rPr>
                        <a:t>✓</a:t>
                      </a:r>
                    </a:p>
                  </a:txBody>
                  <a:tcPr/>
                </a:tc>
                <a:tc>
                  <a:txBody>
                    <a:bodyPr/>
                    <a:lstStyle/>
                    <a:p>
                      <a:pPr algn="ctr"/>
                      <a:r>
                        <a:rPr sz="1700" b="1">
                          <a:solidFill>
                            <a:srgbClr val="009CD6"/>
                          </a:solidFill>
                          <a:latin typeface="Arial"/>
                        </a:rPr>
                        <a:t>✓</a:t>
                      </a:r>
                    </a:p>
                  </a:txBody>
                  <a:tcPr/>
                </a:tc>
              </a:tr>
              <a:tr h="804672">
                <a:tc>
                  <a:txBody>
                    <a:bodyPr/>
                    <a:lstStyle/>
                    <a:p>
                      <a:r>
                        <a:rPr sz="1500">
                          <a:solidFill>
                            <a:srgbClr val="1A1A1A"/>
                          </a:solidFill>
                          <a:latin typeface="Arial"/>
                        </a:rPr>
                        <a:t>Binding governance, not advisory</a:t>
                      </a:r>
                    </a:p>
                  </a:txBody>
                  <a:tcPr/>
                </a:tc>
                <a:tc>
                  <a:txBody>
                    <a:bodyPr/>
                    <a:lstStyle/>
                    <a:p>
                      <a:pPr algn="ctr"/>
                      <a:r>
                        <a:rPr sz="1700" b="1">
                          <a:solidFill>
                            <a:srgbClr val="009CD6"/>
                          </a:solidFill>
                          <a:latin typeface="Arial"/>
                        </a:rPr>
                        <a:t>✓</a:t>
                      </a:r>
                    </a:p>
                  </a:txBody>
                  <a:tcPr/>
                </a:tc>
                <a:tc>
                  <a:txBody>
                    <a:bodyPr/>
                    <a:lstStyle/>
                    <a:p>
                      <a:pPr algn="ctr"/>
                      <a:r>
                        <a:rPr sz="1700" b="1">
                          <a:solidFill>
                            <a:srgbClr val="009CD6"/>
                          </a:solidFill>
                          <a:latin typeface="Arial"/>
                        </a:rPr>
                        <a:t>✓</a:t>
                      </a:r>
                    </a:p>
                  </a:txBody>
                  <a:tcPr/>
                </a:tc>
                <a:tc>
                  <a:txBody>
                    <a:bodyPr/>
                    <a:lstStyle/>
                    <a:p>
                      <a:pPr algn="ctr"/>
                      <a:r>
                        <a:rPr sz="1700" b="1">
                          <a:solidFill>
                            <a:srgbClr val="009CD6"/>
                          </a:solidFill>
                          <a:latin typeface="Arial"/>
                        </a:rPr>
                        <a:t>✓</a:t>
                      </a:r>
                    </a:p>
                  </a:txBody>
                  <a:tcPr/>
                </a:tc>
                <a:tc>
                  <a:txBody>
                    <a:bodyPr/>
                    <a:lstStyle/>
                    <a:p>
                      <a:pPr algn="ctr"/>
                      <a:r>
                        <a:rPr sz="1700" b="1">
                          <a:solidFill>
                            <a:srgbClr val="009CD6"/>
                          </a:solidFill>
                          <a:latin typeface="Arial"/>
                        </a:rPr>
                        <a:t>✓</a:t>
                      </a:r>
                    </a:p>
                  </a:txBody>
                  <a:tcPr/>
                </a:tc>
              </a:tr>
              <a:tr h="804672">
                <a:tc>
                  <a:txBody>
                    <a:bodyPr/>
                    <a:lstStyle/>
                    <a:p>
                      <a:r>
                        <a:rPr sz="1500">
                          <a:solidFill>
                            <a:srgbClr val="1A1A1A"/>
                          </a:solidFill>
                          <a:latin typeface="Arial"/>
                        </a:rPr>
                        <a:t>Multi-year horizon, results visible in months</a:t>
                      </a:r>
                    </a:p>
                  </a:txBody>
                  <a:tcPr/>
                </a:tc>
                <a:tc>
                  <a:txBody>
                    <a:bodyPr/>
                    <a:lstStyle/>
                    <a:p>
                      <a:pPr algn="ctr"/>
                      <a:r>
                        <a:rPr sz="1700" b="1">
                          <a:solidFill>
                            <a:srgbClr val="009CD6"/>
                          </a:solidFill>
                          <a:latin typeface="Arial"/>
                        </a:rPr>
                        <a:t>✓</a:t>
                      </a:r>
                    </a:p>
                  </a:txBody>
                  <a:tcPr/>
                </a:tc>
                <a:tc>
                  <a:txBody>
                    <a:bodyPr/>
                    <a:lstStyle/>
                    <a:p>
                      <a:pPr algn="ctr"/>
                      <a:r>
                        <a:rPr sz="1700" b="1">
                          <a:solidFill>
                            <a:srgbClr val="009CD6"/>
                          </a:solidFill>
                          <a:latin typeface="Arial"/>
                        </a:rPr>
                        <a:t>✓</a:t>
                      </a:r>
                    </a:p>
                  </a:txBody>
                  <a:tcPr/>
                </a:tc>
                <a:tc>
                  <a:txBody>
                    <a:bodyPr/>
                    <a:lstStyle/>
                    <a:p>
                      <a:pPr algn="ctr"/>
                      <a:r>
                        <a:rPr sz="1700" b="1">
                          <a:solidFill>
                            <a:srgbClr val="009CD6"/>
                          </a:solidFill>
                          <a:latin typeface="Arial"/>
                        </a:rPr>
                        <a:t>✓</a:t>
                      </a:r>
                    </a:p>
                  </a:txBody>
                  <a:tcPr/>
                </a:tc>
                <a:tc>
                  <a:txBody>
                    <a:bodyPr/>
                    <a:lstStyle/>
                    <a:p>
                      <a:pPr algn="ctr"/>
                      <a:r>
                        <a:rPr sz="1700" b="1">
                          <a:solidFill>
                            <a:srgbClr val="009CD6"/>
                          </a:solidFill>
                          <a:latin typeface="Arial"/>
                        </a:rPr>
                        <a:t>✓</a:t>
                      </a:r>
                    </a:p>
                  </a:txBody>
                  <a:tcPr/>
                </a:tc>
              </a:tr>
            </a:tbl>
          </a:graphicData>
        </a:graphic>
      </p:graphicFrame>
      <p:sp>
        <p:nvSpPr>
          <p:cNvPr id="5" name="TextBox 4"/>
          <p:cNvSpPr txBox="1"/>
          <p:nvPr/>
        </p:nvSpPr>
        <p:spPr>
          <a:xfrm>
            <a:off x="658368" y="5760720"/>
            <a:ext cx="10881360" cy="548640"/>
          </a:xfrm>
          <a:prstGeom prst="rect">
            <a:avLst/>
          </a:prstGeom>
          <a:noFill/>
        </p:spPr>
        <p:txBody>
          <a:bodyPr wrap="square">
            <a:spAutoFit/>
          </a:bodyPr>
          <a:lstStyle/>
          <a:p>
            <a:r>
              <a:rPr sz="1450" b="0" i="0">
                <a:solidFill>
                  <a:srgbClr val="595959"/>
                </a:solidFill>
                <a:latin typeface="Arial"/>
              </a:rPr>
              <a:t>These are not outliers. This is what committing to the lifecycle, the team, the governance and the time horizon looks like in practice.</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1.8 · Four signposts</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1005840" y="2103120"/>
            <a:ext cx="10149840" cy="2377440"/>
          </a:xfrm>
          <a:prstGeom prst="rect">
            <a:avLst/>
          </a:prstGeom>
          <a:noFill/>
        </p:spPr>
        <p:txBody>
          <a:bodyPr wrap="square">
            <a:spAutoFit/>
          </a:bodyPr>
          <a:lstStyle/>
          <a:p>
            <a:r>
              <a:rPr sz="3000" b="1" i="0">
                <a:solidFill>
                  <a:srgbClr val="1A1A1A"/>
                </a:solidFill>
                <a:latin typeface="Arial"/>
              </a:rPr>
              <a:t>The pattern travels — across small countries and large, unitary states and federations. Your country can apply it too.</a:t>
            </a:r>
          </a:p>
        </p:txBody>
      </p:sp>
      <p:sp>
        <p:nvSpPr>
          <p:cNvPr id="3" name="TextBox 2"/>
          <p:cNvSpPr txBox="1"/>
          <p:nvPr/>
        </p:nvSpPr>
        <p:spPr>
          <a:xfrm>
            <a:off x="1005840" y="1554480"/>
            <a:ext cx="5486400" cy="365760"/>
          </a:xfrm>
          <a:prstGeom prst="rect">
            <a:avLst/>
          </a:prstGeom>
          <a:noFill/>
        </p:spPr>
        <p:txBody>
          <a:bodyPr wrap="square">
            <a:spAutoFit/>
          </a:bodyPr>
          <a:lstStyle/>
          <a:p>
            <a:r>
              <a:rPr sz="1200" b="1" i="0">
                <a:solidFill>
                  <a:srgbClr val="006E96"/>
                </a:solidFill>
                <a:latin typeface="Arial"/>
              </a:rPr>
              <a:t>IN ONE SENTENCE</a:t>
            </a:r>
          </a:p>
        </p:txBody>
      </p:sp>
      <p:sp>
        <p:nvSpPr>
          <p:cNvPr id="4" name="TextBox 3"/>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1.8 · Four signposts</a:t>
            </a:r>
          </a:p>
        </p:txBody>
      </p:sp>
      <p:sp>
        <p:nvSpPr>
          <p:cNvPr id="5" name="TextBox 4"/>
          <p:cNvSpPr txBox="1"/>
          <p:nvPr/>
        </p:nvSpPr>
        <p:spPr>
          <a:xfrm>
            <a:off x="10058400" y="6473952"/>
            <a:ext cx="1673352" cy="292608"/>
          </a:xfrm>
          <a:prstGeom prst="rect">
            <a:avLst/>
          </a:prstGeom>
          <a:noFill/>
        </p:spPr>
        <p:txBody>
          <a:bodyPr wrap="square">
            <a:spAutoFit/>
          </a:bodyPr>
          <a:lstStyle/>
          <a:p>
            <a:pPr algn="r"/>
            <a:r>
              <a:rPr sz="900" b="0" i="0">
                <a:solidFill>
                  <a:srgbClr val="595959"/>
                </a:solidFill>
                <a:latin typeface="Arial"/>
              </a:rPr>
              <a:t>www.itu.int</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457200" y="384048"/>
            <a:ext cx="45720" cy="256032"/>
          </a:xfrm>
          <a:prstGeom prst="rect">
            <a:avLst/>
          </a:prstGeom>
          <a:solidFill>
            <a:srgbClr val="009C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274320"/>
            <a:ext cx="11247120" cy="914400"/>
          </a:xfrm>
          <a:prstGeom prst="rect">
            <a:avLst/>
          </a:prstGeom>
          <a:noFill/>
        </p:spPr>
        <p:txBody>
          <a:bodyPr wrap="square">
            <a:spAutoFit/>
          </a:bodyPr>
          <a:lstStyle/>
          <a:p>
            <a:r>
              <a:rPr sz="2800" b="1" i="0">
                <a:solidFill>
                  <a:srgbClr val="1A1A1A"/>
                </a:solidFill>
                <a:latin typeface="Arial"/>
              </a:rPr>
              <a:t>Sources</a:t>
            </a:r>
          </a:p>
        </p:txBody>
      </p:sp>
      <p:sp>
        <p:nvSpPr>
          <p:cNvPr id="4" name="TextBox 3"/>
          <p:cNvSpPr txBox="1"/>
          <p:nvPr/>
        </p:nvSpPr>
        <p:spPr>
          <a:xfrm>
            <a:off x="658368" y="1554480"/>
            <a:ext cx="10789920" cy="3840480"/>
          </a:xfrm>
          <a:prstGeom prst="rect">
            <a:avLst/>
          </a:prstGeom>
          <a:noFill/>
        </p:spPr>
        <p:txBody>
          <a:bodyPr wrap="square">
            <a:spAutoFit/>
          </a:bodyPr>
          <a:lstStyle/>
          <a:p>
            <a:pPr>
              <a:spcAft>
                <a:spcPts val="1200"/>
              </a:spcAft>
            </a:pPr>
            <a:r>
              <a:rPr sz="1700" b="0" i="0">
                <a:solidFill>
                  <a:srgbClr val="1A1A1A"/>
                </a:solidFill>
                <a:latin typeface="Arial"/>
              </a:rPr>
              <a:t>•  Rwanda — Irembo (irembo.gov.rw); Ministry of ICT and Innovation</a:t>
            </a:r>
          </a:p>
          <a:p>
            <a:pPr>
              <a:spcAft>
                <a:spcPts val="1200"/>
              </a:spcAft>
            </a:pPr>
            <a:r>
              <a:rPr sz="1700" b="0" i="0">
                <a:solidFill>
                  <a:srgbClr val="1A1A1A"/>
                </a:solidFill>
                <a:latin typeface="Arial"/>
              </a:rPr>
              <a:t>•  Kenya — Huduma Kenya (huduma.go.ke); Huduma Namba</a:t>
            </a:r>
          </a:p>
          <a:p>
            <a:pPr>
              <a:spcAft>
                <a:spcPts val="1200"/>
              </a:spcAft>
            </a:pPr>
            <a:r>
              <a:rPr sz="1700" b="0" i="0">
                <a:solidFill>
                  <a:srgbClr val="1A1A1A"/>
                </a:solidFill>
                <a:latin typeface="Arial"/>
              </a:rPr>
              <a:t>•  South Africa — SITA (sita.co.za)</a:t>
            </a:r>
          </a:p>
          <a:p>
            <a:pPr>
              <a:spcAft>
                <a:spcPts val="1200"/>
              </a:spcAft>
            </a:pPr>
            <a:r>
              <a:rPr sz="1700" b="0" i="0">
                <a:solidFill>
                  <a:srgbClr val="1A1A1A"/>
                </a:solidFill>
                <a:latin typeface="Arial"/>
              </a:rPr>
              <a:t>•  Estonia — e-Estonia.com; RIA (ria.ee)</a:t>
            </a:r>
          </a:p>
        </p:txBody>
      </p:sp>
      <p:sp>
        <p:nvSpPr>
          <p:cNvPr id="5" name="TextBox 4"/>
          <p:cNvSpPr txBox="1"/>
          <p:nvPr/>
        </p:nvSpPr>
        <p:spPr>
          <a:xfrm>
            <a:off x="658368" y="5806440"/>
            <a:ext cx="10789920" cy="457200"/>
          </a:xfrm>
          <a:prstGeom prst="rect">
            <a:avLst/>
          </a:prstGeom>
          <a:noFill/>
        </p:spPr>
        <p:txBody>
          <a:bodyPr wrap="square">
            <a:spAutoFit/>
          </a:bodyPr>
          <a:lstStyle/>
          <a:p>
            <a:r>
              <a:rPr sz="1400" b="1" i="0">
                <a:solidFill>
                  <a:srgbClr val="006E96"/>
                </a:solidFill>
                <a:latin typeface="Arial"/>
              </a:rPr>
              <a:t>Find the link in the description.</a:t>
            </a:r>
          </a:p>
        </p:txBody>
      </p:sp>
      <p:sp>
        <p:nvSpPr>
          <p:cNvPr id="6" name="TextBox 5"/>
          <p:cNvSpPr txBox="1"/>
          <p:nvPr/>
        </p:nvSpPr>
        <p:spPr>
          <a:xfrm>
            <a:off x="457200" y="6473952"/>
            <a:ext cx="7772400" cy="292608"/>
          </a:xfrm>
          <a:prstGeom prst="rect">
            <a:avLst/>
          </a:prstGeom>
          <a:noFill/>
        </p:spPr>
        <p:txBody>
          <a:bodyPr wrap="square">
            <a:spAutoFit/>
          </a:bodyPr>
          <a:lstStyle/>
          <a:p>
            <a:r>
              <a:rPr sz="900" b="0" i="0">
                <a:solidFill>
                  <a:srgbClr val="595959"/>
                </a:solidFill>
                <a:latin typeface="Arial"/>
              </a:rPr>
              <a:t>1.8 · Four signposts</a:t>
            </a:r>
          </a:p>
        </p:txBody>
      </p:sp>
    </p:spTree>
  </p:cSld>
  <p:clrMapOvr>
    <a:masterClrMapping/>
  </p:clrMapOvr>
</p:sld>
</file>

<file path=ppt/theme/theme1.xml><?xml version="1.0" encoding="utf-8"?>
<a:theme xmlns:a="http://schemas.openxmlformats.org/drawingml/2006/main" name="ITU Theme - Whit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0000"/>
      </a:hlink>
      <a:folHlink>
        <a:srgbClr val="757070"/>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A0500DBE-3369-4A4A-B28D-9AE5003E2570}"/>
    </a:ext>
  </a:extLst>
</a:theme>
</file>

<file path=ppt/theme/theme2.xml><?xml version="1.0" encoding="utf-8"?>
<a:theme xmlns:a="http://schemas.openxmlformats.org/drawingml/2006/main" name="Big text">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EA5A528F-177A-4F34-B410-08836428AF20}"/>
    </a:ext>
  </a:extLst>
</a:theme>
</file>

<file path=ppt/theme/theme3.xml><?xml version="1.0" encoding="utf-8"?>
<a:theme xmlns:a="http://schemas.openxmlformats.org/drawingml/2006/main" name="Quote Slide">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B0771621-B97B-4C13-9C8D-7F1D735791AC}"/>
    </a:ext>
  </a:extLst>
</a:theme>
</file>

<file path=ppt/theme/theme4.xml><?xml version="1.0" encoding="utf-8"?>
<a:theme xmlns:a="http://schemas.openxmlformats.org/drawingml/2006/main" name="ITU Theme light blue bg">
  <a:themeElements>
    <a:clrScheme name="ITU Template">
      <a:dk1>
        <a:sysClr val="windowText" lastClr="000000"/>
      </a:dk1>
      <a:lt1>
        <a:sysClr val="window" lastClr="FFFFFF"/>
      </a:lt1>
      <a:dk2>
        <a:srgbClr val="3A3838"/>
      </a:dk2>
      <a:lt2>
        <a:srgbClr val="F5FAFC"/>
      </a:lt2>
      <a:accent1>
        <a:srgbClr val="009CD6"/>
      </a:accent1>
      <a:accent2>
        <a:srgbClr val="757070"/>
      </a:accent2>
      <a:accent3>
        <a:srgbClr val="A5A5A5"/>
      </a:accent3>
      <a:accent4>
        <a:srgbClr val="595959"/>
      </a:accent4>
      <a:accent5>
        <a:srgbClr val="005EB8"/>
      </a:accent5>
      <a:accent6>
        <a:srgbClr val="E5F5FB"/>
      </a:accent6>
      <a:hlink>
        <a:srgbClr val="009CD6"/>
      </a:hlink>
      <a:folHlink>
        <a:srgbClr val="009CD6"/>
      </a:folHlink>
    </a:clrScheme>
    <a:fontScheme name="ITU Powerpoint Tempo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ITU_Powerpoint_Standard_template_July_2022.potx" id="{034C4141-8F63-40F4-9DEE-E5766630A6A8}" vid="{D1ECFA71-5D53-4A3F-BEBD-1C69573B5224}"/>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lcf76f155ced4ddcb4097134ff3c332f xmlns="ed7f0f61-51dd-499b-8f04-7c837a526382">
      <Terms xmlns="http://schemas.microsoft.com/office/infopath/2007/PartnerControls"/>
    </lcf76f155ced4ddcb4097134ff3c332f>
    <TaxCatchAll xmlns="ab90e5c9-10d8-4476-84ba-6005a25f4984"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53A3A08329EEE04EB33D96A577905A26" ma:contentTypeVersion="19" ma:contentTypeDescription="Create a new document." ma:contentTypeScope="" ma:versionID="a8087e2cbe64624dcde6ca4894bfb0b6">
  <xsd:schema xmlns:xsd="http://www.w3.org/2001/XMLSchema" xmlns:xs="http://www.w3.org/2001/XMLSchema" xmlns:p="http://schemas.microsoft.com/office/2006/metadata/properties" xmlns:ns2="ed7f0f61-51dd-499b-8f04-7c837a526382" xmlns:ns3="ab90e5c9-10d8-4476-84ba-6005a25f4984" targetNamespace="http://schemas.microsoft.com/office/2006/metadata/properties" ma:root="true" ma:fieldsID="2701f39123c6a01fbf026076f5c6add9" ns2:_="" ns3:_="">
    <xsd:import namespace="ed7f0f61-51dd-499b-8f04-7c837a526382"/>
    <xsd:import namespace="ab90e5c9-10d8-4476-84ba-6005a25f4984"/>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DateTaken" minOccurs="0"/>
                <xsd:element ref="ns2:MediaLengthInSeconds" minOccurs="0"/>
                <xsd:element ref="ns2:MediaServiceAutoTags" minOccurs="0"/>
                <xsd:element ref="ns2:MediaServiceOCR" minOccurs="0"/>
                <xsd:element ref="ns2:MediaServiceGenerationTime" minOccurs="0"/>
                <xsd:element ref="ns2:MediaServiceEventHashCode" minOccurs="0"/>
                <xsd:element ref="ns2:lcf76f155ced4ddcb4097134ff3c332f" minOccurs="0"/>
                <xsd:element ref="ns3:TaxCatchAll" minOccurs="0"/>
                <xsd:element ref="ns2:MediaServiceLocation" minOccurs="0"/>
                <xsd:element ref="ns2:MediaServiceObjectDetectorVersions"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d7f0f61-51dd-499b-8f04-7c837a52638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DateTaken" ma:index="14" nillable="true" ma:displayName="MediaServiceDateTaken" ma:hidden="true" ma:internalName="MediaServiceDateTaken"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MediaServiceAutoTags" ma:index="16" nillable="true" ma:displayName="Tags" ma:internalName="MediaServiceAutoTags"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0e895586-ec57-4162-862b-45953123501e" ma:termSetId="09814cd3-568e-fe90-9814-8d621ff8fb84" ma:anchorId="fba54fb3-c3e1-fe81-a776-ca4b69148c4d" ma:open="true" ma:isKeyword="false">
      <xsd:complexType>
        <xsd:sequence>
          <xsd:element ref="pc:Terms" minOccurs="0" maxOccurs="1"/>
        </xsd:sequence>
      </xsd:complexType>
    </xsd:element>
    <xsd:element name="MediaServiceLocation" ma:index="23" nillable="true" ma:displayName="Location" ma:indexed="true" ma:internalName="MediaServiceLocation" ma:readOnly="true">
      <xsd:simpleType>
        <xsd:restriction base="dms:Text"/>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MediaServiceSearchProperties" ma:index="25" nillable="true" ma:displayName="MediaServiceSearchProperties" ma:hidden="true" ma:internalName="MediaServiceSearchProperties" ma:readOnly="true">
      <xsd:simpleType>
        <xsd:restriction base="dms:Note"/>
      </xsd:simpleType>
    </xsd:element>
    <xsd:element name="MediaServiceBillingMetadata" ma:index="26"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ab90e5c9-10d8-4476-84ba-6005a25f4984"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f45fae84-f8a8-4d35-b240-8a5cf95bb259}" ma:internalName="TaxCatchAll" ma:showField="CatchAllData" ma:web="ab90e5c9-10d8-4476-84ba-6005a25f4984">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F615F30-55BC-4400-8171-49B6C1A1BF75}">
  <ds:schemaRefs>
    <ds:schemaRef ds:uri="http://schemas.microsoft.com/office/2006/metadata/properties"/>
    <ds:schemaRef ds:uri="http://schemas.microsoft.com/office/infopath/2007/PartnerControls"/>
    <ds:schemaRef ds:uri="http://schemas.microsoft.com/sharepoint/v3"/>
    <ds:schemaRef ds:uri="ed7f0f61-51dd-499b-8f04-7c837a526382"/>
    <ds:schemaRef ds:uri="ab90e5c9-10d8-4476-84ba-6005a25f4984"/>
  </ds:schemaRefs>
</ds:datastoreItem>
</file>

<file path=customXml/itemProps2.xml><?xml version="1.0" encoding="utf-8"?>
<ds:datastoreItem xmlns:ds="http://schemas.openxmlformats.org/officeDocument/2006/customXml" ds:itemID="{A48191B6-3A4E-47E8-99A3-94A5982E1B43}">
  <ds:schemaRefs>
    <ds:schemaRef ds:uri="http://schemas.microsoft.com/sharepoint/v3/contenttype/forms"/>
  </ds:schemaRefs>
</ds:datastoreItem>
</file>

<file path=customXml/itemProps3.xml><?xml version="1.0" encoding="utf-8"?>
<ds:datastoreItem xmlns:ds="http://schemas.openxmlformats.org/officeDocument/2006/customXml" ds:itemID="{68C4513F-118C-4668-805A-58D1CE3FDA8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ed7f0f61-51dd-499b-8f04-7c837a526382"/>
    <ds:schemaRef ds:uri="ab90e5c9-10d8-4476-84ba-6005a25f4984"/>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ITU_Powerpoint_standard_template_16x9__July_2022</Template>
  <TotalTime>462</TotalTime>
  <Words>2240</Words>
  <Application>Microsoft Office PowerPoint</Application>
  <PresentationFormat>Widescreen</PresentationFormat>
  <Paragraphs>473</Paragraphs>
  <Slides>38</Slides>
  <Notes>20</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38</vt:i4>
      </vt:variant>
    </vt:vector>
  </HeadingPairs>
  <TitlesOfParts>
    <vt:vector size="48" baseType="lpstr">
      <vt:lpstr>Arial</vt:lpstr>
      <vt:lpstr>Avenir Next LT Pro</vt:lpstr>
      <vt:lpstr>Calibri</vt:lpstr>
      <vt:lpstr>Georgia</vt:lpstr>
      <vt:lpstr>Lato Light</vt:lpstr>
      <vt:lpstr>Roboto</vt:lpstr>
      <vt:lpstr>ITU Theme - White bg</vt:lpstr>
      <vt:lpstr>Big text</vt:lpstr>
      <vt:lpstr>Quote Slide</vt:lpstr>
      <vt:lpstr>ITU Theme light blue bg</vt:lpstr>
      <vt:lpstr>PowerPoint Presentation</vt:lpstr>
      <vt:lpstr>PowerPoint Presentation</vt:lpstr>
      <vt:lpstr>Slide title text Arial Bold 28pt</vt:lpstr>
      <vt:lpstr>PowerPoint Presentation</vt:lpstr>
      <vt:lpstr>Long slide title  goes here second line here</vt:lpstr>
      <vt:lpstr>Slide title goes here second line of slide title goes here </vt:lpstr>
      <vt:lpstr>Long slide title goes here second line here</vt:lpstr>
      <vt:lpstr>Long slide title goes here second line of slide title here third line goes here</vt:lpstr>
      <vt:lpstr>Long slide title goes here second line of slide title here third line goes here</vt:lpstr>
      <vt:lpstr>Slide title goes here</vt:lpstr>
      <vt:lpstr>PowerPoint Presentation</vt:lpstr>
      <vt:lpstr>Click to add slide title here  </vt:lpstr>
      <vt:lpstr>Click to add slide title here </vt:lpstr>
      <vt:lpstr>PowerPoint Presentation</vt:lpstr>
      <vt:lpstr>PowerPoint Presentation</vt:lpstr>
      <vt:lpstr>PowerPoint Presentation</vt:lpstr>
      <vt:lpstr>PowerPoint Presentation</vt:lpstr>
      <vt:lpstr>Placeholder text for slide title</vt:lpstr>
      <vt:lpstr>Simple table</vt:lpstr>
      <vt:lpstr>PowerPoint Presentation</vt:lpstr>
      <vt:lpstr>Figure 1: Figure title</vt:lpstr>
      <vt:lpstr>Graphics</vt:lpstr>
      <vt:lpstr>PowerPoint Presentation</vt:lpstr>
      <vt:lpstr>PowerPoint Presentation</vt:lpstr>
      <vt:lpstr>PowerPoint Presentation</vt:lpstr>
      <vt:lpstr>PowerPoint Presentation</vt:lpstr>
      <vt:lpstr>PowerPoint Presentation</vt:lpstr>
      <vt:lpstr>Figure Title</vt:lpstr>
      <vt:lpstr>Figure Title</vt:lpstr>
      <vt:lpstr>Figure Title</vt:lpstr>
      <vt:lpstr>Key figures</vt:lpstr>
      <vt:lpstr>PowerPoint Presentation</vt:lpstr>
      <vt:lpstr>Timeline title</vt:lpstr>
      <vt:lpstr>Timeline title</vt:lpstr>
      <vt:lpstr>Timeline title</vt:lpstr>
      <vt:lpstr>PowerPoint Presentation</vt:lpstr>
      <vt:lpstr>ITU Blue</vt:lpstr>
      <vt:lpstr>PowerPoint Presentation</vt:lpstr>
    </vt:vector>
  </TitlesOfParts>
  <Company>ITU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CHIMA HERNANDEZ, Maria Fernanda</dc:creator>
  <cp:lastModifiedBy>Anselmino, Carolina</cp:lastModifiedBy>
  <cp:revision>1</cp:revision>
  <dcterms:created xsi:type="dcterms:W3CDTF">2026-05-08T11:19:41Z</dcterms:created>
  <dcterms:modified xsi:type="dcterms:W3CDTF">2026-07-22T19:37:40Z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0x01010053A3A08329EEE04EB33D96A577905A26</vt:lpwstr>
  </property>
  <property fmtid="{D5CDD505-2E9C-101B-9397-08002B2CF9AE}" pid="3" name="MediaServiceImageTags">
    <vt:lpwstr/>
  </property>
</Properties>
</file>