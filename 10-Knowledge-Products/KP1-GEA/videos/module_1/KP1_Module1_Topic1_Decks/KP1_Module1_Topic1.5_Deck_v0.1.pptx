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23" r:id="rId45"/>
    <p:sldId id="2724" r:id="rId17"/>
    <p:sldId id="2725" r:id="rId16"/>
    <p:sldId id="2726" r:id="rId15"/>
    <p:sldId id="2727" r:id="rId14"/>
    <p:sldId id="2728" r:id="rId13"/>
    <p:sldId id="272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1.5.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the agreed picture of your government. The next question is: which framework do you use to draw that picture? You have two paths.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A new way of organising ministries. A new set of terms. A new set of principles. A new method. This takes twelve to eighteen months, before any architect has drawn a single picture of any ministry. You have paid for groundwork, not for architecture.</a:t>
            </a:r>
          </a:p>
          <a:p/>
          <a:p>
            <a:r>
              <a:t>The second path: anchor on a framework that already exists...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 First, a way to organise ministries and authorities... Second, plain words for the basic terms... Third, a library of common building blocks... Fourth, a set of architectural principles — ten of them... Fifth, a way to run the work. We walk the lifecycle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make the case for PAERA to your minister, this is the case. It is not a vendor choice. It is the choice to start with the work other countries have already done — so your team can spend their time on what is specific to your country. That is the head start. That is what your minister is being asked to commit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1.5 — Why PAERA-anchored</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1.5</a:t>
            </a:r>
          </a:p>
          <a:p>
            <a:r>
              <a:rPr sz="12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3"/>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