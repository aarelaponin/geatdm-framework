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4" r:id="rId36"/>
    <p:sldId id="2715" r:id="rId37"/>
    <p:sldId id="2716" r:id="rId38"/>
    <p:sldId id="2717" r:id="rId39"/>
    <p:sldId id="2718" r:id="rId40"/>
    <p:sldId id="2719" r:id="rId41"/>
    <p:sldId id="2720" r:id="rId42"/>
    <p:sldId id="2721" r:id="rId43"/>
    <p:sldId id="2722" r:id="rId44"/>
    <p:sldId id="272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parent should not carry the same birth details to a school, a district office and a ministry. Once-only means the state asks once and reuses what it already holds. One registration run shows whether your foundation can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PAERA states the principle plainly: citizens and businesses should only have to provide information to the government once. In education, that means a learner's name and date of birth, which the identity authority already holds, are not typed again on every form. Four blocks have to work together for that: identity, registration, the learner register, and the data exchange layer between them.</a:t>
            </a:r>
          </a:p>
          <a:p/>
          <a:p>
            <a:r>
              <a:t>Production cue: The quotation is word for word from PAERA v1.0, section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run starts with a sign-in. The registration service sends the learner to the identity authority's own sign-in page. The learner, with a parent beside them, signs in, and PNIA asks which facts it may share with this service. The learner approves a name and a date of birth. The service receives only those, with the identifier PNIA gives to this one service. It keeps that identifier, never the national number.</a:t>
            </a:r>
          </a:p>
          <a:p/>
          <a:p>
            <a:r>
              <a:t>Production cue: No screenshot of any real sign-in page; text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Next, the form fills. The Registration specification lets a screen pull data from an outside source through a configured action. Here, the action places the released name and date of birth into the form. The parent types only what PNIA does not hold: the school, the grade and a contact number. Mapping identity facts into a registration record is the registration service's work; the exchange specification places it outside the exchange.</a:t>
            </a:r>
          </a:p>
          <a:p/>
          <a:p>
            <a:r>
              <a:t>Production cue: The worked example of the outline: which facts came from the identity block and which the parent 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learner submits once. The automated checks run, and the application reaches the registrar, a person who decides. On approval, an automated role in the registration service calls the learner register's write service through the exchange. That call is synchronous, signed, time-stamped and logged. Last, the service asks the register whether the record exists, and the register confirms it. Four blocks, one run.</a:t>
            </a:r>
          </a:p>
          <a:p/>
          <a:p>
            <a:r>
              <a:t>Production cue: The drawn sequence is figure F12 of the written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limit must be said plainly. The Identity specification requires the block to answer a query for a person's facts from server to server, but it publishes no interface for that query. What it publishes is the sign-in with the person present. PNIA's present service on Linkup, a read of a person by national number, is a contract of Progressa's own. If a build shows a pre-fill from server to server, it shows that contract under its own name.</a:t>
            </a:r>
          </a:p>
          <a:p/>
          <a:p>
            <a:r>
              <a:t>Production cue: Keeps the published interface and Progressa's own contract apart,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screen: the text stand-in for the demonstration segment, with the footer marking the walkthrough, until the configurations it needs have passed their checks and the segment is recorded.</a:t>
            </a:r>
          </a:p>
          <a:p/>
          <a:p>
            <a:r>
              <a:t>VO: This run is the principal demonstration of the course. The walkthrough follows it step by step: what the viewer sees at each step, and what counts as a pass. Nine steps lead from the sign-in on PNIA's own page to the register's answer that the record exists. A pass counts only from a run that took place, with its date.</a:t>
            </a:r>
          </a:p>
          <a:p/>
          <a:p>
            <a:r>
              <a:t>Production cue: Replaced by the recording of the 5.3 walkthrough when X4 and everything it uses is built and the federation runs again. If only a part is built, the recording runs as far as that part and the stand-in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Sign in, approve, fill, submit, decide, write. One run, nothing typed twice, and four blocks working as one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The once-only registration, from beginning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 learner signs in, the form fills with the facts the learner agrees to release, the registrar approves and the record is in the register: one run that proves four blocks work as one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 parent should not carry the same birth details to a school, a district office and a ministry.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Once-only means the state asks once and reuses what it already holds.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One registration run shows whether your foundation can do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Once-only, as PAERA states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27248" y="3246120"/>
            <a:ext cx="31089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0" y="3246120"/>
            <a:ext cx="31089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759952" y="3246120"/>
            <a:ext cx="31089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2514600"/>
            <a:ext cx="2432304" cy="14630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E96"/>
                </a:solidFill>
                <a:latin typeface="Arial"/>
              </a:rPr>
              <a:t>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514600"/>
            <a:ext cx="2432304" cy="14630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E96"/>
                </a:solidFill>
                <a:latin typeface="Arial"/>
              </a:rPr>
              <a:t>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514600"/>
            <a:ext cx="2432304" cy="14630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E96"/>
                </a:solidFill>
                <a:latin typeface="Arial"/>
              </a:rPr>
              <a:t>Learner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07424" y="2514600"/>
            <a:ext cx="2432304" cy="14630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E96"/>
                </a:solidFill>
                <a:latin typeface="Arial"/>
              </a:rPr>
              <a:t>Data exchange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51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6E96"/>
                </a:solidFill>
                <a:latin typeface="Arial"/>
              </a:rPr>
              <a:t>“Citizens and businesses should only have to provide information to the government once.”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Step 1 — sign in and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40763"/>
            <a:ext cx="10984687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The learner signs in on PNIA's own sign-in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52374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4891"/>
            <a:ext cx="10984687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PNIA asks which facts it may share with this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5478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589020"/>
            <a:ext cx="10984687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The learner approves</a:t>
            </a:r>
          </a:p>
          <a:p>
            <a:pPr>
              <a:spcAft>
                <a:spcPts val="3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Name and date of birth.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57200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613148"/>
            <a:ext cx="10984687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The service receives only what was approved, and an identifier made for this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Step 2 — the form fills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25979"/>
            <a:ext cx="5394960" cy="228600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272284"/>
            <a:ext cx="49926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 b="1" i="0">
                <a:solidFill>
                  <a:srgbClr val="006E96"/>
                </a:solidFill>
                <a:latin typeface="Arial"/>
              </a:rPr>
              <a:t>Filled from PNIA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Name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Date of birth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125979"/>
            <a:ext cx="5394960" cy="22860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2272284"/>
            <a:ext cx="49926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 b="1" i="0">
                <a:solidFill>
                  <a:srgbClr val="006E96"/>
                </a:solidFill>
                <a:latin typeface="Arial"/>
              </a:rPr>
              <a:t>Typed by the parent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School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Grade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contact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9485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6E96"/>
                </a:solidFill>
                <a:latin typeface="Arial"/>
              </a:rPr>
              <a:t>Nothing is typed twice.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Step 3 — submit, decide,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learner submits once.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9971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40864"/>
            <a:ext cx="109846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automated checks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7754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18688"/>
            <a:ext cx="109846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registrar, a person, approves.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05536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96512"/>
            <a:ext cx="109846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service writes the record to the learner register, through the exchange.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93318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74336"/>
            <a:ext cx="109846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register confirms that the record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What the published Identity block does not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05939"/>
            <a:ext cx="1098468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 query of a person's facts from server to server: required, but no interface is published.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95351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994659"/>
            <a:ext cx="1098468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PNIA's present service on Linkup</a:t>
            </a:r>
          </a:p>
          <a:p>
            <a:pPr>
              <a:spcAft>
                <a:spcPts val="3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A read by national number, a contract of Progressa's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14223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83379"/>
            <a:ext cx="1098468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 build that uses it names it as such.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run, step by step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270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Sign in with the national identity: PNIA's own sign-in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790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19842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9202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Sign in as the enrolled test person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362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4414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774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Approve the name and the date of birth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7934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28986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346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Back on the form: those two facts filled from PNIA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2506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33558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2918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Type the school, the grade and a contact number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70789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38130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49039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Submit once; the automated checks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16509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" y="42702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2062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The registrar opens the application and approves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46222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1792" y="47274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6634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The record written to the learner register, through the exchange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50794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" y="518464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120640"/>
            <a:ext cx="1052748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The register confirms that the record exists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Arial"/>
              </a:rPr>
              <a:t>Walkthrough: what a good run shows.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A learner signs in, the form fills with the facts the learner agrees to release, the registrar approves and the record is in the register: one run that proves four blocks work as one foundation.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Write the acceptance script for the once-only run.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numbered acceptance script for the run, each step with its pass condition.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PAERA v1.0, section 5.2, Principle #5 (Once-Only)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GovStack Registration, sections 6.3.2 and 6.3.2.7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GovStack Identity 2.0, sections 9.1.1 and 7.2.1, and requirement 6.3-r1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GovStack Information Mediator 1.1.1, section 4 (out-of-scope requirements) and section 9.1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GovStack Digital Registries 3.0-alpha, 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The once-only registration, from beginning to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