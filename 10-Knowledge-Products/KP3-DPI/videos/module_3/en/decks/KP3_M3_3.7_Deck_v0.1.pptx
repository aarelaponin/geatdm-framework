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5" r:id="rId67"/>
    <p:sldId id="2746" r:id="rId68"/>
    <p:sldId id="2747" r:id="rId69"/>
    <p:sldId id="2748" r:id="rId70"/>
    <p:sldId id="2749" r:id="rId71"/>
    <p:sldId id="2750" r:id="rId72"/>
    <p:sldId id="2751" r:id="rId73"/>
    <p:sldId id="2752" r:id="rId74"/>
    <p:sldId id="275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register holds good records, every office will want them: the scholarship office, the school feeding programme, the examination authority. If each gets a copy, you are back to many lists. If each calls the register, you keep one.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Digital Registries specification is clear. Applicants do not reach the register directly. They come through other building blocks, such as the Registration block, with the Information Mediator between them. Each register generates services for creating, reading and updating records, described with OpenAPI, and lists them with a description and an example for every field. The specification also asks for bulk operations, archive and event subscription, but publishes no operation for them yet. Do not promise them to another ministry as published interfaces.</a:t>
            </a:r>
          </a:p>
          <a:p/>
          <a:p>
            <a:r>
              <a:t>Production cue: The third row says what is not yet published.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these calls pass through Linkup, the data exchange layer. The Information Mediator specification sets the rule: a service is registered with its OpenAPI description, a consumer must ask for the service it wants, and the provider of that service decides whether the consumer may call it. So the learner registry, not the caller, decides who reaches the register at all.</a:t>
            </a:r>
          </a:p>
          <a:p/>
          <a:p>
            <a:r>
              <a:t>Production cue: Text only; Linkup is named, nothing is said to run.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the register, access is decided per service, per record and per field. A rule can rest on a role, an attribute, a policy or consent, and the specification names delegated access for a guardian or a parent. In Progressa, the registration service may create and update learner records. Every other service may only read, and only the fields it needs. A table of access rules gives the business side and IT one shared language, so a decision about a child's data means the same thing in both rooms.</a:t>
            </a:r>
          </a:p>
          <a:p/>
          <a:p>
            <a:r>
              <a:t>Production cue: Carries the shared-language argument.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register logs every read of personal data: which record, which field, who read it and when. Every data owner has the right to see who looked at their personal data, and the register offers an interface for that report. For a learner who is a child, the parent sees it. Few features build more trust. And deleting a record keeps the logical record, so the history stays.</a:t>
            </a:r>
          </a:p>
          <a:p/>
          <a:p>
            <a:r>
              <a:t>Production cue: The trust point for parents.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an update sent by a service that may only read, and refused. The same update sent by the registration service is accepted. Then the parent's report shows the one read of the learner's record, who read it and when. A good run passes on all three.</a:t>
            </a:r>
          </a:p>
          <a:p/>
          <a:p>
            <a:r>
              <a:t>Production cue: Replaced by the recorded segment once checks RG5 and RG6 pass.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interface, each service seeing only what its role allows, and every parent able to see who read their child's record.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register as a service others can 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Other services reach the register only through its published interface, each seeing no more than its role allows, and every learner or parent can see who read their record.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Once the register holds good records, every office will want them: the scholarship office, the school feeding programme, the examination authority.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If each gets a copy, you are back to many lists.</a:t>
            </a:r>
          </a:p>
          <a:p>
            <a:pPr>
              <a:spcAft>
                <a:spcPts val="800"/>
              </a:spcAft>
            </a:pPr>
            <a:r>
              <a:rPr sz="1700" b="0" i="0">
                <a:solidFill>
                  <a:srgbClr val="595959"/>
                </a:solidFill>
                <a:latin typeface="Arial"/>
              </a:rPr>
              <a:t>If each calls the register, you keep one.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Only through the published interface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No one reaches the register directly.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Services generated for each register, described with OpenAPI, listed with examples.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Not yet published</a:t>
            </a:r>
          </a:p>
          <a:p>
            <a:pPr>
              <a:spcAft>
                <a:spcPts val="300"/>
              </a:spcAft>
            </a:pPr>
            <a:r>
              <a:rPr sz="1800" b="0" i="0">
                <a:solidFill>
                  <a:srgbClr val="595959"/>
                </a:solidFill>
                <a:latin typeface="Arial"/>
              </a:rPr>
              <a:t>Bulk operations, archive, event subscription.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Through the data exchange layer</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Each call passes through the data exchange layer, Linkup.</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The provider of a service decides who may call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 more than the role allows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registration service</a:t>
            </a:r>
          </a:p>
          <a:p>
            <a:pPr>
              <a:spcAft>
                <a:spcPts val="300"/>
              </a:spcAft>
            </a:pPr>
            <a:r>
              <a:rPr sz="1800" b="0" i="0">
                <a:solidFill>
                  <a:srgbClr val="595959"/>
                </a:solidFill>
                <a:latin typeface="Arial"/>
              </a:rPr>
              <a:t>Create and update.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other service</a:t>
            </a:r>
          </a:p>
          <a:p>
            <a:pPr>
              <a:spcAft>
                <a:spcPts val="300"/>
              </a:spcAft>
            </a:pPr>
            <a:r>
              <a:rPr sz="1800" b="0" i="0">
                <a:solidFill>
                  <a:srgbClr val="595959"/>
                </a:solidFill>
                <a:latin typeface="Arial"/>
              </a:rPr>
              <a:t>Read only, and only the fields it needs.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 parent</a:t>
            </a:r>
          </a:p>
          <a:p>
            <a:pPr>
              <a:spcAft>
                <a:spcPts val="300"/>
              </a:spcAft>
            </a:pPr>
            <a:r>
              <a:rPr sz="1800" b="0" i="0">
                <a:solidFill>
                  <a:srgbClr val="595959"/>
                </a:solidFill>
                <a:latin typeface="Arial"/>
              </a:rPr>
              <a:t>Delegated access to their child's record.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read my child's record?</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read of personal data is logged.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data owner may see who read their data.</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Deleting a record keeps the logical record.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An update from a read-only service</a:t>
            </a:r>
          </a:p>
          <a:p>
            <a:pPr>
              <a:spcAft>
                <a:spcPts val="300"/>
              </a:spcAft>
            </a:pPr>
            <a:r>
              <a:rPr sz="1800" b="0" i="0">
                <a:solidFill>
                  <a:srgbClr val="595959"/>
                </a:solidFill>
                <a:latin typeface="Arial"/>
              </a:rPr>
              <a:t>Refused.</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The same update from the registration service: accepted.</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The parent's report</a:t>
            </a:r>
          </a:p>
          <a:p>
            <a:pPr>
              <a:spcAft>
                <a:spcPts val="300"/>
              </a:spcAft>
            </a:pPr>
            <a:r>
              <a:rPr sz="1800" b="0" i="0">
                <a:solidFill>
                  <a:srgbClr val="595959"/>
                </a:solidFill>
                <a:latin typeface="Arial"/>
              </a:rPr>
              <a:t>One read, the reader, the time.</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Other services reach the register only through its published interface, each seeing no more than its role allows, and every learner or parent can see who read their record.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register's table of access rules.</a:t>
            </a:r>
          </a:p>
          <a:p>
            <a:pPr algn="l">
              <a:spcAft>
                <a:spcPts val="400"/>
              </a:spcAft>
            </a:pPr>
            <a:r>
              <a:rPr sz="1800" b="0" i="0">
                <a:solidFill>
                  <a:srgbClr val="595959"/>
                </a:solidFill>
                <a:latin typeface="Arial"/>
              </a:rPr>
              <a:t>The prompt in the companion material gives you an access-rules table, field by field, with test cases.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(sections 4.2, 5.2, 8 and 9.2.1; DRS-5, DRS-6, DRS-8, DRS-21, DRS-33, DRS-34, DRS-35, DRS-37)</a:t>
            </a:r>
          </a:p>
          <a:p>
            <a:pPr>
              <a:spcAft>
                <a:spcPts val="1000"/>
              </a:spcAft>
            </a:pPr>
            <a:r>
              <a:rPr sz="1800" b="0" i="0">
                <a:solidFill>
                  <a:srgbClr val="1A1A1A"/>
                </a:solidFill>
                <a:latin typeface="Arial"/>
              </a:rPr>
              <a:t>•  GovStack Information Mediator specification, version 1.1.1 (sections 6.2 and 6.3)</a:t>
            </a:r>
          </a:p>
          <a:p>
            <a:pPr>
              <a:spcAft>
                <a:spcPts val="1000"/>
              </a:spcAft>
            </a:pPr>
            <a:r>
              <a:rPr sz="1800" b="0" i="0">
                <a:solidFill>
                  <a:srgbClr val="1A1A1A"/>
                </a:solidFill>
                <a:latin typeface="Arial"/>
              </a:rPr>
              <a:t>•  OpenAPI Specification 3.0.3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